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heme/theme2.xml" ContentType="application/vnd.openxmlformats-officedocument.theme+xml"/>
  <Override PartName="/ppt/webextensions/webextension1.xml" ContentType="application/vnd.ms-office.webextension+xml"/>
  <Override PartName="/ppt/webextensions/webextension2.xml" ContentType="application/vnd.ms-office.webextension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sldIdLst>
    <p:sldId id="256" r:id="rId2"/>
    <p:sldId id="2147474618" r:id="rId3"/>
    <p:sldId id="2147474619" r:id="rId4"/>
    <p:sldId id="2147474620" r:id="rId5"/>
    <p:sldId id="2147474621" r:id="rId6"/>
    <p:sldId id="2147474624" r:id="rId7"/>
    <p:sldId id="2147474625" r:id="rId8"/>
    <p:sldId id="2147474622" r:id="rId9"/>
    <p:sldId id="2147474623" r:id="rId10"/>
    <p:sldId id="2147474630" r:id="rId11"/>
    <p:sldId id="2147474626" r:id="rId12"/>
    <p:sldId id="2147474627" r:id="rId13"/>
    <p:sldId id="2147474628" r:id="rId14"/>
    <p:sldId id="2147474629" r:id="rId15"/>
    <p:sldId id="2147474631" r:id="rId16"/>
  </p:sldIdLst>
  <p:sldSz cx="12192000" cy="6858000"/>
  <p:notesSz cx="6858000" cy="9144000"/>
  <p:defaultTextStyle>
    <a:defPPr>
      <a:defRPr lang="en-GB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5D8291F-383D-E449-8951-5DBB1DB52FDA}" v="3" dt="2026-05-12T14:51:37.34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1149" autoAdjust="0"/>
    <p:restoredTop sz="94660"/>
  </p:normalViewPr>
  <p:slideViewPr>
    <p:cSldViewPr snapToGrid="0">
      <p:cViewPr>
        <p:scale>
          <a:sx n="113" d="100"/>
          <a:sy n="113" d="100"/>
        </p:scale>
        <p:origin x="432" y="6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5/10/relationships/revisionInfo" Target="revisionInfo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96598BE-A331-4095-A8C8-33C4933F84D3}" type="datetimeFigureOut">
              <a:t>5/8/26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820601F-A6EE-40BE-918D-1BC8BC0074CE}" type="slidenum"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890294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png"/><Relationship Id="rId5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.xml"/><Relationship Id="rId6" Type="http://schemas.openxmlformats.org/officeDocument/2006/relationships/image" Target="../media/image2.png"/><Relationship Id="rId5" Type="http://schemas.openxmlformats.org/officeDocument/2006/relationships/image" Target="../media/image1.png"/><Relationship Id="rId4" Type="http://schemas.openxmlformats.org/officeDocument/2006/relationships/image" Target="../media/image10.emf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.xml"/><Relationship Id="rId4" Type="http://schemas.openxmlformats.org/officeDocument/2006/relationships/image" Target="../media/image11.emf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.xml"/><Relationship Id="rId4" Type="http://schemas.openxmlformats.org/officeDocument/2006/relationships/image" Target="../media/image11.emf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4.xml"/><Relationship Id="rId4" Type="http://schemas.openxmlformats.org/officeDocument/2006/relationships/image" Target="../media/image11.emf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49255" y="6272437"/>
            <a:ext cx="11402568" cy="467951"/>
          </a:xfrm>
          <a:prstGeom prst="rect">
            <a:avLst/>
          </a:prstGeom>
        </p:spPr>
      </p:pic>
      <p:pic>
        <p:nvPicPr>
          <p:cNvPr id="77" name="Picture 76">
            <a:extLst>
              <a:ext uri="{FF2B5EF4-FFF2-40B4-BE49-F238E27FC236}">
                <a16:creationId xmlns:a16="http://schemas.microsoft.com/office/drawing/2014/main" id="{547995FF-C54C-F041-B523-4692726BC2F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0248" y="6328394"/>
            <a:ext cx="1416309" cy="361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 userDrawn="1">
            <p:ph type="ctrTitle"/>
          </p:nvPr>
        </p:nvSpPr>
        <p:spPr>
          <a:xfrm>
            <a:off x="541215" y="1722481"/>
            <a:ext cx="11036991" cy="1594883"/>
          </a:xfrm>
        </p:spPr>
        <p:txBody>
          <a:bodyPr anchor="b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 userDrawn="1">
            <p:ph type="subTitle" idx="1"/>
          </p:nvPr>
        </p:nvSpPr>
        <p:spPr>
          <a:xfrm>
            <a:off x="541217" y="3405452"/>
            <a:ext cx="11036991" cy="397661"/>
          </a:xfrm>
        </p:spPr>
        <p:txBody>
          <a:bodyPr anchor="t">
            <a:noAutofit/>
          </a:bodyPr>
          <a:lstStyle>
            <a:lvl1pPr marL="0" indent="0" algn="l">
              <a:buNone/>
              <a:defRPr sz="2800"/>
            </a:lvl1pPr>
            <a:lvl2pPr marL="457167" indent="0" algn="ctr">
              <a:buNone/>
              <a:defRPr sz="2000"/>
            </a:lvl2pPr>
            <a:lvl3pPr marL="914332" indent="0" algn="ctr">
              <a:buNone/>
              <a:defRPr sz="1800"/>
            </a:lvl3pPr>
            <a:lvl4pPr marL="1371498" indent="0" algn="ctr">
              <a:buNone/>
              <a:defRPr sz="1600"/>
            </a:lvl4pPr>
            <a:lvl5pPr marL="1828664" indent="0" algn="ctr">
              <a:buNone/>
              <a:defRPr sz="1600"/>
            </a:lvl5pPr>
            <a:lvl6pPr marL="2285830" indent="0" algn="ctr">
              <a:buNone/>
              <a:defRPr sz="1600"/>
            </a:lvl6pPr>
            <a:lvl7pPr marL="2742994" indent="0" algn="ctr">
              <a:buNone/>
              <a:defRPr sz="1600"/>
            </a:lvl7pPr>
            <a:lvl8pPr marL="3200160" indent="0" algn="ctr">
              <a:buNone/>
              <a:defRPr sz="1600"/>
            </a:lvl8pPr>
            <a:lvl9pPr marL="3657327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7" name="Text Placeholder 16"/>
          <p:cNvSpPr>
            <a:spLocks noGrp="1"/>
          </p:cNvSpPr>
          <p:nvPr userDrawn="1">
            <p:ph type="body" sz="quarter" idx="10"/>
          </p:nvPr>
        </p:nvSpPr>
        <p:spPr>
          <a:xfrm>
            <a:off x="541215" y="3927379"/>
            <a:ext cx="11036991" cy="409408"/>
          </a:xfrm>
        </p:spPr>
        <p:txBody>
          <a:bodyPr anchor="ctr">
            <a:no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D72C5812-C15A-428F-AB7A-9E4F62924C10}"/>
              </a:ext>
            </a:extLst>
          </p:cNvPr>
          <p:cNvGrpSpPr/>
          <p:nvPr userDrawn="1"/>
        </p:nvGrpSpPr>
        <p:grpSpPr>
          <a:xfrm>
            <a:off x="11595616" y="6272487"/>
            <a:ext cx="461773" cy="469521"/>
            <a:chOff x="11613545" y="6272479"/>
            <a:chExt cx="461773" cy="469521"/>
          </a:xfrm>
        </p:grpSpPr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686B8CD5-A813-403D-B3CF-D48D9D599C0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tretch>
              <a:fillRect/>
            </a:stretch>
          </p:blipFill>
          <p:spPr>
            <a:xfrm>
              <a:off x="11613545" y="6272479"/>
              <a:ext cx="461773" cy="469521"/>
            </a:xfrm>
            <a:prstGeom prst="rect">
              <a:avLst/>
            </a:prstGeom>
          </p:spPr>
        </p:pic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44DD94C4-96CC-42B8-B318-6685880B8FA2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4"/>
            <a:srcRect b="2491"/>
            <a:stretch/>
          </p:blipFill>
          <p:spPr>
            <a:xfrm>
              <a:off x="11718819" y="6325130"/>
              <a:ext cx="277918" cy="363309"/>
            </a:xfrm>
            <a:prstGeom prst="rect">
              <a:avLst/>
            </a:prstGeom>
          </p:spPr>
        </p:pic>
      </p:grp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2EC420D6-525D-784B-8F3D-07F37B0C72E4}"/>
              </a:ext>
            </a:extLst>
          </p:cNvPr>
          <p:cNvCxnSpPr>
            <a:cxnSpLocks/>
          </p:cNvCxnSpPr>
          <p:nvPr userDrawn="1"/>
        </p:nvCxnSpPr>
        <p:spPr>
          <a:xfrm>
            <a:off x="1742919" y="6398100"/>
            <a:ext cx="0" cy="215535"/>
          </a:xfrm>
          <a:prstGeom prst="line">
            <a:avLst/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>
            <a:extLst>
              <a:ext uri="{FF2B5EF4-FFF2-40B4-BE49-F238E27FC236}">
                <a16:creationId xmlns:a16="http://schemas.microsoft.com/office/drawing/2014/main" id="{AF0431B6-A37A-4B4D-8F51-389B2242D37C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1211" y="268133"/>
            <a:ext cx="2175708" cy="1201674"/>
          </a:xfrm>
          <a:prstGeom prst="rect">
            <a:avLst/>
          </a:prstGeom>
        </p:spPr>
      </p:pic>
      <p:pic>
        <p:nvPicPr>
          <p:cNvPr id="1028" name="Picture 4" descr="image">
            <a:extLst>
              <a:ext uri="{FF2B5EF4-FFF2-40B4-BE49-F238E27FC236}">
                <a16:creationId xmlns:a16="http://schemas.microsoft.com/office/drawing/2014/main" id="{EA3BEEBE-4A97-65F2-C5F4-2C0146F2D7F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66567" y="6356024"/>
            <a:ext cx="1700704" cy="2961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056392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ustom Layou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CCCB16-91F9-4682-BCA6-1268F1CF24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0632" y="376518"/>
            <a:ext cx="11730789" cy="5681734"/>
          </a:xfrm>
        </p:spPr>
        <p:txBody>
          <a:bodyPr>
            <a:normAutofit/>
          </a:bodyPr>
          <a:lstStyle>
            <a:lvl1pPr>
              <a:defRPr sz="5400">
                <a:solidFill>
                  <a:srgbClr val="1A1446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BED7689C-0806-49CA-ADB1-91D43C05DE55}"/>
              </a:ext>
            </a:extLst>
          </p:cNvPr>
          <p:cNvGrpSpPr/>
          <p:nvPr userDrawn="1"/>
        </p:nvGrpSpPr>
        <p:grpSpPr>
          <a:xfrm>
            <a:off x="11595616" y="6272487"/>
            <a:ext cx="461773" cy="469521"/>
            <a:chOff x="11613545" y="6272479"/>
            <a:chExt cx="461773" cy="469521"/>
          </a:xfrm>
        </p:grpSpPr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AB9B4402-A46E-4B4E-9887-413955989832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tretch>
              <a:fillRect/>
            </a:stretch>
          </p:blipFill>
          <p:spPr>
            <a:xfrm>
              <a:off x="11613545" y="6272479"/>
              <a:ext cx="461773" cy="469521"/>
            </a:xfrm>
            <a:prstGeom prst="rect">
              <a:avLst/>
            </a:prstGeom>
          </p:spPr>
        </p:pic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F3B57896-F51A-4869-B2DF-EEEC67F1B299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3"/>
            <a:srcRect b="2491"/>
            <a:stretch/>
          </p:blipFill>
          <p:spPr>
            <a:xfrm>
              <a:off x="11718819" y="6325130"/>
              <a:ext cx="277918" cy="36330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05781513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954BA5-570B-4BB5-B3E7-33BEEF6B99B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algn="r"/>
            <a:fld id="{8FB4CE90-470A-43E3-A052-3E8AD880B4A5}" type="slidenum">
              <a:rPr lang="en-US" smtClean="0"/>
              <a:pPr algn="r"/>
              <a:t>‹#›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34F9F236-E5F1-497B-9D2D-66F8717F5B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US"/>
              <a:t>Confidential &amp; Proprietary – Not for Distribution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B199C20A-51FB-47CF-8539-89D6150A17E1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241300" y="1443039"/>
            <a:ext cx="11734800" cy="470675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201074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954BA5-570B-4BB5-B3E7-33BEEF6B99B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algn="r"/>
            <a:fld id="{8FB4CE90-470A-43E3-A052-3E8AD880B4A5}" type="slidenum">
              <a:rPr lang="en-US" smtClean="0"/>
              <a:pPr algn="r"/>
              <a:t>‹#›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34F9F236-E5F1-497B-9D2D-66F8717F5B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US"/>
              <a:t>Confidential &amp; Proprietary – Not for Distribution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B199C20A-51FB-47CF-8539-89D6150A17E1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241301" y="1443039"/>
            <a:ext cx="5639547" cy="470675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E634D4D-039D-4270-8CBC-8D0ACEF7992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337859" y="1460500"/>
            <a:ext cx="5641848" cy="47069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31703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w/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954BA5-570B-4BB5-B3E7-33BEEF6B99B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algn="r"/>
            <a:fld id="{8FB4CE90-470A-43E3-A052-3E8AD880B4A5}" type="slidenum">
              <a:rPr lang="en-US" smtClean="0"/>
              <a:pPr algn="r"/>
              <a:t>‹#›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34F9F236-E5F1-497B-9D2D-66F8717F5B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US"/>
              <a:t>Confidential &amp; Proprietary – Not for Distribution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B199C20A-51FB-47CF-8539-89D6150A17E1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241299" y="1443039"/>
            <a:ext cx="7315200" cy="470675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C0AC987B-0659-4BC7-B0F8-0F7209F60BEB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7865585" y="1443037"/>
            <a:ext cx="4114800" cy="4114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>
                <a:solidFill>
                  <a:schemeClr val="accent3"/>
                </a:solidFill>
              </a:defRPr>
            </a:lvl1pPr>
          </a:lstStyle>
          <a:p>
            <a:r>
              <a:rPr lang="en-US"/>
              <a:t>To add a picture, click on the icon in the center of this box.</a:t>
            </a:r>
          </a:p>
        </p:txBody>
      </p:sp>
    </p:spTree>
    <p:extLst>
      <p:ext uri="{BB962C8B-B14F-4D97-AF65-F5344CB8AC3E}">
        <p14:creationId xmlns:p14="http://schemas.microsoft.com/office/powerpoint/2010/main" val="20373727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8A868B6-943B-4427-804E-4CF28F0B3C7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US"/>
              <a:t>Confidential &amp; Proprietary – Not for Distribution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B5B7CF-50D1-4142-8E91-4D0439169C1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algn="r"/>
            <a:fld id="{8FB4CE90-470A-43E3-A052-3E8AD880B4A5}" type="slidenum">
              <a:rPr lang="en-US" smtClean="0"/>
              <a:pPr algn="r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91271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No title or text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1581603C-7D7B-4CD9-977F-C50E141D2D4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US"/>
              <a:t>Confidential &amp; Proprietary – Not for Distribution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85F73B0-7EC3-4F4E-8FA0-70EB0178A2C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algn="r"/>
            <a:fld id="{8FB4CE90-470A-43E3-A052-3E8AD880B4A5}" type="slidenum">
              <a:rPr lang="en-US" smtClean="0"/>
              <a:pPr algn="r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86478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Logo layou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" name="Picture 43">
            <a:extLst>
              <a:ext uri="{FF2B5EF4-FFF2-40B4-BE49-F238E27FC236}">
                <a16:creationId xmlns:a16="http://schemas.microsoft.com/office/drawing/2014/main" id="{3867BC22-ECD2-4F11-ABF1-08142643EA5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00277" y="1036571"/>
            <a:ext cx="4044931" cy="2249586"/>
          </a:xfrm>
          <a:prstGeom prst="rect">
            <a:avLst/>
          </a:prstGeom>
        </p:spPr>
      </p:pic>
      <p:pic>
        <p:nvPicPr>
          <p:cNvPr id="45" name="Picture 44">
            <a:extLst>
              <a:ext uri="{FF2B5EF4-FFF2-40B4-BE49-F238E27FC236}">
                <a16:creationId xmlns:a16="http://schemas.microsoft.com/office/drawing/2014/main" id="{5F538FB8-7B5D-4A74-88E0-77DA45FF58A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16262" y="5585318"/>
            <a:ext cx="495067" cy="495067"/>
          </a:xfrm>
          <a:prstGeom prst="rect">
            <a:avLst/>
          </a:prstGeom>
        </p:spPr>
      </p:pic>
      <p:sp>
        <p:nvSpPr>
          <p:cNvPr id="88" name="TextBox 7">
            <a:extLst>
              <a:ext uri="{FF2B5EF4-FFF2-40B4-BE49-F238E27FC236}">
                <a16:creationId xmlns:a16="http://schemas.microsoft.com/office/drawing/2014/main" id="{847DD05C-05D6-4C26-B7DA-D068A861D2CC}"/>
              </a:ext>
            </a:extLst>
          </p:cNvPr>
          <p:cNvSpPr txBox="1"/>
          <p:nvPr userDrawn="1"/>
        </p:nvSpPr>
        <p:spPr>
          <a:xfrm>
            <a:off x="7311334" y="5708954"/>
            <a:ext cx="48806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1800">
                <a:solidFill>
                  <a:schemeClr val="tx2"/>
                </a:solidFill>
              </a:rPr>
              <a:t>@Liberty Information Technology</a:t>
            </a:r>
          </a:p>
        </p:txBody>
      </p:sp>
      <p:pic>
        <p:nvPicPr>
          <p:cNvPr id="89" name="Picture 88">
            <a:extLst>
              <a:ext uri="{FF2B5EF4-FFF2-40B4-BE49-F238E27FC236}">
                <a16:creationId xmlns:a16="http://schemas.microsoft.com/office/drawing/2014/main" id="{28800EA2-57F1-417C-B405-41A0EB8D8958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05373" y="5583227"/>
            <a:ext cx="585079" cy="495067"/>
          </a:xfrm>
          <a:prstGeom prst="rect">
            <a:avLst/>
          </a:prstGeom>
        </p:spPr>
      </p:pic>
      <p:sp>
        <p:nvSpPr>
          <p:cNvPr id="90" name="TextBox 10">
            <a:extLst>
              <a:ext uri="{FF2B5EF4-FFF2-40B4-BE49-F238E27FC236}">
                <a16:creationId xmlns:a16="http://schemas.microsoft.com/office/drawing/2014/main" id="{13FC28C2-5E68-48B2-B5F1-95BEBAE628FB}"/>
              </a:ext>
            </a:extLst>
          </p:cNvPr>
          <p:cNvSpPr txBox="1"/>
          <p:nvPr userDrawn="1"/>
        </p:nvSpPr>
        <p:spPr>
          <a:xfrm>
            <a:off x="5190445" y="5708958"/>
            <a:ext cx="14599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1800">
                <a:solidFill>
                  <a:schemeClr val="tx2"/>
                </a:solidFill>
              </a:rPr>
              <a:t>@Liberty IT</a:t>
            </a:r>
          </a:p>
        </p:txBody>
      </p:sp>
      <p:pic>
        <p:nvPicPr>
          <p:cNvPr id="91" name="Picture 90">
            <a:extLst>
              <a:ext uri="{FF2B5EF4-FFF2-40B4-BE49-F238E27FC236}">
                <a16:creationId xmlns:a16="http://schemas.microsoft.com/office/drawing/2014/main" id="{9B8570AF-8629-4F1B-851C-DDA21B5CB213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15534" y="5584475"/>
            <a:ext cx="495068" cy="495068"/>
          </a:xfrm>
          <a:prstGeom prst="rect">
            <a:avLst/>
          </a:prstGeom>
        </p:spPr>
      </p:pic>
      <p:sp>
        <p:nvSpPr>
          <p:cNvPr id="92" name="TextBox 13">
            <a:extLst>
              <a:ext uri="{FF2B5EF4-FFF2-40B4-BE49-F238E27FC236}">
                <a16:creationId xmlns:a16="http://schemas.microsoft.com/office/drawing/2014/main" id="{D5B39B91-530E-4799-B465-B0EDCEAC59CC}"/>
              </a:ext>
            </a:extLst>
          </p:cNvPr>
          <p:cNvSpPr txBox="1"/>
          <p:nvPr userDrawn="1"/>
        </p:nvSpPr>
        <p:spPr>
          <a:xfrm>
            <a:off x="2710601" y="5708958"/>
            <a:ext cx="17066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1800">
                <a:solidFill>
                  <a:schemeClr val="tx2"/>
                </a:solidFill>
              </a:rPr>
              <a:t>@Liberty_IT</a:t>
            </a:r>
          </a:p>
        </p:txBody>
      </p:sp>
    </p:spTree>
    <p:extLst>
      <p:ext uri="{BB962C8B-B14F-4D97-AF65-F5344CB8AC3E}">
        <p14:creationId xmlns:p14="http://schemas.microsoft.com/office/powerpoint/2010/main" val="16358964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2A3C1B-1FC0-84A5-8252-BF995488A4F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4FFCE06-2507-6D4C-DBB7-CCF9E124DA7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167" indent="0" algn="ctr">
              <a:buNone/>
              <a:defRPr sz="2000"/>
            </a:lvl2pPr>
            <a:lvl3pPr marL="914332" indent="0" algn="ctr">
              <a:buNone/>
              <a:defRPr sz="1800"/>
            </a:lvl3pPr>
            <a:lvl4pPr marL="1371498" indent="0" algn="ctr">
              <a:buNone/>
              <a:defRPr sz="1600"/>
            </a:lvl4pPr>
            <a:lvl5pPr marL="1828664" indent="0" algn="ctr">
              <a:buNone/>
              <a:defRPr sz="1600"/>
            </a:lvl5pPr>
            <a:lvl6pPr marL="2285830" indent="0" algn="ctr">
              <a:buNone/>
              <a:defRPr sz="1600"/>
            </a:lvl6pPr>
            <a:lvl7pPr marL="2742994" indent="0" algn="ctr">
              <a:buNone/>
              <a:defRPr sz="1600"/>
            </a:lvl7pPr>
            <a:lvl8pPr marL="3200160" indent="0" algn="ctr">
              <a:buNone/>
              <a:defRPr sz="1600"/>
            </a:lvl8pPr>
            <a:lvl9pPr marL="3657327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1D237F-4DD3-BB62-B5DA-5036EF1B80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B38783-EC7E-5440-856B-6E9F7608A3ED}" type="datetimeFigureOut">
              <a:rPr lang="en-US" smtClean="0"/>
              <a:t>5/8/26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0D4559-3677-C7D8-B636-52BA229D05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8189ED-0AA5-FC53-9C23-95FE1A142F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58DB27-CCC2-2147-8739-65C6FAD37C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68384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" name="Picture 76">
            <a:extLst>
              <a:ext uri="{FF2B5EF4-FFF2-40B4-BE49-F238E27FC236}">
                <a16:creationId xmlns:a16="http://schemas.microsoft.com/office/drawing/2014/main" id="{547995FF-C54C-F041-B523-4692726BC2F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0248" y="6328394"/>
            <a:ext cx="1416309" cy="361000"/>
          </a:xfrm>
          <a:prstGeom prst="rect">
            <a:avLst/>
          </a:prstGeom>
          <a:noFill/>
        </p:spPr>
      </p:pic>
      <p:sp>
        <p:nvSpPr>
          <p:cNvPr id="2" name="Title 1"/>
          <p:cNvSpPr>
            <a:spLocks noGrp="1"/>
          </p:cNvSpPr>
          <p:nvPr userDrawn="1">
            <p:ph type="ctrTitle"/>
          </p:nvPr>
        </p:nvSpPr>
        <p:spPr>
          <a:xfrm>
            <a:off x="541215" y="1722481"/>
            <a:ext cx="11036991" cy="1594883"/>
          </a:xfrm>
        </p:spPr>
        <p:txBody>
          <a:bodyPr anchor="b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 userDrawn="1">
            <p:ph type="subTitle" idx="1"/>
          </p:nvPr>
        </p:nvSpPr>
        <p:spPr>
          <a:xfrm>
            <a:off x="541217" y="3405452"/>
            <a:ext cx="11036991" cy="397661"/>
          </a:xfrm>
        </p:spPr>
        <p:txBody>
          <a:bodyPr anchor="t">
            <a:noAutofit/>
          </a:bodyPr>
          <a:lstStyle>
            <a:lvl1pPr marL="0" indent="0" algn="l">
              <a:buNone/>
              <a:defRPr sz="2800"/>
            </a:lvl1pPr>
            <a:lvl2pPr marL="457167" indent="0" algn="ctr">
              <a:buNone/>
              <a:defRPr sz="2000"/>
            </a:lvl2pPr>
            <a:lvl3pPr marL="914332" indent="0" algn="ctr">
              <a:buNone/>
              <a:defRPr sz="1800"/>
            </a:lvl3pPr>
            <a:lvl4pPr marL="1371498" indent="0" algn="ctr">
              <a:buNone/>
              <a:defRPr sz="1600"/>
            </a:lvl4pPr>
            <a:lvl5pPr marL="1828664" indent="0" algn="ctr">
              <a:buNone/>
              <a:defRPr sz="1600"/>
            </a:lvl5pPr>
            <a:lvl6pPr marL="2285830" indent="0" algn="ctr">
              <a:buNone/>
              <a:defRPr sz="1600"/>
            </a:lvl6pPr>
            <a:lvl7pPr marL="2742994" indent="0" algn="ctr">
              <a:buNone/>
              <a:defRPr sz="1600"/>
            </a:lvl7pPr>
            <a:lvl8pPr marL="3200160" indent="0" algn="ctr">
              <a:buNone/>
              <a:defRPr sz="1600"/>
            </a:lvl8pPr>
            <a:lvl9pPr marL="3657327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7" name="Text Placeholder 16"/>
          <p:cNvSpPr>
            <a:spLocks noGrp="1"/>
          </p:cNvSpPr>
          <p:nvPr userDrawn="1">
            <p:ph type="body" sz="quarter" idx="10"/>
          </p:nvPr>
        </p:nvSpPr>
        <p:spPr>
          <a:xfrm>
            <a:off x="541215" y="3927379"/>
            <a:ext cx="11036991" cy="409408"/>
          </a:xfrm>
        </p:spPr>
        <p:txBody>
          <a:bodyPr anchor="ctr">
            <a:no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Edit Master text styles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D72C5812-C15A-428F-AB7A-9E4F62924C10}"/>
              </a:ext>
            </a:extLst>
          </p:cNvPr>
          <p:cNvGrpSpPr/>
          <p:nvPr userDrawn="1"/>
        </p:nvGrpSpPr>
        <p:grpSpPr>
          <a:xfrm>
            <a:off x="11595616" y="6272487"/>
            <a:ext cx="461773" cy="469521"/>
            <a:chOff x="11613545" y="6272479"/>
            <a:chExt cx="461773" cy="469521"/>
          </a:xfrm>
          <a:noFill/>
        </p:grpSpPr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686B8CD5-A813-403D-B3CF-D48D9D599C0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11613545" y="6272479"/>
              <a:ext cx="461773" cy="469521"/>
            </a:xfrm>
            <a:prstGeom prst="rect">
              <a:avLst/>
            </a:prstGeom>
            <a:grpFill/>
          </p:spPr>
        </p:pic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44DD94C4-96CC-42B8-B318-6685880B8FA2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4"/>
            <a:srcRect b="2491"/>
            <a:stretch/>
          </p:blipFill>
          <p:spPr>
            <a:xfrm>
              <a:off x="11718819" y="6325130"/>
              <a:ext cx="277918" cy="363309"/>
            </a:xfrm>
            <a:prstGeom prst="rect">
              <a:avLst/>
            </a:prstGeom>
            <a:grpFill/>
          </p:spPr>
        </p:pic>
      </p:grpSp>
      <p:grpSp>
        <p:nvGrpSpPr>
          <p:cNvPr id="11" name="Group 10"/>
          <p:cNvGrpSpPr/>
          <p:nvPr userDrawn="1"/>
        </p:nvGrpSpPr>
        <p:grpSpPr bwMode="gray">
          <a:xfrm>
            <a:off x="423972" y="436007"/>
            <a:ext cx="2800493" cy="728507"/>
            <a:chOff x="3387726" y="2736850"/>
            <a:chExt cx="5411788" cy="1384300"/>
          </a:xfrm>
        </p:grpSpPr>
        <p:sp>
          <p:nvSpPr>
            <p:cNvPr id="15" name="Freeform 55"/>
            <p:cNvSpPr>
              <a:spLocks/>
            </p:cNvSpPr>
            <p:nvPr/>
          </p:nvSpPr>
          <p:spPr bwMode="gray">
            <a:xfrm>
              <a:off x="4462463" y="3157538"/>
              <a:ext cx="331788" cy="419100"/>
            </a:xfrm>
            <a:custGeom>
              <a:avLst/>
              <a:gdLst>
                <a:gd name="T0" fmla="*/ 39 w 88"/>
                <a:gd name="T1" fmla="*/ 92 h 111"/>
                <a:gd name="T2" fmla="*/ 56 w 88"/>
                <a:gd name="T3" fmla="*/ 104 h 111"/>
                <a:gd name="T4" fmla="*/ 85 w 88"/>
                <a:gd name="T5" fmla="*/ 82 h 111"/>
                <a:gd name="T6" fmla="*/ 88 w 88"/>
                <a:gd name="T7" fmla="*/ 82 h 111"/>
                <a:gd name="T8" fmla="*/ 85 w 88"/>
                <a:gd name="T9" fmla="*/ 111 h 111"/>
                <a:gd name="T10" fmla="*/ 0 w 88"/>
                <a:gd name="T11" fmla="*/ 111 h 111"/>
                <a:gd name="T12" fmla="*/ 0 w 88"/>
                <a:gd name="T13" fmla="*/ 107 h 111"/>
                <a:gd name="T14" fmla="*/ 14 w 88"/>
                <a:gd name="T15" fmla="*/ 89 h 111"/>
                <a:gd name="T16" fmla="*/ 14 w 88"/>
                <a:gd name="T17" fmla="*/ 18 h 111"/>
                <a:gd name="T18" fmla="*/ 0 w 88"/>
                <a:gd name="T19" fmla="*/ 3 h 111"/>
                <a:gd name="T20" fmla="*/ 0 w 88"/>
                <a:gd name="T21" fmla="*/ 0 h 111"/>
                <a:gd name="T22" fmla="*/ 53 w 88"/>
                <a:gd name="T23" fmla="*/ 0 h 111"/>
                <a:gd name="T24" fmla="*/ 53 w 88"/>
                <a:gd name="T25" fmla="*/ 3 h 111"/>
                <a:gd name="T26" fmla="*/ 39 w 88"/>
                <a:gd name="T27" fmla="*/ 18 h 111"/>
                <a:gd name="T28" fmla="*/ 39 w 88"/>
                <a:gd name="T29" fmla="*/ 92 h 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8" h="111">
                  <a:moveTo>
                    <a:pt x="39" y="92"/>
                  </a:moveTo>
                  <a:cubicBezTo>
                    <a:pt x="39" y="102"/>
                    <a:pt x="43" y="104"/>
                    <a:pt x="56" y="104"/>
                  </a:cubicBezTo>
                  <a:cubicBezTo>
                    <a:pt x="70" y="104"/>
                    <a:pt x="76" y="100"/>
                    <a:pt x="85" y="82"/>
                  </a:cubicBezTo>
                  <a:cubicBezTo>
                    <a:pt x="88" y="82"/>
                    <a:pt x="88" y="82"/>
                    <a:pt x="88" y="82"/>
                  </a:cubicBezTo>
                  <a:cubicBezTo>
                    <a:pt x="85" y="111"/>
                    <a:pt x="85" y="111"/>
                    <a:pt x="85" y="111"/>
                  </a:cubicBezTo>
                  <a:cubicBezTo>
                    <a:pt x="0" y="111"/>
                    <a:pt x="0" y="111"/>
                    <a:pt x="0" y="111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13" y="104"/>
                    <a:pt x="14" y="101"/>
                    <a:pt x="14" y="89"/>
                  </a:cubicBezTo>
                  <a:cubicBezTo>
                    <a:pt x="14" y="18"/>
                    <a:pt x="14" y="18"/>
                    <a:pt x="14" y="18"/>
                  </a:cubicBezTo>
                  <a:cubicBezTo>
                    <a:pt x="14" y="9"/>
                    <a:pt x="12" y="6"/>
                    <a:pt x="0" y="3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53" y="0"/>
                    <a:pt x="53" y="0"/>
                    <a:pt x="53" y="0"/>
                  </a:cubicBezTo>
                  <a:cubicBezTo>
                    <a:pt x="53" y="3"/>
                    <a:pt x="53" y="3"/>
                    <a:pt x="53" y="3"/>
                  </a:cubicBezTo>
                  <a:cubicBezTo>
                    <a:pt x="42" y="6"/>
                    <a:pt x="39" y="8"/>
                    <a:pt x="39" y="18"/>
                  </a:cubicBezTo>
                  <a:lnTo>
                    <a:pt x="39" y="92"/>
                  </a:lnTo>
                  <a:close/>
                </a:path>
              </a:pathLst>
            </a:custGeom>
            <a:solidFill>
              <a:srgbClr val="1A144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16" name="Freeform 56"/>
            <p:cNvSpPr>
              <a:spLocks noEditPoints="1"/>
            </p:cNvSpPr>
            <p:nvPr/>
          </p:nvSpPr>
          <p:spPr bwMode="gray">
            <a:xfrm>
              <a:off x="4800601" y="3125788"/>
              <a:ext cx="173038" cy="450850"/>
            </a:xfrm>
            <a:custGeom>
              <a:avLst/>
              <a:gdLst>
                <a:gd name="T0" fmla="*/ 34 w 46"/>
                <a:gd name="T1" fmla="*/ 103 h 119"/>
                <a:gd name="T2" fmla="*/ 46 w 46"/>
                <a:gd name="T3" fmla="*/ 115 h 119"/>
                <a:gd name="T4" fmla="*/ 46 w 46"/>
                <a:gd name="T5" fmla="*/ 119 h 119"/>
                <a:gd name="T6" fmla="*/ 1 w 46"/>
                <a:gd name="T7" fmla="*/ 119 h 119"/>
                <a:gd name="T8" fmla="*/ 1 w 46"/>
                <a:gd name="T9" fmla="*/ 115 h 119"/>
                <a:gd name="T10" fmla="*/ 13 w 46"/>
                <a:gd name="T11" fmla="*/ 102 h 119"/>
                <a:gd name="T12" fmla="*/ 13 w 46"/>
                <a:gd name="T13" fmla="*/ 64 h 119"/>
                <a:gd name="T14" fmla="*/ 0 w 46"/>
                <a:gd name="T15" fmla="*/ 50 h 119"/>
                <a:gd name="T16" fmla="*/ 0 w 46"/>
                <a:gd name="T17" fmla="*/ 47 h 119"/>
                <a:gd name="T18" fmla="*/ 31 w 46"/>
                <a:gd name="T19" fmla="*/ 44 h 119"/>
                <a:gd name="T20" fmla="*/ 34 w 46"/>
                <a:gd name="T21" fmla="*/ 44 h 119"/>
                <a:gd name="T22" fmla="*/ 34 w 46"/>
                <a:gd name="T23" fmla="*/ 103 h 119"/>
                <a:gd name="T24" fmla="*/ 23 w 46"/>
                <a:gd name="T25" fmla="*/ 0 h 119"/>
                <a:gd name="T26" fmla="*/ 36 w 46"/>
                <a:gd name="T27" fmla="*/ 12 h 119"/>
                <a:gd name="T28" fmla="*/ 23 w 46"/>
                <a:gd name="T29" fmla="*/ 25 h 119"/>
                <a:gd name="T30" fmla="*/ 11 w 46"/>
                <a:gd name="T31" fmla="*/ 12 h 119"/>
                <a:gd name="T32" fmla="*/ 23 w 46"/>
                <a:gd name="T33" fmla="*/ 0 h 1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6" h="119">
                  <a:moveTo>
                    <a:pt x="34" y="103"/>
                  </a:moveTo>
                  <a:cubicBezTo>
                    <a:pt x="34" y="110"/>
                    <a:pt x="38" y="114"/>
                    <a:pt x="46" y="115"/>
                  </a:cubicBezTo>
                  <a:cubicBezTo>
                    <a:pt x="46" y="119"/>
                    <a:pt x="46" y="119"/>
                    <a:pt x="46" y="119"/>
                  </a:cubicBezTo>
                  <a:cubicBezTo>
                    <a:pt x="1" y="119"/>
                    <a:pt x="1" y="119"/>
                    <a:pt x="1" y="119"/>
                  </a:cubicBezTo>
                  <a:cubicBezTo>
                    <a:pt x="1" y="115"/>
                    <a:pt x="1" y="115"/>
                    <a:pt x="1" y="115"/>
                  </a:cubicBezTo>
                  <a:cubicBezTo>
                    <a:pt x="10" y="114"/>
                    <a:pt x="13" y="111"/>
                    <a:pt x="13" y="102"/>
                  </a:cubicBezTo>
                  <a:cubicBezTo>
                    <a:pt x="13" y="64"/>
                    <a:pt x="13" y="64"/>
                    <a:pt x="13" y="64"/>
                  </a:cubicBezTo>
                  <a:cubicBezTo>
                    <a:pt x="13" y="55"/>
                    <a:pt x="10" y="52"/>
                    <a:pt x="0" y="50"/>
                  </a:cubicBezTo>
                  <a:cubicBezTo>
                    <a:pt x="0" y="47"/>
                    <a:pt x="0" y="47"/>
                    <a:pt x="0" y="47"/>
                  </a:cubicBezTo>
                  <a:cubicBezTo>
                    <a:pt x="31" y="44"/>
                    <a:pt x="31" y="44"/>
                    <a:pt x="31" y="44"/>
                  </a:cubicBezTo>
                  <a:cubicBezTo>
                    <a:pt x="34" y="44"/>
                    <a:pt x="34" y="44"/>
                    <a:pt x="34" y="44"/>
                  </a:cubicBezTo>
                  <a:lnTo>
                    <a:pt x="34" y="103"/>
                  </a:lnTo>
                  <a:close/>
                  <a:moveTo>
                    <a:pt x="23" y="0"/>
                  </a:moveTo>
                  <a:cubicBezTo>
                    <a:pt x="30" y="0"/>
                    <a:pt x="36" y="5"/>
                    <a:pt x="36" y="12"/>
                  </a:cubicBezTo>
                  <a:cubicBezTo>
                    <a:pt x="36" y="19"/>
                    <a:pt x="30" y="25"/>
                    <a:pt x="23" y="25"/>
                  </a:cubicBezTo>
                  <a:cubicBezTo>
                    <a:pt x="17" y="25"/>
                    <a:pt x="11" y="19"/>
                    <a:pt x="11" y="12"/>
                  </a:cubicBezTo>
                  <a:cubicBezTo>
                    <a:pt x="11" y="5"/>
                    <a:pt x="17" y="0"/>
                    <a:pt x="23" y="0"/>
                  </a:cubicBezTo>
                </a:path>
              </a:pathLst>
            </a:custGeom>
            <a:solidFill>
              <a:srgbClr val="1A144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18" name="Freeform 57"/>
            <p:cNvSpPr>
              <a:spLocks noEditPoints="1"/>
            </p:cNvSpPr>
            <p:nvPr/>
          </p:nvSpPr>
          <p:spPr bwMode="gray">
            <a:xfrm>
              <a:off x="4984751" y="3125788"/>
              <a:ext cx="354013" cy="458788"/>
            </a:xfrm>
            <a:custGeom>
              <a:avLst/>
              <a:gdLst>
                <a:gd name="T0" fmla="*/ 32 w 94"/>
                <a:gd name="T1" fmla="*/ 62 h 121"/>
                <a:gd name="T2" fmla="*/ 49 w 94"/>
                <a:gd name="T3" fmla="*/ 54 h 121"/>
                <a:gd name="T4" fmla="*/ 70 w 94"/>
                <a:gd name="T5" fmla="*/ 84 h 121"/>
                <a:gd name="T6" fmla="*/ 43 w 94"/>
                <a:gd name="T7" fmla="*/ 116 h 121"/>
                <a:gd name="T8" fmla="*/ 32 w 94"/>
                <a:gd name="T9" fmla="*/ 104 h 121"/>
                <a:gd name="T10" fmla="*/ 32 w 94"/>
                <a:gd name="T11" fmla="*/ 62 h 121"/>
                <a:gd name="T12" fmla="*/ 32 w 94"/>
                <a:gd name="T13" fmla="*/ 0 h 121"/>
                <a:gd name="T14" fmla="*/ 29 w 94"/>
                <a:gd name="T15" fmla="*/ 0 h 121"/>
                <a:gd name="T16" fmla="*/ 0 w 94"/>
                <a:gd name="T17" fmla="*/ 2 h 121"/>
                <a:gd name="T18" fmla="*/ 0 w 94"/>
                <a:gd name="T19" fmla="*/ 5 h 121"/>
                <a:gd name="T20" fmla="*/ 10 w 94"/>
                <a:gd name="T21" fmla="*/ 16 h 121"/>
                <a:gd name="T22" fmla="*/ 10 w 94"/>
                <a:gd name="T23" fmla="*/ 119 h 121"/>
                <a:gd name="T24" fmla="*/ 45 w 94"/>
                <a:gd name="T25" fmla="*/ 121 h 121"/>
                <a:gd name="T26" fmla="*/ 94 w 94"/>
                <a:gd name="T27" fmla="*/ 81 h 121"/>
                <a:gd name="T28" fmla="*/ 59 w 94"/>
                <a:gd name="T29" fmla="*/ 44 h 121"/>
                <a:gd name="T30" fmla="*/ 32 w 94"/>
                <a:gd name="T31" fmla="*/ 57 h 121"/>
                <a:gd name="T32" fmla="*/ 32 w 94"/>
                <a:gd name="T33" fmla="*/ 0 h 1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94" h="121">
                  <a:moveTo>
                    <a:pt x="32" y="62"/>
                  </a:moveTo>
                  <a:cubicBezTo>
                    <a:pt x="39" y="56"/>
                    <a:pt x="43" y="54"/>
                    <a:pt x="49" y="54"/>
                  </a:cubicBezTo>
                  <a:cubicBezTo>
                    <a:pt x="61" y="54"/>
                    <a:pt x="70" y="66"/>
                    <a:pt x="70" y="84"/>
                  </a:cubicBezTo>
                  <a:cubicBezTo>
                    <a:pt x="70" y="107"/>
                    <a:pt x="59" y="116"/>
                    <a:pt x="43" y="116"/>
                  </a:cubicBezTo>
                  <a:cubicBezTo>
                    <a:pt x="35" y="116"/>
                    <a:pt x="32" y="113"/>
                    <a:pt x="32" y="104"/>
                  </a:cubicBezTo>
                  <a:lnTo>
                    <a:pt x="32" y="62"/>
                  </a:lnTo>
                  <a:close/>
                  <a:moveTo>
                    <a:pt x="32" y="0"/>
                  </a:moveTo>
                  <a:cubicBezTo>
                    <a:pt x="29" y="0"/>
                    <a:pt x="29" y="0"/>
                    <a:pt x="29" y="0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0" y="5"/>
                    <a:pt x="0" y="5"/>
                    <a:pt x="0" y="5"/>
                  </a:cubicBezTo>
                  <a:cubicBezTo>
                    <a:pt x="6" y="6"/>
                    <a:pt x="10" y="10"/>
                    <a:pt x="10" y="16"/>
                  </a:cubicBezTo>
                  <a:cubicBezTo>
                    <a:pt x="10" y="119"/>
                    <a:pt x="10" y="119"/>
                    <a:pt x="10" y="119"/>
                  </a:cubicBezTo>
                  <a:cubicBezTo>
                    <a:pt x="21" y="121"/>
                    <a:pt x="32" y="121"/>
                    <a:pt x="45" y="121"/>
                  </a:cubicBezTo>
                  <a:cubicBezTo>
                    <a:pt x="80" y="121"/>
                    <a:pt x="94" y="103"/>
                    <a:pt x="94" y="81"/>
                  </a:cubicBezTo>
                  <a:cubicBezTo>
                    <a:pt x="94" y="60"/>
                    <a:pt x="79" y="44"/>
                    <a:pt x="59" y="44"/>
                  </a:cubicBezTo>
                  <a:cubicBezTo>
                    <a:pt x="49" y="44"/>
                    <a:pt x="40" y="48"/>
                    <a:pt x="32" y="57"/>
                  </a:cubicBezTo>
                  <a:lnTo>
                    <a:pt x="32" y="0"/>
                  </a:lnTo>
                  <a:close/>
                </a:path>
              </a:pathLst>
            </a:custGeom>
            <a:solidFill>
              <a:srgbClr val="1A144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19" name="Freeform 58"/>
            <p:cNvSpPr>
              <a:spLocks noEditPoints="1"/>
            </p:cNvSpPr>
            <p:nvPr/>
          </p:nvSpPr>
          <p:spPr bwMode="gray">
            <a:xfrm>
              <a:off x="5368926" y="3292475"/>
              <a:ext cx="288925" cy="292100"/>
            </a:xfrm>
            <a:custGeom>
              <a:avLst/>
              <a:gdLst>
                <a:gd name="T0" fmla="*/ 23 w 77"/>
                <a:gd name="T1" fmla="*/ 28 h 77"/>
                <a:gd name="T2" fmla="*/ 38 w 77"/>
                <a:gd name="T3" fmla="*/ 5 h 77"/>
                <a:gd name="T4" fmla="*/ 54 w 77"/>
                <a:gd name="T5" fmla="*/ 28 h 77"/>
                <a:gd name="T6" fmla="*/ 23 w 77"/>
                <a:gd name="T7" fmla="*/ 28 h 77"/>
                <a:gd name="T8" fmla="*/ 77 w 77"/>
                <a:gd name="T9" fmla="*/ 33 h 77"/>
                <a:gd name="T10" fmla="*/ 40 w 77"/>
                <a:gd name="T11" fmla="*/ 0 h 77"/>
                <a:gd name="T12" fmla="*/ 0 w 77"/>
                <a:gd name="T13" fmla="*/ 39 h 77"/>
                <a:gd name="T14" fmla="*/ 39 w 77"/>
                <a:gd name="T15" fmla="*/ 77 h 77"/>
                <a:gd name="T16" fmla="*/ 77 w 77"/>
                <a:gd name="T17" fmla="*/ 53 h 77"/>
                <a:gd name="T18" fmla="*/ 74 w 77"/>
                <a:gd name="T19" fmla="*/ 53 h 77"/>
                <a:gd name="T20" fmla="*/ 48 w 77"/>
                <a:gd name="T21" fmla="*/ 68 h 77"/>
                <a:gd name="T22" fmla="*/ 23 w 77"/>
                <a:gd name="T23" fmla="*/ 33 h 77"/>
                <a:gd name="T24" fmla="*/ 77 w 77"/>
                <a:gd name="T25" fmla="*/ 33 h 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7" h="77">
                  <a:moveTo>
                    <a:pt x="23" y="28"/>
                  </a:moveTo>
                  <a:cubicBezTo>
                    <a:pt x="24" y="14"/>
                    <a:pt x="29" y="5"/>
                    <a:pt x="38" y="5"/>
                  </a:cubicBezTo>
                  <a:cubicBezTo>
                    <a:pt x="47" y="5"/>
                    <a:pt x="53" y="15"/>
                    <a:pt x="54" y="28"/>
                  </a:cubicBezTo>
                  <a:lnTo>
                    <a:pt x="23" y="28"/>
                  </a:lnTo>
                  <a:close/>
                  <a:moveTo>
                    <a:pt x="77" y="33"/>
                  </a:moveTo>
                  <a:cubicBezTo>
                    <a:pt x="75" y="13"/>
                    <a:pt x="60" y="0"/>
                    <a:pt x="40" y="0"/>
                  </a:cubicBezTo>
                  <a:cubicBezTo>
                    <a:pt x="17" y="0"/>
                    <a:pt x="0" y="17"/>
                    <a:pt x="0" y="39"/>
                  </a:cubicBezTo>
                  <a:cubicBezTo>
                    <a:pt x="0" y="61"/>
                    <a:pt x="17" y="77"/>
                    <a:pt x="39" y="77"/>
                  </a:cubicBezTo>
                  <a:cubicBezTo>
                    <a:pt x="56" y="77"/>
                    <a:pt x="71" y="68"/>
                    <a:pt x="77" y="53"/>
                  </a:cubicBezTo>
                  <a:cubicBezTo>
                    <a:pt x="74" y="53"/>
                    <a:pt x="74" y="53"/>
                    <a:pt x="74" y="53"/>
                  </a:cubicBezTo>
                  <a:cubicBezTo>
                    <a:pt x="67" y="63"/>
                    <a:pt x="59" y="68"/>
                    <a:pt x="48" y="68"/>
                  </a:cubicBezTo>
                  <a:cubicBezTo>
                    <a:pt x="35" y="68"/>
                    <a:pt x="22" y="56"/>
                    <a:pt x="23" y="33"/>
                  </a:cubicBezTo>
                  <a:lnTo>
                    <a:pt x="77" y="33"/>
                  </a:lnTo>
                  <a:close/>
                </a:path>
              </a:pathLst>
            </a:custGeom>
            <a:solidFill>
              <a:srgbClr val="1A144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20" name="Freeform 59"/>
            <p:cNvSpPr>
              <a:spLocks/>
            </p:cNvSpPr>
            <p:nvPr/>
          </p:nvSpPr>
          <p:spPr bwMode="gray">
            <a:xfrm>
              <a:off x="5665788" y="3292475"/>
              <a:ext cx="269875" cy="284163"/>
            </a:xfrm>
            <a:custGeom>
              <a:avLst/>
              <a:gdLst>
                <a:gd name="T0" fmla="*/ 67 w 72"/>
                <a:gd name="T1" fmla="*/ 28 h 75"/>
                <a:gd name="T2" fmla="*/ 51 w 72"/>
                <a:gd name="T3" fmla="*/ 19 h 75"/>
                <a:gd name="T4" fmla="*/ 35 w 72"/>
                <a:gd name="T5" fmla="*/ 29 h 75"/>
                <a:gd name="T6" fmla="*/ 35 w 72"/>
                <a:gd name="T7" fmla="*/ 58 h 75"/>
                <a:gd name="T8" fmla="*/ 47 w 72"/>
                <a:gd name="T9" fmla="*/ 71 h 75"/>
                <a:gd name="T10" fmla="*/ 47 w 72"/>
                <a:gd name="T11" fmla="*/ 75 h 75"/>
                <a:gd name="T12" fmla="*/ 2 w 72"/>
                <a:gd name="T13" fmla="*/ 75 h 75"/>
                <a:gd name="T14" fmla="*/ 2 w 72"/>
                <a:gd name="T15" fmla="*/ 71 h 75"/>
                <a:gd name="T16" fmla="*/ 14 w 72"/>
                <a:gd name="T17" fmla="*/ 58 h 75"/>
                <a:gd name="T18" fmla="*/ 14 w 72"/>
                <a:gd name="T19" fmla="*/ 20 h 75"/>
                <a:gd name="T20" fmla="*/ 0 w 72"/>
                <a:gd name="T21" fmla="*/ 6 h 75"/>
                <a:gd name="T22" fmla="*/ 0 w 72"/>
                <a:gd name="T23" fmla="*/ 3 h 75"/>
                <a:gd name="T24" fmla="*/ 32 w 72"/>
                <a:gd name="T25" fmla="*/ 0 h 75"/>
                <a:gd name="T26" fmla="*/ 35 w 72"/>
                <a:gd name="T27" fmla="*/ 0 h 75"/>
                <a:gd name="T28" fmla="*/ 35 w 72"/>
                <a:gd name="T29" fmla="*/ 23 h 75"/>
                <a:gd name="T30" fmla="*/ 35 w 72"/>
                <a:gd name="T31" fmla="*/ 23 h 75"/>
                <a:gd name="T32" fmla="*/ 59 w 72"/>
                <a:gd name="T33" fmla="*/ 0 h 75"/>
                <a:gd name="T34" fmla="*/ 72 w 72"/>
                <a:gd name="T35" fmla="*/ 6 h 75"/>
                <a:gd name="T36" fmla="*/ 67 w 72"/>
                <a:gd name="T37" fmla="*/ 28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2" h="75">
                  <a:moveTo>
                    <a:pt x="67" y="28"/>
                  </a:moveTo>
                  <a:cubicBezTo>
                    <a:pt x="61" y="22"/>
                    <a:pt x="56" y="19"/>
                    <a:pt x="51" y="19"/>
                  </a:cubicBezTo>
                  <a:cubicBezTo>
                    <a:pt x="44" y="19"/>
                    <a:pt x="40" y="21"/>
                    <a:pt x="35" y="29"/>
                  </a:cubicBezTo>
                  <a:cubicBezTo>
                    <a:pt x="35" y="58"/>
                    <a:pt x="35" y="58"/>
                    <a:pt x="35" y="58"/>
                  </a:cubicBezTo>
                  <a:cubicBezTo>
                    <a:pt x="35" y="67"/>
                    <a:pt x="37" y="69"/>
                    <a:pt x="47" y="71"/>
                  </a:cubicBezTo>
                  <a:cubicBezTo>
                    <a:pt x="47" y="75"/>
                    <a:pt x="47" y="75"/>
                    <a:pt x="47" y="75"/>
                  </a:cubicBezTo>
                  <a:cubicBezTo>
                    <a:pt x="2" y="75"/>
                    <a:pt x="2" y="75"/>
                    <a:pt x="2" y="75"/>
                  </a:cubicBezTo>
                  <a:cubicBezTo>
                    <a:pt x="2" y="71"/>
                    <a:pt x="2" y="71"/>
                    <a:pt x="2" y="71"/>
                  </a:cubicBezTo>
                  <a:cubicBezTo>
                    <a:pt x="11" y="69"/>
                    <a:pt x="14" y="66"/>
                    <a:pt x="14" y="58"/>
                  </a:cubicBezTo>
                  <a:cubicBezTo>
                    <a:pt x="14" y="20"/>
                    <a:pt x="14" y="20"/>
                    <a:pt x="14" y="20"/>
                  </a:cubicBezTo>
                  <a:cubicBezTo>
                    <a:pt x="14" y="11"/>
                    <a:pt x="10" y="7"/>
                    <a:pt x="0" y="6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32" y="0"/>
                    <a:pt x="32" y="0"/>
                    <a:pt x="32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35" y="23"/>
                    <a:pt x="35" y="23"/>
                    <a:pt x="35" y="23"/>
                  </a:cubicBezTo>
                  <a:cubicBezTo>
                    <a:pt x="35" y="23"/>
                    <a:pt x="35" y="23"/>
                    <a:pt x="35" y="23"/>
                  </a:cubicBezTo>
                  <a:cubicBezTo>
                    <a:pt x="42" y="7"/>
                    <a:pt x="50" y="0"/>
                    <a:pt x="59" y="0"/>
                  </a:cubicBezTo>
                  <a:cubicBezTo>
                    <a:pt x="64" y="0"/>
                    <a:pt x="68" y="2"/>
                    <a:pt x="72" y="6"/>
                  </a:cubicBezTo>
                  <a:lnTo>
                    <a:pt x="67" y="28"/>
                  </a:lnTo>
                  <a:close/>
                </a:path>
              </a:pathLst>
            </a:custGeom>
            <a:solidFill>
              <a:srgbClr val="1A144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21" name="Freeform 60"/>
            <p:cNvSpPr>
              <a:spLocks/>
            </p:cNvSpPr>
            <p:nvPr/>
          </p:nvSpPr>
          <p:spPr bwMode="gray">
            <a:xfrm>
              <a:off x="5943601" y="3198813"/>
              <a:ext cx="541338" cy="588963"/>
            </a:xfrm>
            <a:custGeom>
              <a:avLst/>
              <a:gdLst>
                <a:gd name="T0" fmla="*/ 114 w 144"/>
                <a:gd name="T1" fmla="*/ 28 h 156"/>
                <a:gd name="T2" fmla="*/ 114 w 144"/>
                <a:gd name="T3" fmla="*/ 31 h 156"/>
                <a:gd name="T4" fmla="*/ 119 w 144"/>
                <a:gd name="T5" fmla="*/ 54 h 156"/>
                <a:gd name="T6" fmla="*/ 109 w 144"/>
                <a:gd name="T7" fmla="*/ 77 h 156"/>
                <a:gd name="T8" fmla="*/ 94 w 144"/>
                <a:gd name="T9" fmla="*/ 46 h 156"/>
                <a:gd name="T10" fmla="*/ 97 w 144"/>
                <a:gd name="T11" fmla="*/ 31 h 156"/>
                <a:gd name="T12" fmla="*/ 97 w 144"/>
                <a:gd name="T13" fmla="*/ 28 h 156"/>
                <a:gd name="T14" fmla="*/ 56 w 144"/>
                <a:gd name="T15" fmla="*/ 28 h 156"/>
                <a:gd name="T16" fmla="*/ 55 w 144"/>
                <a:gd name="T17" fmla="*/ 28 h 156"/>
                <a:gd name="T18" fmla="*/ 34 w 144"/>
                <a:gd name="T19" fmla="*/ 28 h 156"/>
                <a:gd name="T20" fmla="*/ 34 w 144"/>
                <a:gd name="T21" fmla="*/ 0 h 156"/>
                <a:gd name="T22" fmla="*/ 30 w 144"/>
                <a:gd name="T23" fmla="*/ 0 h 156"/>
                <a:gd name="T24" fmla="*/ 0 w 144"/>
                <a:gd name="T25" fmla="*/ 30 h 156"/>
                <a:gd name="T26" fmla="*/ 0 w 144"/>
                <a:gd name="T27" fmla="*/ 34 h 156"/>
                <a:gd name="T28" fmla="*/ 13 w 144"/>
                <a:gd name="T29" fmla="*/ 34 h 156"/>
                <a:gd name="T30" fmla="*/ 13 w 144"/>
                <a:gd name="T31" fmla="*/ 80 h 156"/>
                <a:gd name="T32" fmla="*/ 37 w 144"/>
                <a:gd name="T33" fmla="*/ 102 h 156"/>
                <a:gd name="T34" fmla="*/ 60 w 144"/>
                <a:gd name="T35" fmla="*/ 90 h 156"/>
                <a:gd name="T36" fmla="*/ 58 w 144"/>
                <a:gd name="T37" fmla="*/ 88 h 156"/>
                <a:gd name="T38" fmla="*/ 47 w 144"/>
                <a:gd name="T39" fmla="*/ 93 h 156"/>
                <a:gd name="T40" fmla="*/ 34 w 144"/>
                <a:gd name="T41" fmla="*/ 75 h 156"/>
                <a:gd name="T42" fmla="*/ 34 w 144"/>
                <a:gd name="T43" fmla="*/ 34 h 156"/>
                <a:gd name="T44" fmla="*/ 53 w 144"/>
                <a:gd name="T45" fmla="*/ 34 h 156"/>
                <a:gd name="T46" fmla="*/ 71 w 144"/>
                <a:gd name="T47" fmla="*/ 47 h 156"/>
                <a:gd name="T48" fmla="*/ 97 w 144"/>
                <a:gd name="T49" fmla="*/ 102 h 156"/>
                <a:gd name="T50" fmla="*/ 68 w 144"/>
                <a:gd name="T51" fmla="*/ 136 h 156"/>
                <a:gd name="T52" fmla="*/ 58 w 144"/>
                <a:gd name="T53" fmla="*/ 134 h 156"/>
                <a:gd name="T54" fmla="*/ 54 w 144"/>
                <a:gd name="T55" fmla="*/ 155 h 156"/>
                <a:gd name="T56" fmla="*/ 60 w 144"/>
                <a:gd name="T57" fmla="*/ 156 h 156"/>
                <a:gd name="T58" fmla="*/ 90 w 144"/>
                <a:gd name="T59" fmla="*/ 132 h 156"/>
                <a:gd name="T60" fmla="*/ 127 w 144"/>
                <a:gd name="T61" fmla="*/ 50 h 156"/>
                <a:gd name="T62" fmla="*/ 144 w 144"/>
                <a:gd name="T63" fmla="*/ 31 h 156"/>
                <a:gd name="T64" fmla="*/ 144 w 144"/>
                <a:gd name="T65" fmla="*/ 28 h 156"/>
                <a:gd name="T66" fmla="*/ 114 w 144"/>
                <a:gd name="T67" fmla="*/ 28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144" h="156">
                  <a:moveTo>
                    <a:pt x="114" y="28"/>
                  </a:moveTo>
                  <a:cubicBezTo>
                    <a:pt x="114" y="31"/>
                    <a:pt x="114" y="31"/>
                    <a:pt x="114" y="31"/>
                  </a:cubicBezTo>
                  <a:cubicBezTo>
                    <a:pt x="123" y="33"/>
                    <a:pt x="125" y="39"/>
                    <a:pt x="119" y="54"/>
                  </a:cubicBezTo>
                  <a:cubicBezTo>
                    <a:pt x="109" y="77"/>
                    <a:pt x="109" y="77"/>
                    <a:pt x="109" y="77"/>
                  </a:cubicBezTo>
                  <a:cubicBezTo>
                    <a:pt x="94" y="46"/>
                    <a:pt x="94" y="46"/>
                    <a:pt x="94" y="46"/>
                  </a:cubicBezTo>
                  <a:cubicBezTo>
                    <a:pt x="89" y="37"/>
                    <a:pt x="89" y="32"/>
                    <a:pt x="97" y="31"/>
                  </a:cubicBezTo>
                  <a:cubicBezTo>
                    <a:pt x="97" y="28"/>
                    <a:pt x="97" y="28"/>
                    <a:pt x="97" y="28"/>
                  </a:cubicBezTo>
                  <a:cubicBezTo>
                    <a:pt x="56" y="28"/>
                    <a:pt x="56" y="28"/>
                    <a:pt x="56" y="28"/>
                  </a:cubicBezTo>
                  <a:cubicBezTo>
                    <a:pt x="55" y="28"/>
                    <a:pt x="55" y="28"/>
                    <a:pt x="55" y="28"/>
                  </a:cubicBezTo>
                  <a:cubicBezTo>
                    <a:pt x="34" y="28"/>
                    <a:pt x="34" y="28"/>
                    <a:pt x="34" y="28"/>
                  </a:cubicBezTo>
                  <a:cubicBezTo>
                    <a:pt x="34" y="0"/>
                    <a:pt x="34" y="0"/>
                    <a:pt x="34" y="0"/>
                  </a:cubicBezTo>
                  <a:cubicBezTo>
                    <a:pt x="30" y="0"/>
                    <a:pt x="30" y="0"/>
                    <a:pt x="30" y="0"/>
                  </a:cubicBezTo>
                  <a:cubicBezTo>
                    <a:pt x="20" y="13"/>
                    <a:pt x="9" y="25"/>
                    <a:pt x="0" y="30"/>
                  </a:cubicBezTo>
                  <a:cubicBezTo>
                    <a:pt x="0" y="34"/>
                    <a:pt x="0" y="34"/>
                    <a:pt x="0" y="34"/>
                  </a:cubicBezTo>
                  <a:cubicBezTo>
                    <a:pt x="13" y="34"/>
                    <a:pt x="13" y="34"/>
                    <a:pt x="13" y="34"/>
                  </a:cubicBezTo>
                  <a:cubicBezTo>
                    <a:pt x="13" y="80"/>
                    <a:pt x="13" y="80"/>
                    <a:pt x="13" y="80"/>
                  </a:cubicBezTo>
                  <a:cubicBezTo>
                    <a:pt x="13" y="96"/>
                    <a:pt x="23" y="102"/>
                    <a:pt x="37" y="102"/>
                  </a:cubicBezTo>
                  <a:cubicBezTo>
                    <a:pt x="48" y="102"/>
                    <a:pt x="55" y="99"/>
                    <a:pt x="60" y="90"/>
                  </a:cubicBezTo>
                  <a:cubicBezTo>
                    <a:pt x="58" y="88"/>
                    <a:pt x="58" y="88"/>
                    <a:pt x="58" y="88"/>
                  </a:cubicBezTo>
                  <a:cubicBezTo>
                    <a:pt x="54" y="92"/>
                    <a:pt x="51" y="93"/>
                    <a:pt x="47" y="93"/>
                  </a:cubicBezTo>
                  <a:cubicBezTo>
                    <a:pt x="37" y="93"/>
                    <a:pt x="34" y="87"/>
                    <a:pt x="34" y="75"/>
                  </a:cubicBezTo>
                  <a:cubicBezTo>
                    <a:pt x="34" y="34"/>
                    <a:pt x="34" y="34"/>
                    <a:pt x="34" y="34"/>
                  </a:cubicBezTo>
                  <a:cubicBezTo>
                    <a:pt x="53" y="34"/>
                    <a:pt x="53" y="34"/>
                    <a:pt x="53" y="34"/>
                  </a:cubicBezTo>
                  <a:cubicBezTo>
                    <a:pt x="64" y="34"/>
                    <a:pt x="67" y="38"/>
                    <a:pt x="71" y="47"/>
                  </a:cubicBezTo>
                  <a:cubicBezTo>
                    <a:pt x="97" y="102"/>
                    <a:pt x="97" y="102"/>
                    <a:pt x="97" y="102"/>
                  </a:cubicBezTo>
                  <a:cubicBezTo>
                    <a:pt x="89" y="126"/>
                    <a:pt x="81" y="136"/>
                    <a:pt x="68" y="136"/>
                  </a:cubicBezTo>
                  <a:cubicBezTo>
                    <a:pt x="65" y="136"/>
                    <a:pt x="63" y="135"/>
                    <a:pt x="58" y="134"/>
                  </a:cubicBezTo>
                  <a:cubicBezTo>
                    <a:pt x="54" y="155"/>
                    <a:pt x="54" y="155"/>
                    <a:pt x="54" y="155"/>
                  </a:cubicBezTo>
                  <a:cubicBezTo>
                    <a:pt x="56" y="156"/>
                    <a:pt x="58" y="156"/>
                    <a:pt x="60" y="156"/>
                  </a:cubicBezTo>
                  <a:cubicBezTo>
                    <a:pt x="75" y="156"/>
                    <a:pt x="83" y="150"/>
                    <a:pt x="90" y="132"/>
                  </a:cubicBezTo>
                  <a:cubicBezTo>
                    <a:pt x="127" y="50"/>
                    <a:pt x="127" y="50"/>
                    <a:pt x="127" y="50"/>
                  </a:cubicBezTo>
                  <a:cubicBezTo>
                    <a:pt x="132" y="36"/>
                    <a:pt x="135" y="34"/>
                    <a:pt x="144" y="31"/>
                  </a:cubicBezTo>
                  <a:cubicBezTo>
                    <a:pt x="144" y="28"/>
                    <a:pt x="144" y="28"/>
                    <a:pt x="144" y="28"/>
                  </a:cubicBezTo>
                  <a:lnTo>
                    <a:pt x="114" y="28"/>
                  </a:lnTo>
                  <a:close/>
                </a:path>
              </a:pathLst>
            </a:custGeom>
            <a:solidFill>
              <a:srgbClr val="1A144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22" name="Freeform 61"/>
            <p:cNvSpPr>
              <a:spLocks/>
            </p:cNvSpPr>
            <p:nvPr/>
          </p:nvSpPr>
          <p:spPr bwMode="gray">
            <a:xfrm>
              <a:off x="6594476" y="3157538"/>
              <a:ext cx="619125" cy="419100"/>
            </a:xfrm>
            <a:custGeom>
              <a:avLst/>
              <a:gdLst>
                <a:gd name="T0" fmla="*/ 148 w 165"/>
                <a:gd name="T1" fmla="*/ 91 h 111"/>
                <a:gd name="T2" fmla="*/ 165 w 165"/>
                <a:gd name="T3" fmla="*/ 108 h 111"/>
                <a:gd name="T4" fmla="*/ 165 w 165"/>
                <a:gd name="T5" fmla="*/ 111 h 111"/>
                <a:gd name="T6" fmla="*/ 110 w 165"/>
                <a:gd name="T7" fmla="*/ 111 h 111"/>
                <a:gd name="T8" fmla="*/ 110 w 165"/>
                <a:gd name="T9" fmla="*/ 108 h 111"/>
                <a:gd name="T10" fmla="*/ 122 w 165"/>
                <a:gd name="T11" fmla="*/ 84 h 111"/>
                <a:gd name="T12" fmla="*/ 113 w 165"/>
                <a:gd name="T13" fmla="*/ 20 h 111"/>
                <a:gd name="T14" fmla="*/ 113 w 165"/>
                <a:gd name="T15" fmla="*/ 20 h 111"/>
                <a:gd name="T16" fmla="*/ 77 w 165"/>
                <a:gd name="T17" fmla="*/ 111 h 111"/>
                <a:gd name="T18" fmla="*/ 73 w 165"/>
                <a:gd name="T19" fmla="*/ 111 h 111"/>
                <a:gd name="T20" fmla="*/ 37 w 165"/>
                <a:gd name="T21" fmla="*/ 20 h 111"/>
                <a:gd name="T22" fmla="*/ 37 w 165"/>
                <a:gd name="T23" fmla="*/ 20 h 111"/>
                <a:gd name="T24" fmla="*/ 27 w 165"/>
                <a:gd name="T25" fmla="*/ 85 h 111"/>
                <a:gd name="T26" fmla="*/ 40 w 165"/>
                <a:gd name="T27" fmla="*/ 108 h 111"/>
                <a:gd name="T28" fmla="*/ 40 w 165"/>
                <a:gd name="T29" fmla="*/ 111 h 111"/>
                <a:gd name="T30" fmla="*/ 0 w 165"/>
                <a:gd name="T31" fmla="*/ 111 h 111"/>
                <a:gd name="T32" fmla="*/ 0 w 165"/>
                <a:gd name="T33" fmla="*/ 108 h 111"/>
                <a:gd name="T34" fmla="*/ 20 w 165"/>
                <a:gd name="T35" fmla="*/ 84 h 111"/>
                <a:gd name="T36" fmla="*/ 31 w 165"/>
                <a:gd name="T37" fmla="*/ 11 h 111"/>
                <a:gd name="T38" fmla="*/ 15 w 165"/>
                <a:gd name="T39" fmla="*/ 3 h 111"/>
                <a:gd name="T40" fmla="*/ 15 w 165"/>
                <a:gd name="T41" fmla="*/ 0 h 111"/>
                <a:gd name="T42" fmla="*/ 55 w 165"/>
                <a:gd name="T43" fmla="*/ 0 h 111"/>
                <a:gd name="T44" fmla="*/ 84 w 165"/>
                <a:gd name="T45" fmla="*/ 74 h 111"/>
                <a:gd name="T46" fmla="*/ 113 w 165"/>
                <a:gd name="T47" fmla="*/ 0 h 111"/>
                <a:gd name="T48" fmla="*/ 151 w 165"/>
                <a:gd name="T49" fmla="*/ 0 h 111"/>
                <a:gd name="T50" fmla="*/ 151 w 165"/>
                <a:gd name="T51" fmla="*/ 3 h 111"/>
                <a:gd name="T52" fmla="*/ 138 w 165"/>
                <a:gd name="T53" fmla="*/ 22 h 111"/>
                <a:gd name="T54" fmla="*/ 148 w 165"/>
                <a:gd name="T55" fmla="*/ 91 h 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165" h="111">
                  <a:moveTo>
                    <a:pt x="148" y="91"/>
                  </a:moveTo>
                  <a:cubicBezTo>
                    <a:pt x="150" y="100"/>
                    <a:pt x="154" y="106"/>
                    <a:pt x="165" y="108"/>
                  </a:cubicBezTo>
                  <a:cubicBezTo>
                    <a:pt x="165" y="111"/>
                    <a:pt x="165" y="111"/>
                    <a:pt x="165" y="111"/>
                  </a:cubicBezTo>
                  <a:cubicBezTo>
                    <a:pt x="110" y="111"/>
                    <a:pt x="110" y="111"/>
                    <a:pt x="110" y="111"/>
                  </a:cubicBezTo>
                  <a:cubicBezTo>
                    <a:pt x="110" y="108"/>
                    <a:pt x="110" y="108"/>
                    <a:pt x="110" y="108"/>
                  </a:cubicBezTo>
                  <a:cubicBezTo>
                    <a:pt x="122" y="105"/>
                    <a:pt x="124" y="98"/>
                    <a:pt x="122" y="84"/>
                  </a:cubicBezTo>
                  <a:cubicBezTo>
                    <a:pt x="113" y="20"/>
                    <a:pt x="113" y="20"/>
                    <a:pt x="113" y="20"/>
                  </a:cubicBezTo>
                  <a:cubicBezTo>
                    <a:pt x="113" y="20"/>
                    <a:pt x="113" y="20"/>
                    <a:pt x="113" y="20"/>
                  </a:cubicBezTo>
                  <a:cubicBezTo>
                    <a:pt x="77" y="111"/>
                    <a:pt x="77" y="111"/>
                    <a:pt x="77" y="111"/>
                  </a:cubicBezTo>
                  <a:cubicBezTo>
                    <a:pt x="73" y="111"/>
                    <a:pt x="73" y="111"/>
                    <a:pt x="73" y="111"/>
                  </a:cubicBezTo>
                  <a:cubicBezTo>
                    <a:pt x="37" y="20"/>
                    <a:pt x="37" y="20"/>
                    <a:pt x="37" y="20"/>
                  </a:cubicBezTo>
                  <a:cubicBezTo>
                    <a:pt x="37" y="20"/>
                    <a:pt x="37" y="20"/>
                    <a:pt x="37" y="20"/>
                  </a:cubicBezTo>
                  <a:cubicBezTo>
                    <a:pt x="27" y="85"/>
                    <a:pt x="27" y="85"/>
                    <a:pt x="27" y="85"/>
                  </a:cubicBezTo>
                  <a:cubicBezTo>
                    <a:pt x="25" y="98"/>
                    <a:pt x="28" y="107"/>
                    <a:pt x="40" y="108"/>
                  </a:cubicBezTo>
                  <a:cubicBezTo>
                    <a:pt x="40" y="111"/>
                    <a:pt x="40" y="111"/>
                    <a:pt x="40" y="111"/>
                  </a:cubicBezTo>
                  <a:cubicBezTo>
                    <a:pt x="0" y="111"/>
                    <a:pt x="0" y="111"/>
                    <a:pt x="0" y="111"/>
                  </a:cubicBezTo>
                  <a:cubicBezTo>
                    <a:pt x="0" y="108"/>
                    <a:pt x="0" y="108"/>
                    <a:pt x="0" y="108"/>
                  </a:cubicBezTo>
                  <a:cubicBezTo>
                    <a:pt x="12" y="108"/>
                    <a:pt x="17" y="101"/>
                    <a:pt x="20" y="84"/>
                  </a:cubicBezTo>
                  <a:cubicBezTo>
                    <a:pt x="31" y="11"/>
                    <a:pt x="31" y="11"/>
                    <a:pt x="31" y="11"/>
                  </a:cubicBezTo>
                  <a:cubicBezTo>
                    <a:pt x="26" y="7"/>
                    <a:pt x="20" y="4"/>
                    <a:pt x="15" y="3"/>
                  </a:cubicBezTo>
                  <a:cubicBezTo>
                    <a:pt x="15" y="0"/>
                    <a:pt x="15" y="0"/>
                    <a:pt x="15" y="0"/>
                  </a:cubicBezTo>
                  <a:cubicBezTo>
                    <a:pt x="55" y="0"/>
                    <a:pt x="55" y="0"/>
                    <a:pt x="55" y="0"/>
                  </a:cubicBezTo>
                  <a:cubicBezTo>
                    <a:pt x="84" y="74"/>
                    <a:pt x="84" y="74"/>
                    <a:pt x="84" y="74"/>
                  </a:cubicBezTo>
                  <a:cubicBezTo>
                    <a:pt x="113" y="0"/>
                    <a:pt x="113" y="0"/>
                    <a:pt x="113" y="0"/>
                  </a:cubicBezTo>
                  <a:cubicBezTo>
                    <a:pt x="151" y="0"/>
                    <a:pt x="151" y="0"/>
                    <a:pt x="151" y="0"/>
                  </a:cubicBezTo>
                  <a:cubicBezTo>
                    <a:pt x="151" y="3"/>
                    <a:pt x="151" y="3"/>
                    <a:pt x="151" y="3"/>
                  </a:cubicBezTo>
                  <a:cubicBezTo>
                    <a:pt x="139" y="6"/>
                    <a:pt x="137" y="11"/>
                    <a:pt x="138" y="22"/>
                  </a:cubicBezTo>
                  <a:lnTo>
                    <a:pt x="148" y="91"/>
                  </a:lnTo>
                  <a:close/>
                </a:path>
              </a:pathLst>
            </a:custGeom>
            <a:solidFill>
              <a:srgbClr val="1A144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23" name="Freeform 62"/>
            <p:cNvSpPr>
              <a:spLocks/>
            </p:cNvSpPr>
            <p:nvPr/>
          </p:nvSpPr>
          <p:spPr bwMode="gray">
            <a:xfrm>
              <a:off x="7207251" y="3297238"/>
              <a:ext cx="360363" cy="290513"/>
            </a:xfrm>
            <a:custGeom>
              <a:avLst/>
              <a:gdLst>
                <a:gd name="T0" fmla="*/ 11 w 96"/>
                <a:gd name="T1" fmla="*/ 18 h 77"/>
                <a:gd name="T2" fmla="*/ 0 w 96"/>
                <a:gd name="T3" fmla="*/ 6 h 77"/>
                <a:gd name="T4" fmla="*/ 0 w 96"/>
                <a:gd name="T5" fmla="*/ 3 h 77"/>
                <a:gd name="T6" fmla="*/ 29 w 96"/>
                <a:gd name="T7" fmla="*/ 0 h 77"/>
                <a:gd name="T8" fmla="*/ 32 w 96"/>
                <a:gd name="T9" fmla="*/ 0 h 77"/>
                <a:gd name="T10" fmla="*/ 32 w 96"/>
                <a:gd name="T11" fmla="*/ 53 h 77"/>
                <a:gd name="T12" fmla="*/ 46 w 96"/>
                <a:gd name="T13" fmla="*/ 65 h 77"/>
                <a:gd name="T14" fmla="*/ 63 w 96"/>
                <a:gd name="T15" fmla="*/ 52 h 77"/>
                <a:gd name="T16" fmla="*/ 63 w 96"/>
                <a:gd name="T17" fmla="*/ 17 h 77"/>
                <a:gd name="T18" fmla="*/ 52 w 96"/>
                <a:gd name="T19" fmla="*/ 6 h 77"/>
                <a:gd name="T20" fmla="*/ 52 w 96"/>
                <a:gd name="T21" fmla="*/ 3 h 77"/>
                <a:gd name="T22" fmla="*/ 82 w 96"/>
                <a:gd name="T23" fmla="*/ 0 h 77"/>
                <a:gd name="T24" fmla="*/ 85 w 96"/>
                <a:gd name="T25" fmla="*/ 0 h 77"/>
                <a:gd name="T26" fmla="*/ 85 w 96"/>
                <a:gd name="T27" fmla="*/ 57 h 77"/>
                <a:gd name="T28" fmla="*/ 96 w 96"/>
                <a:gd name="T29" fmla="*/ 71 h 77"/>
                <a:gd name="T30" fmla="*/ 96 w 96"/>
                <a:gd name="T31" fmla="*/ 74 h 77"/>
                <a:gd name="T32" fmla="*/ 63 w 96"/>
                <a:gd name="T33" fmla="*/ 77 h 77"/>
                <a:gd name="T34" fmla="*/ 63 w 96"/>
                <a:gd name="T35" fmla="*/ 60 h 77"/>
                <a:gd name="T36" fmla="*/ 63 w 96"/>
                <a:gd name="T37" fmla="*/ 60 h 77"/>
                <a:gd name="T38" fmla="*/ 35 w 96"/>
                <a:gd name="T39" fmla="*/ 77 h 77"/>
                <a:gd name="T40" fmla="*/ 11 w 96"/>
                <a:gd name="T41" fmla="*/ 55 h 77"/>
                <a:gd name="T42" fmla="*/ 11 w 96"/>
                <a:gd name="T43" fmla="*/ 18 h 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96" h="77">
                  <a:moveTo>
                    <a:pt x="11" y="18"/>
                  </a:moveTo>
                  <a:cubicBezTo>
                    <a:pt x="11" y="10"/>
                    <a:pt x="8" y="7"/>
                    <a:pt x="0" y="6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29" y="0"/>
                    <a:pt x="29" y="0"/>
                    <a:pt x="29" y="0"/>
                  </a:cubicBezTo>
                  <a:cubicBezTo>
                    <a:pt x="32" y="0"/>
                    <a:pt x="32" y="0"/>
                    <a:pt x="32" y="0"/>
                  </a:cubicBezTo>
                  <a:cubicBezTo>
                    <a:pt x="32" y="53"/>
                    <a:pt x="32" y="53"/>
                    <a:pt x="32" y="53"/>
                  </a:cubicBezTo>
                  <a:cubicBezTo>
                    <a:pt x="32" y="61"/>
                    <a:pt x="38" y="65"/>
                    <a:pt x="46" y="65"/>
                  </a:cubicBezTo>
                  <a:cubicBezTo>
                    <a:pt x="53" y="65"/>
                    <a:pt x="57" y="62"/>
                    <a:pt x="63" y="52"/>
                  </a:cubicBezTo>
                  <a:cubicBezTo>
                    <a:pt x="63" y="17"/>
                    <a:pt x="63" y="17"/>
                    <a:pt x="63" y="17"/>
                  </a:cubicBezTo>
                  <a:cubicBezTo>
                    <a:pt x="63" y="11"/>
                    <a:pt x="60" y="7"/>
                    <a:pt x="52" y="6"/>
                  </a:cubicBezTo>
                  <a:cubicBezTo>
                    <a:pt x="52" y="3"/>
                    <a:pt x="52" y="3"/>
                    <a:pt x="52" y="3"/>
                  </a:cubicBezTo>
                  <a:cubicBezTo>
                    <a:pt x="82" y="0"/>
                    <a:pt x="82" y="0"/>
                    <a:pt x="82" y="0"/>
                  </a:cubicBezTo>
                  <a:cubicBezTo>
                    <a:pt x="85" y="0"/>
                    <a:pt x="85" y="0"/>
                    <a:pt x="85" y="0"/>
                  </a:cubicBezTo>
                  <a:cubicBezTo>
                    <a:pt x="85" y="57"/>
                    <a:pt x="85" y="57"/>
                    <a:pt x="85" y="57"/>
                  </a:cubicBezTo>
                  <a:cubicBezTo>
                    <a:pt x="85" y="66"/>
                    <a:pt x="87" y="69"/>
                    <a:pt x="96" y="71"/>
                  </a:cubicBezTo>
                  <a:cubicBezTo>
                    <a:pt x="96" y="74"/>
                    <a:pt x="96" y="74"/>
                    <a:pt x="96" y="74"/>
                  </a:cubicBezTo>
                  <a:cubicBezTo>
                    <a:pt x="63" y="77"/>
                    <a:pt x="63" y="77"/>
                    <a:pt x="63" y="77"/>
                  </a:cubicBezTo>
                  <a:cubicBezTo>
                    <a:pt x="63" y="60"/>
                    <a:pt x="63" y="60"/>
                    <a:pt x="63" y="60"/>
                  </a:cubicBezTo>
                  <a:cubicBezTo>
                    <a:pt x="63" y="60"/>
                    <a:pt x="63" y="60"/>
                    <a:pt x="63" y="60"/>
                  </a:cubicBezTo>
                  <a:cubicBezTo>
                    <a:pt x="55" y="72"/>
                    <a:pt x="46" y="77"/>
                    <a:pt x="35" y="77"/>
                  </a:cubicBezTo>
                  <a:cubicBezTo>
                    <a:pt x="20" y="77"/>
                    <a:pt x="11" y="69"/>
                    <a:pt x="11" y="55"/>
                  </a:cubicBezTo>
                  <a:lnTo>
                    <a:pt x="11" y="18"/>
                  </a:lnTo>
                  <a:close/>
                </a:path>
              </a:pathLst>
            </a:custGeom>
            <a:solidFill>
              <a:srgbClr val="1A144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24" name="Freeform 63"/>
            <p:cNvSpPr>
              <a:spLocks/>
            </p:cNvSpPr>
            <p:nvPr/>
          </p:nvSpPr>
          <p:spPr bwMode="gray">
            <a:xfrm>
              <a:off x="7581901" y="3201988"/>
              <a:ext cx="225425" cy="385763"/>
            </a:xfrm>
            <a:custGeom>
              <a:avLst/>
              <a:gdLst>
                <a:gd name="T0" fmla="*/ 13 w 60"/>
                <a:gd name="T1" fmla="*/ 33 h 102"/>
                <a:gd name="T2" fmla="*/ 0 w 60"/>
                <a:gd name="T3" fmla="*/ 33 h 102"/>
                <a:gd name="T4" fmla="*/ 0 w 60"/>
                <a:gd name="T5" fmla="*/ 30 h 102"/>
                <a:gd name="T6" fmla="*/ 31 w 60"/>
                <a:gd name="T7" fmla="*/ 0 h 102"/>
                <a:gd name="T8" fmla="*/ 34 w 60"/>
                <a:gd name="T9" fmla="*/ 0 h 102"/>
                <a:gd name="T10" fmla="*/ 34 w 60"/>
                <a:gd name="T11" fmla="*/ 28 h 102"/>
                <a:gd name="T12" fmla="*/ 58 w 60"/>
                <a:gd name="T13" fmla="*/ 28 h 102"/>
                <a:gd name="T14" fmla="*/ 58 w 60"/>
                <a:gd name="T15" fmla="*/ 33 h 102"/>
                <a:gd name="T16" fmla="*/ 34 w 60"/>
                <a:gd name="T17" fmla="*/ 33 h 102"/>
                <a:gd name="T18" fmla="*/ 34 w 60"/>
                <a:gd name="T19" fmla="*/ 75 h 102"/>
                <a:gd name="T20" fmla="*/ 47 w 60"/>
                <a:gd name="T21" fmla="*/ 93 h 102"/>
                <a:gd name="T22" fmla="*/ 58 w 60"/>
                <a:gd name="T23" fmla="*/ 87 h 102"/>
                <a:gd name="T24" fmla="*/ 60 w 60"/>
                <a:gd name="T25" fmla="*/ 89 h 102"/>
                <a:gd name="T26" fmla="*/ 37 w 60"/>
                <a:gd name="T27" fmla="*/ 102 h 102"/>
                <a:gd name="T28" fmla="*/ 13 w 60"/>
                <a:gd name="T29" fmla="*/ 79 h 102"/>
                <a:gd name="T30" fmla="*/ 13 w 60"/>
                <a:gd name="T31" fmla="*/ 33 h 1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60" h="102">
                  <a:moveTo>
                    <a:pt x="13" y="33"/>
                  </a:moveTo>
                  <a:cubicBezTo>
                    <a:pt x="0" y="33"/>
                    <a:pt x="0" y="33"/>
                    <a:pt x="0" y="33"/>
                  </a:cubicBezTo>
                  <a:cubicBezTo>
                    <a:pt x="0" y="30"/>
                    <a:pt x="0" y="30"/>
                    <a:pt x="0" y="30"/>
                  </a:cubicBezTo>
                  <a:cubicBezTo>
                    <a:pt x="9" y="24"/>
                    <a:pt x="21" y="13"/>
                    <a:pt x="31" y="0"/>
                  </a:cubicBezTo>
                  <a:cubicBezTo>
                    <a:pt x="34" y="0"/>
                    <a:pt x="34" y="0"/>
                    <a:pt x="34" y="0"/>
                  </a:cubicBezTo>
                  <a:cubicBezTo>
                    <a:pt x="34" y="28"/>
                    <a:pt x="34" y="28"/>
                    <a:pt x="34" y="28"/>
                  </a:cubicBezTo>
                  <a:cubicBezTo>
                    <a:pt x="58" y="28"/>
                    <a:pt x="58" y="28"/>
                    <a:pt x="58" y="28"/>
                  </a:cubicBezTo>
                  <a:cubicBezTo>
                    <a:pt x="58" y="33"/>
                    <a:pt x="58" y="33"/>
                    <a:pt x="58" y="33"/>
                  </a:cubicBezTo>
                  <a:cubicBezTo>
                    <a:pt x="34" y="33"/>
                    <a:pt x="34" y="33"/>
                    <a:pt x="34" y="33"/>
                  </a:cubicBezTo>
                  <a:cubicBezTo>
                    <a:pt x="34" y="75"/>
                    <a:pt x="34" y="75"/>
                    <a:pt x="34" y="75"/>
                  </a:cubicBezTo>
                  <a:cubicBezTo>
                    <a:pt x="34" y="86"/>
                    <a:pt x="37" y="93"/>
                    <a:pt x="47" y="93"/>
                  </a:cubicBezTo>
                  <a:cubicBezTo>
                    <a:pt x="51" y="93"/>
                    <a:pt x="54" y="91"/>
                    <a:pt x="58" y="87"/>
                  </a:cubicBezTo>
                  <a:cubicBezTo>
                    <a:pt x="60" y="89"/>
                    <a:pt x="60" y="89"/>
                    <a:pt x="60" y="89"/>
                  </a:cubicBezTo>
                  <a:cubicBezTo>
                    <a:pt x="55" y="98"/>
                    <a:pt x="48" y="102"/>
                    <a:pt x="37" y="102"/>
                  </a:cubicBezTo>
                  <a:cubicBezTo>
                    <a:pt x="24" y="102"/>
                    <a:pt x="13" y="96"/>
                    <a:pt x="13" y="79"/>
                  </a:cubicBezTo>
                  <a:lnTo>
                    <a:pt x="13" y="33"/>
                  </a:lnTo>
                  <a:close/>
                </a:path>
              </a:pathLst>
            </a:custGeom>
            <a:solidFill>
              <a:srgbClr val="1A144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25" name="Freeform 64"/>
            <p:cNvSpPr>
              <a:spLocks/>
            </p:cNvSpPr>
            <p:nvPr/>
          </p:nvSpPr>
          <p:spPr bwMode="gray">
            <a:xfrm>
              <a:off x="7807326" y="3297238"/>
              <a:ext cx="365125" cy="290513"/>
            </a:xfrm>
            <a:custGeom>
              <a:avLst/>
              <a:gdLst>
                <a:gd name="T0" fmla="*/ 12 w 97"/>
                <a:gd name="T1" fmla="*/ 18 h 77"/>
                <a:gd name="T2" fmla="*/ 0 w 97"/>
                <a:gd name="T3" fmla="*/ 6 h 77"/>
                <a:gd name="T4" fmla="*/ 0 w 97"/>
                <a:gd name="T5" fmla="*/ 3 h 77"/>
                <a:gd name="T6" fmla="*/ 30 w 97"/>
                <a:gd name="T7" fmla="*/ 0 h 77"/>
                <a:gd name="T8" fmla="*/ 33 w 97"/>
                <a:gd name="T9" fmla="*/ 0 h 77"/>
                <a:gd name="T10" fmla="*/ 33 w 97"/>
                <a:gd name="T11" fmla="*/ 53 h 77"/>
                <a:gd name="T12" fmla="*/ 46 w 97"/>
                <a:gd name="T13" fmla="*/ 65 h 77"/>
                <a:gd name="T14" fmla="*/ 64 w 97"/>
                <a:gd name="T15" fmla="*/ 52 h 77"/>
                <a:gd name="T16" fmla="*/ 64 w 97"/>
                <a:gd name="T17" fmla="*/ 17 h 77"/>
                <a:gd name="T18" fmla="*/ 53 w 97"/>
                <a:gd name="T19" fmla="*/ 6 h 77"/>
                <a:gd name="T20" fmla="*/ 53 w 97"/>
                <a:gd name="T21" fmla="*/ 3 h 77"/>
                <a:gd name="T22" fmla="*/ 82 w 97"/>
                <a:gd name="T23" fmla="*/ 0 h 77"/>
                <a:gd name="T24" fmla="*/ 86 w 97"/>
                <a:gd name="T25" fmla="*/ 0 h 77"/>
                <a:gd name="T26" fmla="*/ 86 w 97"/>
                <a:gd name="T27" fmla="*/ 57 h 77"/>
                <a:gd name="T28" fmla="*/ 97 w 97"/>
                <a:gd name="T29" fmla="*/ 71 h 77"/>
                <a:gd name="T30" fmla="*/ 97 w 97"/>
                <a:gd name="T31" fmla="*/ 74 h 77"/>
                <a:gd name="T32" fmla="*/ 64 w 97"/>
                <a:gd name="T33" fmla="*/ 77 h 77"/>
                <a:gd name="T34" fmla="*/ 64 w 97"/>
                <a:gd name="T35" fmla="*/ 60 h 77"/>
                <a:gd name="T36" fmla="*/ 64 w 97"/>
                <a:gd name="T37" fmla="*/ 60 h 77"/>
                <a:gd name="T38" fmla="*/ 35 w 97"/>
                <a:gd name="T39" fmla="*/ 77 h 77"/>
                <a:gd name="T40" fmla="*/ 12 w 97"/>
                <a:gd name="T41" fmla="*/ 55 h 77"/>
                <a:gd name="T42" fmla="*/ 12 w 97"/>
                <a:gd name="T43" fmla="*/ 18 h 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97" h="77">
                  <a:moveTo>
                    <a:pt x="12" y="18"/>
                  </a:moveTo>
                  <a:cubicBezTo>
                    <a:pt x="12" y="10"/>
                    <a:pt x="9" y="7"/>
                    <a:pt x="0" y="6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30" y="0"/>
                    <a:pt x="30" y="0"/>
                    <a:pt x="30" y="0"/>
                  </a:cubicBezTo>
                  <a:cubicBezTo>
                    <a:pt x="33" y="0"/>
                    <a:pt x="33" y="0"/>
                    <a:pt x="33" y="0"/>
                  </a:cubicBezTo>
                  <a:cubicBezTo>
                    <a:pt x="33" y="53"/>
                    <a:pt x="33" y="53"/>
                    <a:pt x="33" y="53"/>
                  </a:cubicBezTo>
                  <a:cubicBezTo>
                    <a:pt x="33" y="61"/>
                    <a:pt x="39" y="65"/>
                    <a:pt x="46" y="65"/>
                  </a:cubicBezTo>
                  <a:cubicBezTo>
                    <a:pt x="54" y="65"/>
                    <a:pt x="58" y="62"/>
                    <a:pt x="64" y="52"/>
                  </a:cubicBezTo>
                  <a:cubicBezTo>
                    <a:pt x="64" y="17"/>
                    <a:pt x="64" y="17"/>
                    <a:pt x="64" y="17"/>
                  </a:cubicBezTo>
                  <a:cubicBezTo>
                    <a:pt x="64" y="11"/>
                    <a:pt x="60" y="7"/>
                    <a:pt x="53" y="6"/>
                  </a:cubicBezTo>
                  <a:cubicBezTo>
                    <a:pt x="53" y="3"/>
                    <a:pt x="53" y="3"/>
                    <a:pt x="53" y="3"/>
                  </a:cubicBezTo>
                  <a:cubicBezTo>
                    <a:pt x="82" y="0"/>
                    <a:pt x="82" y="0"/>
                    <a:pt x="82" y="0"/>
                  </a:cubicBezTo>
                  <a:cubicBezTo>
                    <a:pt x="86" y="0"/>
                    <a:pt x="86" y="0"/>
                    <a:pt x="86" y="0"/>
                  </a:cubicBezTo>
                  <a:cubicBezTo>
                    <a:pt x="86" y="57"/>
                    <a:pt x="86" y="57"/>
                    <a:pt x="86" y="57"/>
                  </a:cubicBezTo>
                  <a:cubicBezTo>
                    <a:pt x="86" y="66"/>
                    <a:pt x="88" y="69"/>
                    <a:pt x="97" y="71"/>
                  </a:cubicBezTo>
                  <a:cubicBezTo>
                    <a:pt x="97" y="74"/>
                    <a:pt x="97" y="74"/>
                    <a:pt x="97" y="74"/>
                  </a:cubicBezTo>
                  <a:cubicBezTo>
                    <a:pt x="64" y="77"/>
                    <a:pt x="64" y="77"/>
                    <a:pt x="64" y="77"/>
                  </a:cubicBezTo>
                  <a:cubicBezTo>
                    <a:pt x="64" y="60"/>
                    <a:pt x="64" y="60"/>
                    <a:pt x="64" y="60"/>
                  </a:cubicBezTo>
                  <a:cubicBezTo>
                    <a:pt x="64" y="60"/>
                    <a:pt x="64" y="60"/>
                    <a:pt x="64" y="60"/>
                  </a:cubicBezTo>
                  <a:cubicBezTo>
                    <a:pt x="56" y="72"/>
                    <a:pt x="47" y="77"/>
                    <a:pt x="35" y="77"/>
                  </a:cubicBezTo>
                  <a:cubicBezTo>
                    <a:pt x="21" y="77"/>
                    <a:pt x="12" y="69"/>
                    <a:pt x="12" y="55"/>
                  </a:cubicBezTo>
                  <a:lnTo>
                    <a:pt x="12" y="18"/>
                  </a:lnTo>
                  <a:close/>
                </a:path>
              </a:pathLst>
            </a:custGeom>
            <a:solidFill>
              <a:srgbClr val="1A144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26" name="Freeform 65"/>
            <p:cNvSpPr>
              <a:spLocks noEditPoints="1"/>
            </p:cNvSpPr>
            <p:nvPr/>
          </p:nvSpPr>
          <p:spPr bwMode="gray">
            <a:xfrm>
              <a:off x="8183563" y="3297238"/>
              <a:ext cx="304800" cy="290513"/>
            </a:xfrm>
            <a:custGeom>
              <a:avLst/>
              <a:gdLst>
                <a:gd name="T0" fmla="*/ 46 w 81"/>
                <a:gd name="T1" fmla="*/ 62 h 77"/>
                <a:gd name="T2" fmla="*/ 33 w 81"/>
                <a:gd name="T3" fmla="*/ 69 h 77"/>
                <a:gd name="T4" fmla="*/ 23 w 81"/>
                <a:gd name="T5" fmla="*/ 56 h 77"/>
                <a:gd name="T6" fmla="*/ 46 w 81"/>
                <a:gd name="T7" fmla="*/ 35 h 77"/>
                <a:gd name="T8" fmla="*/ 46 w 81"/>
                <a:gd name="T9" fmla="*/ 62 h 77"/>
                <a:gd name="T10" fmla="*/ 68 w 81"/>
                <a:gd name="T11" fmla="*/ 27 h 77"/>
                <a:gd name="T12" fmla="*/ 36 w 81"/>
                <a:gd name="T13" fmla="*/ 0 h 77"/>
                <a:gd name="T14" fmla="*/ 4 w 81"/>
                <a:gd name="T15" fmla="*/ 24 h 77"/>
                <a:gd name="T16" fmla="*/ 7 w 81"/>
                <a:gd name="T17" fmla="*/ 24 h 77"/>
                <a:gd name="T18" fmla="*/ 28 w 81"/>
                <a:gd name="T19" fmla="*/ 12 h 77"/>
                <a:gd name="T20" fmla="*/ 46 w 81"/>
                <a:gd name="T21" fmla="*/ 31 h 77"/>
                <a:gd name="T22" fmla="*/ 0 w 81"/>
                <a:gd name="T23" fmla="*/ 58 h 77"/>
                <a:gd name="T24" fmla="*/ 22 w 81"/>
                <a:gd name="T25" fmla="*/ 77 h 77"/>
                <a:gd name="T26" fmla="*/ 44 w 81"/>
                <a:gd name="T27" fmla="*/ 69 h 77"/>
                <a:gd name="T28" fmla="*/ 46 w 81"/>
                <a:gd name="T29" fmla="*/ 67 h 77"/>
                <a:gd name="T30" fmla="*/ 63 w 81"/>
                <a:gd name="T31" fmla="*/ 77 h 77"/>
                <a:gd name="T32" fmla="*/ 81 w 81"/>
                <a:gd name="T33" fmla="*/ 63 h 77"/>
                <a:gd name="T34" fmla="*/ 78 w 81"/>
                <a:gd name="T35" fmla="*/ 63 h 77"/>
                <a:gd name="T36" fmla="*/ 72 w 81"/>
                <a:gd name="T37" fmla="*/ 70 h 77"/>
                <a:gd name="T38" fmla="*/ 68 w 81"/>
                <a:gd name="T39" fmla="*/ 60 h 77"/>
                <a:gd name="T40" fmla="*/ 68 w 81"/>
                <a:gd name="T41" fmla="*/ 27 h 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81" h="77">
                  <a:moveTo>
                    <a:pt x="46" y="62"/>
                  </a:moveTo>
                  <a:cubicBezTo>
                    <a:pt x="41" y="67"/>
                    <a:pt x="37" y="69"/>
                    <a:pt x="33" y="69"/>
                  </a:cubicBezTo>
                  <a:cubicBezTo>
                    <a:pt x="27" y="69"/>
                    <a:pt x="23" y="64"/>
                    <a:pt x="23" y="56"/>
                  </a:cubicBezTo>
                  <a:cubicBezTo>
                    <a:pt x="23" y="47"/>
                    <a:pt x="28" y="42"/>
                    <a:pt x="46" y="35"/>
                  </a:cubicBezTo>
                  <a:lnTo>
                    <a:pt x="46" y="62"/>
                  </a:lnTo>
                  <a:close/>
                  <a:moveTo>
                    <a:pt x="68" y="27"/>
                  </a:moveTo>
                  <a:cubicBezTo>
                    <a:pt x="68" y="7"/>
                    <a:pt x="52" y="0"/>
                    <a:pt x="36" y="0"/>
                  </a:cubicBezTo>
                  <a:cubicBezTo>
                    <a:pt x="19" y="0"/>
                    <a:pt x="8" y="9"/>
                    <a:pt x="4" y="24"/>
                  </a:cubicBezTo>
                  <a:cubicBezTo>
                    <a:pt x="7" y="24"/>
                    <a:pt x="7" y="24"/>
                    <a:pt x="7" y="24"/>
                  </a:cubicBezTo>
                  <a:cubicBezTo>
                    <a:pt x="12" y="16"/>
                    <a:pt x="19" y="12"/>
                    <a:pt x="28" y="12"/>
                  </a:cubicBezTo>
                  <a:cubicBezTo>
                    <a:pt x="41" y="12"/>
                    <a:pt x="46" y="18"/>
                    <a:pt x="46" y="31"/>
                  </a:cubicBezTo>
                  <a:cubicBezTo>
                    <a:pt x="29" y="37"/>
                    <a:pt x="0" y="39"/>
                    <a:pt x="0" y="58"/>
                  </a:cubicBezTo>
                  <a:cubicBezTo>
                    <a:pt x="0" y="69"/>
                    <a:pt x="10" y="77"/>
                    <a:pt x="22" y="77"/>
                  </a:cubicBezTo>
                  <a:cubicBezTo>
                    <a:pt x="31" y="77"/>
                    <a:pt x="37" y="75"/>
                    <a:pt x="44" y="69"/>
                  </a:cubicBezTo>
                  <a:cubicBezTo>
                    <a:pt x="46" y="67"/>
                    <a:pt x="46" y="67"/>
                    <a:pt x="46" y="67"/>
                  </a:cubicBezTo>
                  <a:cubicBezTo>
                    <a:pt x="50" y="74"/>
                    <a:pt x="55" y="77"/>
                    <a:pt x="63" y="77"/>
                  </a:cubicBezTo>
                  <a:cubicBezTo>
                    <a:pt x="74" y="77"/>
                    <a:pt x="80" y="72"/>
                    <a:pt x="81" y="63"/>
                  </a:cubicBezTo>
                  <a:cubicBezTo>
                    <a:pt x="78" y="63"/>
                    <a:pt x="78" y="63"/>
                    <a:pt x="78" y="63"/>
                  </a:cubicBezTo>
                  <a:cubicBezTo>
                    <a:pt x="77" y="68"/>
                    <a:pt x="75" y="70"/>
                    <a:pt x="72" y="70"/>
                  </a:cubicBezTo>
                  <a:cubicBezTo>
                    <a:pt x="69" y="70"/>
                    <a:pt x="68" y="67"/>
                    <a:pt x="68" y="60"/>
                  </a:cubicBezTo>
                  <a:lnTo>
                    <a:pt x="68" y="27"/>
                  </a:lnTo>
                  <a:close/>
                </a:path>
              </a:pathLst>
            </a:custGeom>
            <a:solidFill>
              <a:srgbClr val="1A144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27" name="Freeform 66"/>
            <p:cNvSpPr>
              <a:spLocks/>
            </p:cNvSpPr>
            <p:nvPr/>
          </p:nvSpPr>
          <p:spPr bwMode="gray">
            <a:xfrm>
              <a:off x="8491538" y="3125788"/>
              <a:ext cx="180975" cy="450850"/>
            </a:xfrm>
            <a:custGeom>
              <a:avLst/>
              <a:gdLst>
                <a:gd name="T0" fmla="*/ 14 w 48"/>
                <a:gd name="T1" fmla="*/ 20 h 119"/>
                <a:gd name="T2" fmla="*/ 0 w 48"/>
                <a:gd name="T3" fmla="*/ 6 h 119"/>
                <a:gd name="T4" fmla="*/ 0 w 48"/>
                <a:gd name="T5" fmla="*/ 3 h 119"/>
                <a:gd name="T6" fmla="*/ 32 w 48"/>
                <a:gd name="T7" fmla="*/ 0 h 119"/>
                <a:gd name="T8" fmla="*/ 35 w 48"/>
                <a:gd name="T9" fmla="*/ 0 h 119"/>
                <a:gd name="T10" fmla="*/ 35 w 48"/>
                <a:gd name="T11" fmla="*/ 102 h 119"/>
                <a:gd name="T12" fmla="*/ 48 w 48"/>
                <a:gd name="T13" fmla="*/ 116 h 119"/>
                <a:gd name="T14" fmla="*/ 48 w 48"/>
                <a:gd name="T15" fmla="*/ 119 h 119"/>
                <a:gd name="T16" fmla="*/ 0 w 48"/>
                <a:gd name="T17" fmla="*/ 119 h 119"/>
                <a:gd name="T18" fmla="*/ 0 w 48"/>
                <a:gd name="T19" fmla="*/ 116 h 119"/>
                <a:gd name="T20" fmla="*/ 14 w 48"/>
                <a:gd name="T21" fmla="*/ 102 h 119"/>
                <a:gd name="T22" fmla="*/ 14 w 48"/>
                <a:gd name="T23" fmla="*/ 20 h 1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48" h="119">
                  <a:moveTo>
                    <a:pt x="14" y="20"/>
                  </a:moveTo>
                  <a:cubicBezTo>
                    <a:pt x="14" y="10"/>
                    <a:pt x="10" y="6"/>
                    <a:pt x="0" y="6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32" y="0"/>
                    <a:pt x="32" y="0"/>
                    <a:pt x="32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35" y="102"/>
                    <a:pt x="35" y="102"/>
                    <a:pt x="35" y="102"/>
                  </a:cubicBezTo>
                  <a:cubicBezTo>
                    <a:pt x="35" y="111"/>
                    <a:pt x="37" y="114"/>
                    <a:pt x="48" y="116"/>
                  </a:cubicBezTo>
                  <a:cubicBezTo>
                    <a:pt x="48" y="119"/>
                    <a:pt x="48" y="119"/>
                    <a:pt x="48" y="119"/>
                  </a:cubicBezTo>
                  <a:cubicBezTo>
                    <a:pt x="0" y="119"/>
                    <a:pt x="0" y="119"/>
                    <a:pt x="0" y="119"/>
                  </a:cubicBezTo>
                  <a:cubicBezTo>
                    <a:pt x="0" y="116"/>
                    <a:pt x="0" y="116"/>
                    <a:pt x="0" y="116"/>
                  </a:cubicBezTo>
                  <a:cubicBezTo>
                    <a:pt x="11" y="114"/>
                    <a:pt x="14" y="111"/>
                    <a:pt x="14" y="102"/>
                  </a:cubicBezTo>
                  <a:lnTo>
                    <a:pt x="14" y="20"/>
                  </a:lnTo>
                  <a:close/>
                </a:path>
              </a:pathLst>
            </a:custGeom>
            <a:solidFill>
              <a:srgbClr val="1A144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28" name="Freeform 67"/>
            <p:cNvSpPr>
              <a:spLocks/>
            </p:cNvSpPr>
            <p:nvPr/>
          </p:nvSpPr>
          <p:spPr bwMode="gray">
            <a:xfrm>
              <a:off x="3387726" y="2736850"/>
              <a:ext cx="981075" cy="1308100"/>
            </a:xfrm>
            <a:custGeom>
              <a:avLst/>
              <a:gdLst>
                <a:gd name="T0" fmla="*/ 258 w 261"/>
                <a:gd name="T1" fmla="*/ 146 h 346"/>
                <a:gd name="T2" fmla="*/ 215 w 261"/>
                <a:gd name="T3" fmla="*/ 141 h 346"/>
                <a:gd name="T4" fmla="*/ 226 w 261"/>
                <a:gd name="T5" fmla="*/ 107 h 346"/>
                <a:gd name="T6" fmla="*/ 203 w 261"/>
                <a:gd name="T7" fmla="*/ 125 h 346"/>
                <a:gd name="T8" fmla="*/ 164 w 261"/>
                <a:gd name="T9" fmla="*/ 101 h 346"/>
                <a:gd name="T10" fmla="*/ 156 w 261"/>
                <a:gd name="T11" fmla="*/ 75 h 346"/>
                <a:gd name="T12" fmla="*/ 150 w 261"/>
                <a:gd name="T13" fmla="*/ 98 h 346"/>
                <a:gd name="T14" fmla="*/ 98 w 261"/>
                <a:gd name="T15" fmla="*/ 105 h 346"/>
                <a:gd name="T16" fmla="*/ 82 w 261"/>
                <a:gd name="T17" fmla="*/ 115 h 346"/>
                <a:gd name="T18" fmla="*/ 82 w 261"/>
                <a:gd name="T19" fmla="*/ 79 h 346"/>
                <a:gd name="T20" fmla="*/ 78 w 261"/>
                <a:gd name="T21" fmla="*/ 53 h 346"/>
                <a:gd name="T22" fmla="*/ 76 w 261"/>
                <a:gd name="T23" fmla="*/ 45 h 346"/>
                <a:gd name="T24" fmla="*/ 71 w 261"/>
                <a:gd name="T25" fmla="*/ 42 h 346"/>
                <a:gd name="T26" fmla="*/ 98 w 261"/>
                <a:gd name="T27" fmla="*/ 16 h 346"/>
                <a:gd name="T28" fmla="*/ 83 w 261"/>
                <a:gd name="T29" fmla="*/ 9 h 346"/>
                <a:gd name="T30" fmla="*/ 68 w 261"/>
                <a:gd name="T31" fmla="*/ 0 h 346"/>
                <a:gd name="T32" fmla="*/ 40 w 261"/>
                <a:gd name="T33" fmla="*/ 3 h 346"/>
                <a:gd name="T34" fmla="*/ 19 w 261"/>
                <a:gd name="T35" fmla="*/ 40 h 346"/>
                <a:gd name="T36" fmla="*/ 6 w 261"/>
                <a:gd name="T37" fmla="*/ 45 h 346"/>
                <a:gd name="T38" fmla="*/ 1 w 261"/>
                <a:gd name="T39" fmla="*/ 69 h 346"/>
                <a:gd name="T40" fmla="*/ 13 w 261"/>
                <a:gd name="T41" fmla="*/ 99 h 346"/>
                <a:gd name="T42" fmla="*/ 16 w 261"/>
                <a:gd name="T43" fmla="*/ 108 h 346"/>
                <a:gd name="T44" fmla="*/ 24 w 261"/>
                <a:gd name="T45" fmla="*/ 124 h 346"/>
                <a:gd name="T46" fmla="*/ 28 w 261"/>
                <a:gd name="T47" fmla="*/ 137 h 346"/>
                <a:gd name="T48" fmla="*/ 34 w 261"/>
                <a:gd name="T49" fmla="*/ 146 h 346"/>
                <a:gd name="T50" fmla="*/ 47 w 261"/>
                <a:gd name="T51" fmla="*/ 148 h 346"/>
                <a:gd name="T52" fmla="*/ 37 w 261"/>
                <a:gd name="T53" fmla="*/ 229 h 346"/>
                <a:gd name="T54" fmla="*/ 73 w 261"/>
                <a:gd name="T55" fmla="*/ 333 h 346"/>
                <a:gd name="T56" fmla="*/ 96 w 261"/>
                <a:gd name="T57" fmla="*/ 311 h 346"/>
                <a:gd name="T58" fmla="*/ 121 w 261"/>
                <a:gd name="T59" fmla="*/ 288 h 346"/>
                <a:gd name="T60" fmla="*/ 123 w 261"/>
                <a:gd name="T61" fmla="*/ 296 h 346"/>
                <a:gd name="T62" fmla="*/ 94 w 261"/>
                <a:gd name="T63" fmla="*/ 346 h 346"/>
                <a:gd name="T64" fmla="*/ 235 w 261"/>
                <a:gd name="T65" fmla="*/ 259 h 346"/>
                <a:gd name="T66" fmla="*/ 231 w 261"/>
                <a:gd name="T67" fmla="*/ 181 h 346"/>
                <a:gd name="T68" fmla="*/ 261 w 261"/>
                <a:gd name="T69" fmla="*/ 146 h 3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261" h="346">
                  <a:moveTo>
                    <a:pt x="261" y="146"/>
                  </a:moveTo>
                  <a:cubicBezTo>
                    <a:pt x="260" y="145"/>
                    <a:pt x="258" y="146"/>
                    <a:pt x="258" y="146"/>
                  </a:cubicBezTo>
                  <a:cubicBezTo>
                    <a:pt x="224" y="158"/>
                    <a:pt x="224" y="158"/>
                    <a:pt x="224" y="158"/>
                  </a:cubicBezTo>
                  <a:cubicBezTo>
                    <a:pt x="222" y="152"/>
                    <a:pt x="219" y="146"/>
                    <a:pt x="215" y="141"/>
                  </a:cubicBezTo>
                  <a:cubicBezTo>
                    <a:pt x="226" y="111"/>
                    <a:pt x="226" y="111"/>
                    <a:pt x="226" y="111"/>
                  </a:cubicBezTo>
                  <a:cubicBezTo>
                    <a:pt x="226" y="111"/>
                    <a:pt x="227" y="108"/>
                    <a:pt x="226" y="107"/>
                  </a:cubicBezTo>
                  <a:cubicBezTo>
                    <a:pt x="225" y="107"/>
                    <a:pt x="223" y="109"/>
                    <a:pt x="223" y="109"/>
                  </a:cubicBezTo>
                  <a:cubicBezTo>
                    <a:pt x="203" y="125"/>
                    <a:pt x="203" y="125"/>
                    <a:pt x="203" y="125"/>
                  </a:cubicBezTo>
                  <a:cubicBezTo>
                    <a:pt x="196" y="117"/>
                    <a:pt x="187" y="110"/>
                    <a:pt x="176" y="105"/>
                  </a:cubicBezTo>
                  <a:cubicBezTo>
                    <a:pt x="173" y="104"/>
                    <a:pt x="169" y="102"/>
                    <a:pt x="164" y="101"/>
                  </a:cubicBezTo>
                  <a:cubicBezTo>
                    <a:pt x="158" y="78"/>
                    <a:pt x="158" y="78"/>
                    <a:pt x="158" y="78"/>
                  </a:cubicBezTo>
                  <a:cubicBezTo>
                    <a:pt x="158" y="78"/>
                    <a:pt x="158" y="75"/>
                    <a:pt x="156" y="75"/>
                  </a:cubicBezTo>
                  <a:cubicBezTo>
                    <a:pt x="155" y="75"/>
                    <a:pt x="154" y="77"/>
                    <a:pt x="154" y="77"/>
                  </a:cubicBezTo>
                  <a:cubicBezTo>
                    <a:pt x="150" y="98"/>
                    <a:pt x="150" y="98"/>
                    <a:pt x="150" y="98"/>
                  </a:cubicBezTo>
                  <a:cubicBezTo>
                    <a:pt x="146" y="98"/>
                    <a:pt x="142" y="97"/>
                    <a:pt x="137" y="97"/>
                  </a:cubicBezTo>
                  <a:cubicBezTo>
                    <a:pt x="122" y="97"/>
                    <a:pt x="109" y="100"/>
                    <a:pt x="98" y="105"/>
                  </a:cubicBezTo>
                  <a:cubicBezTo>
                    <a:pt x="93" y="107"/>
                    <a:pt x="89" y="110"/>
                    <a:pt x="84" y="113"/>
                  </a:cubicBezTo>
                  <a:cubicBezTo>
                    <a:pt x="84" y="113"/>
                    <a:pt x="83" y="114"/>
                    <a:pt x="82" y="115"/>
                  </a:cubicBezTo>
                  <a:cubicBezTo>
                    <a:pt x="78" y="104"/>
                    <a:pt x="75" y="96"/>
                    <a:pt x="74" y="93"/>
                  </a:cubicBezTo>
                  <a:cubicBezTo>
                    <a:pt x="77" y="91"/>
                    <a:pt x="81" y="84"/>
                    <a:pt x="82" y="79"/>
                  </a:cubicBezTo>
                  <a:cubicBezTo>
                    <a:pt x="84" y="72"/>
                    <a:pt x="84" y="68"/>
                    <a:pt x="82" y="63"/>
                  </a:cubicBezTo>
                  <a:cubicBezTo>
                    <a:pt x="81" y="59"/>
                    <a:pt x="78" y="55"/>
                    <a:pt x="78" y="53"/>
                  </a:cubicBezTo>
                  <a:cubicBezTo>
                    <a:pt x="79" y="51"/>
                    <a:pt x="79" y="50"/>
                    <a:pt x="80" y="49"/>
                  </a:cubicBezTo>
                  <a:cubicBezTo>
                    <a:pt x="80" y="46"/>
                    <a:pt x="78" y="45"/>
                    <a:pt x="76" y="45"/>
                  </a:cubicBezTo>
                  <a:cubicBezTo>
                    <a:pt x="74" y="45"/>
                    <a:pt x="73" y="45"/>
                    <a:pt x="71" y="45"/>
                  </a:cubicBezTo>
                  <a:cubicBezTo>
                    <a:pt x="71" y="45"/>
                    <a:pt x="70" y="45"/>
                    <a:pt x="71" y="42"/>
                  </a:cubicBezTo>
                  <a:cubicBezTo>
                    <a:pt x="72" y="38"/>
                    <a:pt x="79" y="36"/>
                    <a:pt x="86" y="34"/>
                  </a:cubicBezTo>
                  <a:cubicBezTo>
                    <a:pt x="94" y="31"/>
                    <a:pt x="98" y="25"/>
                    <a:pt x="98" y="16"/>
                  </a:cubicBezTo>
                  <a:cubicBezTo>
                    <a:pt x="99" y="9"/>
                    <a:pt x="95" y="4"/>
                    <a:pt x="90" y="2"/>
                  </a:cubicBezTo>
                  <a:cubicBezTo>
                    <a:pt x="89" y="4"/>
                    <a:pt x="85" y="8"/>
                    <a:pt x="83" y="9"/>
                  </a:cubicBezTo>
                  <a:cubicBezTo>
                    <a:pt x="80" y="11"/>
                    <a:pt x="76" y="11"/>
                    <a:pt x="74" y="11"/>
                  </a:cubicBezTo>
                  <a:cubicBezTo>
                    <a:pt x="74" y="6"/>
                    <a:pt x="72" y="2"/>
                    <a:pt x="68" y="0"/>
                  </a:cubicBezTo>
                  <a:cubicBezTo>
                    <a:pt x="67" y="2"/>
                    <a:pt x="63" y="5"/>
                    <a:pt x="56" y="5"/>
                  </a:cubicBezTo>
                  <a:cubicBezTo>
                    <a:pt x="50" y="5"/>
                    <a:pt x="49" y="3"/>
                    <a:pt x="40" y="3"/>
                  </a:cubicBezTo>
                  <a:cubicBezTo>
                    <a:pt x="27" y="3"/>
                    <a:pt x="16" y="11"/>
                    <a:pt x="15" y="23"/>
                  </a:cubicBezTo>
                  <a:cubicBezTo>
                    <a:pt x="14" y="30"/>
                    <a:pt x="17" y="36"/>
                    <a:pt x="19" y="40"/>
                  </a:cubicBezTo>
                  <a:cubicBezTo>
                    <a:pt x="17" y="41"/>
                    <a:pt x="14" y="45"/>
                    <a:pt x="13" y="46"/>
                  </a:cubicBezTo>
                  <a:cubicBezTo>
                    <a:pt x="12" y="45"/>
                    <a:pt x="9" y="43"/>
                    <a:pt x="6" y="45"/>
                  </a:cubicBezTo>
                  <a:cubicBezTo>
                    <a:pt x="7" y="47"/>
                    <a:pt x="7" y="49"/>
                    <a:pt x="7" y="51"/>
                  </a:cubicBezTo>
                  <a:cubicBezTo>
                    <a:pt x="6" y="53"/>
                    <a:pt x="1" y="62"/>
                    <a:pt x="1" y="69"/>
                  </a:cubicBezTo>
                  <a:cubicBezTo>
                    <a:pt x="0" y="82"/>
                    <a:pt x="7" y="91"/>
                    <a:pt x="13" y="93"/>
                  </a:cubicBezTo>
                  <a:cubicBezTo>
                    <a:pt x="12" y="95"/>
                    <a:pt x="12" y="97"/>
                    <a:pt x="13" y="99"/>
                  </a:cubicBezTo>
                  <a:cubicBezTo>
                    <a:pt x="13" y="100"/>
                    <a:pt x="14" y="101"/>
                    <a:pt x="17" y="101"/>
                  </a:cubicBezTo>
                  <a:cubicBezTo>
                    <a:pt x="16" y="103"/>
                    <a:pt x="15" y="105"/>
                    <a:pt x="16" y="108"/>
                  </a:cubicBezTo>
                  <a:cubicBezTo>
                    <a:pt x="17" y="111"/>
                    <a:pt x="20" y="115"/>
                    <a:pt x="23" y="115"/>
                  </a:cubicBezTo>
                  <a:cubicBezTo>
                    <a:pt x="23" y="117"/>
                    <a:pt x="24" y="122"/>
                    <a:pt x="24" y="124"/>
                  </a:cubicBezTo>
                  <a:cubicBezTo>
                    <a:pt x="23" y="126"/>
                    <a:pt x="22" y="128"/>
                    <a:pt x="23" y="131"/>
                  </a:cubicBezTo>
                  <a:cubicBezTo>
                    <a:pt x="23" y="134"/>
                    <a:pt x="25" y="137"/>
                    <a:pt x="28" y="137"/>
                  </a:cubicBezTo>
                  <a:cubicBezTo>
                    <a:pt x="28" y="139"/>
                    <a:pt x="29" y="141"/>
                    <a:pt x="30" y="142"/>
                  </a:cubicBezTo>
                  <a:cubicBezTo>
                    <a:pt x="31" y="143"/>
                    <a:pt x="32" y="144"/>
                    <a:pt x="34" y="146"/>
                  </a:cubicBezTo>
                  <a:cubicBezTo>
                    <a:pt x="36" y="147"/>
                    <a:pt x="38" y="148"/>
                    <a:pt x="41" y="148"/>
                  </a:cubicBezTo>
                  <a:cubicBezTo>
                    <a:pt x="43" y="148"/>
                    <a:pt x="46" y="148"/>
                    <a:pt x="47" y="148"/>
                  </a:cubicBezTo>
                  <a:cubicBezTo>
                    <a:pt x="47" y="149"/>
                    <a:pt x="47" y="156"/>
                    <a:pt x="48" y="164"/>
                  </a:cubicBezTo>
                  <a:cubicBezTo>
                    <a:pt x="41" y="183"/>
                    <a:pt x="37" y="205"/>
                    <a:pt x="37" y="229"/>
                  </a:cubicBezTo>
                  <a:cubicBezTo>
                    <a:pt x="37" y="229"/>
                    <a:pt x="37" y="229"/>
                    <a:pt x="37" y="229"/>
                  </a:cubicBezTo>
                  <a:cubicBezTo>
                    <a:pt x="37" y="271"/>
                    <a:pt x="50" y="309"/>
                    <a:pt x="73" y="333"/>
                  </a:cubicBezTo>
                  <a:cubicBezTo>
                    <a:pt x="73" y="333"/>
                    <a:pt x="74" y="335"/>
                    <a:pt x="78" y="338"/>
                  </a:cubicBezTo>
                  <a:cubicBezTo>
                    <a:pt x="78" y="338"/>
                    <a:pt x="85" y="325"/>
                    <a:pt x="96" y="311"/>
                  </a:cubicBezTo>
                  <a:cubicBezTo>
                    <a:pt x="99" y="308"/>
                    <a:pt x="102" y="304"/>
                    <a:pt x="105" y="301"/>
                  </a:cubicBezTo>
                  <a:cubicBezTo>
                    <a:pt x="111" y="296"/>
                    <a:pt x="116" y="292"/>
                    <a:pt x="121" y="288"/>
                  </a:cubicBezTo>
                  <a:cubicBezTo>
                    <a:pt x="135" y="278"/>
                    <a:pt x="152" y="271"/>
                    <a:pt x="167" y="268"/>
                  </a:cubicBezTo>
                  <a:cubicBezTo>
                    <a:pt x="150" y="277"/>
                    <a:pt x="140" y="282"/>
                    <a:pt x="123" y="296"/>
                  </a:cubicBezTo>
                  <a:cubicBezTo>
                    <a:pt x="113" y="305"/>
                    <a:pt x="96" y="320"/>
                    <a:pt x="85" y="342"/>
                  </a:cubicBezTo>
                  <a:cubicBezTo>
                    <a:pt x="87" y="344"/>
                    <a:pt x="91" y="346"/>
                    <a:pt x="94" y="346"/>
                  </a:cubicBezTo>
                  <a:cubicBezTo>
                    <a:pt x="97" y="343"/>
                    <a:pt x="109" y="321"/>
                    <a:pt x="128" y="303"/>
                  </a:cubicBezTo>
                  <a:cubicBezTo>
                    <a:pt x="166" y="267"/>
                    <a:pt x="211" y="259"/>
                    <a:pt x="235" y="259"/>
                  </a:cubicBezTo>
                  <a:cubicBezTo>
                    <a:pt x="236" y="249"/>
                    <a:pt x="237" y="239"/>
                    <a:pt x="237" y="229"/>
                  </a:cubicBezTo>
                  <a:cubicBezTo>
                    <a:pt x="237" y="212"/>
                    <a:pt x="235" y="195"/>
                    <a:pt x="231" y="181"/>
                  </a:cubicBezTo>
                  <a:cubicBezTo>
                    <a:pt x="259" y="149"/>
                    <a:pt x="259" y="149"/>
                    <a:pt x="259" y="149"/>
                  </a:cubicBezTo>
                  <a:cubicBezTo>
                    <a:pt x="259" y="149"/>
                    <a:pt x="261" y="147"/>
                    <a:pt x="261" y="146"/>
                  </a:cubicBezTo>
                </a:path>
              </a:pathLst>
            </a:custGeom>
            <a:solidFill>
              <a:srgbClr val="1A144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29" name="Freeform 68"/>
            <p:cNvSpPr>
              <a:spLocks/>
            </p:cNvSpPr>
            <p:nvPr/>
          </p:nvSpPr>
          <p:spPr bwMode="gray">
            <a:xfrm>
              <a:off x="3505201" y="3119438"/>
              <a:ext cx="82550" cy="117475"/>
            </a:xfrm>
            <a:custGeom>
              <a:avLst/>
              <a:gdLst>
                <a:gd name="T0" fmla="*/ 20 w 22"/>
                <a:gd name="T1" fmla="*/ 31 h 31"/>
                <a:gd name="T2" fmla="*/ 11 w 22"/>
                <a:gd name="T3" fmla="*/ 28 h 31"/>
                <a:gd name="T4" fmla="*/ 1 w 22"/>
                <a:gd name="T5" fmla="*/ 31 h 31"/>
                <a:gd name="T6" fmla="*/ 0 w 22"/>
                <a:gd name="T7" fmla="*/ 26 h 31"/>
                <a:gd name="T8" fmla="*/ 2 w 22"/>
                <a:gd name="T9" fmla="*/ 24 h 31"/>
                <a:gd name="T10" fmla="*/ 1 w 22"/>
                <a:gd name="T11" fmla="*/ 6 h 31"/>
                <a:gd name="T12" fmla="*/ 8 w 22"/>
                <a:gd name="T13" fmla="*/ 2 h 31"/>
                <a:gd name="T14" fmla="*/ 10 w 22"/>
                <a:gd name="T15" fmla="*/ 0 h 31"/>
                <a:gd name="T16" fmla="*/ 17 w 22"/>
                <a:gd name="T17" fmla="*/ 7 h 31"/>
                <a:gd name="T18" fmla="*/ 19 w 22"/>
                <a:gd name="T19" fmla="*/ 15 h 31"/>
                <a:gd name="T20" fmla="*/ 19 w 22"/>
                <a:gd name="T21" fmla="*/ 25 h 31"/>
                <a:gd name="T22" fmla="*/ 21 w 22"/>
                <a:gd name="T23" fmla="*/ 28 h 31"/>
                <a:gd name="T24" fmla="*/ 20 w 22"/>
                <a:gd name="T25" fmla="*/ 31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2" h="31">
                  <a:moveTo>
                    <a:pt x="20" y="31"/>
                  </a:moveTo>
                  <a:cubicBezTo>
                    <a:pt x="19" y="30"/>
                    <a:pt x="14" y="28"/>
                    <a:pt x="11" y="28"/>
                  </a:cubicBezTo>
                  <a:cubicBezTo>
                    <a:pt x="7" y="28"/>
                    <a:pt x="4" y="29"/>
                    <a:pt x="1" y="31"/>
                  </a:cubicBezTo>
                  <a:cubicBezTo>
                    <a:pt x="0" y="30"/>
                    <a:pt x="0" y="28"/>
                    <a:pt x="0" y="26"/>
                  </a:cubicBezTo>
                  <a:cubicBezTo>
                    <a:pt x="1" y="25"/>
                    <a:pt x="2" y="24"/>
                    <a:pt x="2" y="24"/>
                  </a:cubicBezTo>
                  <a:cubicBezTo>
                    <a:pt x="1" y="6"/>
                    <a:pt x="1" y="6"/>
                    <a:pt x="1" y="6"/>
                  </a:cubicBezTo>
                  <a:cubicBezTo>
                    <a:pt x="1" y="6"/>
                    <a:pt x="6" y="3"/>
                    <a:pt x="8" y="2"/>
                  </a:cubicBezTo>
                  <a:cubicBezTo>
                    <a:pt x="9" y="2"/>
                    <a:pt x="10" y="1"/>
                    <a:pt x="10" y="0"/>
                  </a:cubicBezTo>
                  <a:cubicBezTo>
                    <a:pt x="12" y="1"/>
                    <a:pt x="15" y="4"/>
                    <a:pt x="17" y="7"/>
                  </a:cubicBezTo>
                  <a:cubicBezTo>
                    <a:pt x="18" y="9"/>
                    <a:pt x="19" y="12"/>
                    <a:pt x="19" y="15"/>
                  </a:cubicBezTo>
                  <a:cubicBezTo>
                    <a:pt x="20" y="18"/>
                    <a:pt x="20" y="21"/>
                    <a:pt x="19" y="25"/>
                  </a:cubicBezTo>
                  <a:cubicBezTo>
                    <a:pt x="20" y="25"/>
                    <a:pt x="21" y="26"/>
                    <a:pt x="21" y="28"/>
                  </a:cubicBezTo>
                  <a:cubicBezTo>
                    <a:pt x="22" y="29"/>
                    <a:pt x="21" y="30"/>
                    <a:pt x="20" y="31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30" name="Freeform 69"/>
            <p:cNvSpPr>
              <a:spLocks/>
            </p:cNvSpPr>
            <p:nvPr/>
          </p:nvSpPr>
          <p:spPr bwMode="gray">
            <a:xfrm>
              <a:off x="4165601" y="3319463"/>
              <a:ext cx="161925" cy="128588"/>
            </a:xfrm>
            <a:custGeom>
              <a:avLst/>
              <a:gdLst>
                <a:gd name="T0" fmla="*/ 7 w 43"/>
                <a:gd name="T1" fmla="*/ 34 h 34"/>
                <a:gd name="T2" fmla="*/ 0 w 43"/>
                <a:gd name="T3" fmla="*/ 19 h 34"/>
                <a:gd name="T4" fmla="*/ 43 w 43"/>
                <a:gd name="T5" fmla="*/ 0 h 34"/>
                <a:gd name="T6" fmla="*/ 7 w 43"/>
                <a:gd name="T7" fmla="*/ 34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3" h="34">
                  <a:moveTo>
                    <a:pt x="7" y="34"/>
                  </a:moveTo>
                  <a:cubicBezTo>
                    <a:pt x="7" y="30"/>
                    <a:pt x="3" y="21"/>
                    <a:pt x="0" y="19"/>
                  </a:cubicBezTo>
                  <a:cubicBezTo>
                    <a:pt x="43" y="0"/>
                    <a:pt x="43" y="0"/>
                    <a:pt x="43" y="0"/>
                  </a:cubicBezTo>
                  <a:lnTo>
                    <a:pt x="7" y="3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32" name="Freeform 70"/>
            <p:cNvSpPr>
              <a:spLocks/>
            </p:cNvSpPr>
            <p:nvPr/>
          </p:nvSpPr>
          <p:spPr bwMode="gray">
            <a:xfrm>
              <a:off x="3756026" y="3179763"/>
              <a:ext cx="136525" cy="166688"/>
            </a:xfrm>
            <a:custGeom>
              <a:avLst/>
              <a:gdLst>
                <a:gd name="T0" fmla="*/ 0 w 36"/>
                <a:gd name="T1" fmla="*/ 0 h 44"/>
                <a:gd name="T2" fmla="*/ 36 w 36"/>
                <a:gd name="T3" fmla="*/ 33 h 44"/>
                <a:gd name="T4" fmla="*/ 26 w 36"/>
                <a:gd name="T5" fmla="*/ 44 h 44"/>
                <a:gd name="T6" fmla="*/ 0 w 36"/>
                <a:gd name="T7" fmla="*/ 0 h 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44">
                  <a:moveTo>
                    <a:pt x="0" y="0"/>
                  </a:moveTo>
                  <a:cubicBezTo>
                    <a:pt x="36" y="33"/>
                    <a:pt x="36" y="33"/>
                    <a:pt x="36" y="33"/>
                  </a:cubicBezTo>
                  <a:cubicBezTo>
                    <a:pt x="32" y="35"/>
                    <a:pt x="27" y="40"/>
                    <a:pt x="26" y="44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33" name="Freeform 71"/>
            <p:cNvSpPr>
              <a:spLocks/>
            </p:cNvSpPr>
            <p:nvPr/>
          </p:nvSpPr>
          <p:spPr bwMode="gray">
            <a:xfrm>
              <a:off x="3783013" y="3398838"/>
              <a:ext cx="52388" cy="68263"/>
            </a:xfrm>
            <a:custGeom>
              <a:avLst/>
              <a:gdLst>
                <a:gd name="T0" fmla="*/ 14 w 14"/>
                <a:gd name="T1" fmla="*/ 7 h 18"/>
                <a:gd name="T2" fmla="*/ 12 w 14"/>
                <a:gd name="T3" fmla="*/ 12 h 18"/>
                <a:gd name="T4" fmla="*/ 12 w 14"/>
                <a:gd name="T5" fmla="*/ 18 h 18"/>
                <a:gd name="T6" fmla="*/ 1 w 14"/>
                <a:gd name="T7" fmla="*/ 10 h 18"/>
                <a:gd name="T8" fmla="*/ 0 w 14"/>
                <a:gd name="T9" fmla="*/ 1 h 18"/>
                <a:gd name="T10" fmla="*/ 0 w 14"/>
                <a:gd name="T11" fmla="*/ 0 h 18"/>
                <a:gd name="T12" fmla="*/ 14 w 14"/>
                <a:gd name="T13" fmla="*/ 7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4" h="18">
                  <a:moveTo>
                    <a:pt x="14" y="7"/>
                  </a:moveTo>
                  <a:cubicBezTo>
                    <a:pt x="13" y="9"/>
                    <a:pt x="12" y="10"/>
                    <a:pt x="12" y="12"/>
                  </a:cubicBezTo>
                  <a:cubicBezTo>
                    <a:pt x="11" y="15"/>
                    <a:pt x="12" y="16"/>
                    <a:pt x="12" y="18"/>
                  </a:cubicBezTo>
                  <a:cubicBezTo>
                    <a:pt x="1" y="10"/>
                    <a:pt x="1" y="10"/>
                    <a:pt x="1" y="10"/>
                  </a:cubicBezTo>
                  <a:cubicBezTo>
                    <a:pt x="1" y="8"/>
                    <a:pt x="0" y="3"/>
                    <a:pt x="0" y="1"/>
                  </a:cubicBezTo>
                  <a:cubicBezTo>
                    <a:pt x="0" y="1"/>
                    <a:pt x="0" y="1"/>
                    <a:pt x="0" y="0"/>
                  </a:cubicBezTo>
                  <a:lnTo>
                    <a:pt x="14" y="7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34" name="Freeform 72"/>
            <p:cNvSpPr>
              <a:spLocks/>
            </p:cNvSpPr>
            <p:nvPr/>
          </p:nvSpPr>
          <p:spPr bwMode="gray">
            <a:xfrm>
              <a:off x="3535363" y="3035300"/>
              <a:ext cx="247650" cy="601663"/>
            </a:xfrm>
            <a:custGeom>
              <a:avLst/>
              <a:gdLst>
                <a:gd name="T0" fmla="*/ 19 w 66"/>
                <a:gd name="T1" fmla="*/ 106 h 159"/>
                <a:gd name="T2" fmla="*/ 15 w 66"/>
                <a:gd name="T3" fmla="*/ 36 h 159"/>
                <a:gd name="T4" fmla="*/ 19 w 66"/>
                <a:gd name="T5" fmla="*/ 34 h 159"/>
                <a:gd name="T6" fmla="*/ 19 w 66"/>
                <a:gd name="T7" fmla="*/ 33 h 159"/>
                <a:gd name="T8" fmla="*/ 12 w 66"/>
                <a:gd name="T9" fmla="*/ 30 h 159"/>
                <a:gd name="T10" fmla="*/ 11 w 66"/>
                <a:gd name="T11" fmla="*/ 10 h 159"/>
                <a:gd name="T12" fmla="*/ 3 w 66"/>
                <a:gd name="T13" fmla="*/ 7 h 159"/>
                <a:gd name="T14" fmla="*/ 2 w 66"/>
                <a:gd name="T15" fmla="*/ 0 h 159"/>
                <a:gd name="T16" fmla="*/ 13 w 66"/>
                <a:gd name="T17" fmla="*/ 3 h 159"/>
                <a:gd name="T18" fmla="*/ 17 w 66"/>
                <a:gd name="T19" fmla="*/ 5 h 159"/>
                <a:gd name="T20" fmla="*/ 22 w 66"/>
                <a:gd name="T21" fmla="*/ 7 h 159"/>
                <a:gd name="T22" fmla="*/ 23 w 66"/>
                <a:gd name="T23" fmla="*/ 11 h 159"/>
                <a:gd name="T24" fmla="*/ 57 w 66"/>
                <a:gd name="T25" fmla="*/ 98 h 159"/>
                <a:gd name="T26" fmla="*/ 60 w 66"/>
                <a:gd name="T27" fmla="*/ 114 h 159"/>
                <a:gd name="T28" fmla="*/ 66 w 66"/>
                <a:gd name="T29" fmla="*/ 128 h 159"/>
                <a:gd name="T30" fmla="*/ 48 w 66"/>
                <a:gd name="T31" fmla="*/ 136 h 159"/>
                <a:gd name="T32" fmla="*/ 36 w 66"/>
                <a:gd name="T33" fmla="*/ 159 h 159"/>
                <a:gd name="T34" fmla="*/ 19 w 66"/>
                <a:gd name="T35" fmla="*/ 106 h 1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66" h="159">
                  <a:moveTo>
                    <a:pt x="19" y="106"/>
                  </a:moveTo>
                  <a:cubicBezTo>
                    <a:pt x="19" y="105"/>
                    <a:pt x="15" y="39"/>
                    <a:pt x="15" y="36"/>
                  </a:cubicBezTo>
                  <a:cubicBezTo>
                    <a:pt x="19" y="34"/>
                    <a:pt x="19" y="34"/>
                    <a:pt x="19" y="34"/>
                  </a:cubicBezTo>
                  <a:cubicBezTo>
                    <a:pt x="19" y="33"/>
                    <a:pt x="19" y="33"/>
                    <a:pt x="19" y="33"/>
                  </a:cubicBezTo>
                  <a:cubicBezTo>
                    <a:pt x="16" y="33"/>
                    <a:pt x="13" y="32"/>
                    <a:pt x="12" y="30"/>
                  </a:cubicBezTo>
                  <a:cubicBezTo>
                    <a:pt x="11" y="10"/>
                    <a:pt x="11" y="10"/>
                    <a:pt x="11" y="10"/>
                  </a:cubicBezTo>
                  <a:cubicBezTo>
                    <a:pt x="8" y="10"/>
                    <a:pt x="4" y="9"/>
                    <a:pt x="3" y="7"/>
                  </a:cubicBezTo>
                  <a:cubicBezTo>
                    <a:pt x="1" y="6"/>
                    <a:pt x="0" y="4"/>
                    <a:pt x="2" y="0"/>
                  </a:cubicBezTo>
                  <a:cubicBezTo>
                    <a:pt x="3" y="1"/>
                    <a:pt x="9" y="3"/>
                    <a:pt x="13" y="3"/>
                  </a:cubicBezTo>
                  <a:cubicBezTo>
                    <a:pt x="14" y="3"/>
                    <a:pt x="16" y="5"/>
                    <a:pt x="17" y="5"/>
                  </a:cubicBezTo>
                  <a:cubicBezTo>
                    <a:pt x="18" y="6"/>
                    <a:pt x="21" y="7"/>
                    <a:pt x="22" y="7"/>
                  </a:cubicBezTo>
                  <a:cubicBezTo>
                    <a:pt x="23" y="8"/>
                    <a:pt x="23" y="10"/>
                    <a:pt x="23" y="11"/>
                  </a:cubicBezTo>
                  <a:cubicBezTo>
                    <a:pt x="24" y="12"/>
                    <a:pt x="57" y="97"/>
                    <a:pt x="57" y="98"/>
                  </a:cubicBezTo>
                  <a:cubicBezTo>
                    <a:pt x="58" y="99"/>
                    <a:pt x="60" y="113"/>
                    <a:pt x="60" y="114"/>
                  </a:cubicBezTo>
                  <a:cubicBezTo>
                    <a:pt x="60" y="115"/>
                    <a:pt x="65" y="127"/>
                    <a:pt x="66" y="128"/>
                  </a:cubicBezTo>
                  <a:cubicBezTo>
                    <a:pt x="61" y="128"/>
                    <a:pt x="54" y="130"/>
                    <a:pt x="48" y="136"/>
                  </a:cubicBezTo>
                  <a:cubicBezTo>
                    <a:pt x="43" y="141"/>
                    <a:pt x="38" y="154"/>
                    <a:pt x="36" y="159"/>
                  </a:cubicBezTo>
                  <a:cubicBezTo>
                    <a:pt x="36" y="156"/>
                    <a:pt x="20" y="107"/>
                    <a:pt x="19" y="106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35" name="Freeform 73"/>
            <p:cNvSpPr>
              <a:spLocks/>
            </p:cNvSpPr>
            <p:nvPr/>
          </p:nvSpPr>
          <p:spPr bwMode="gray">
            <a:xfrm>
              <a:off x="3673476" y="3535363"/>
              <a:ext cx="206375" cy="407988"/>
            </a:xfrm>
            <a:custGeom>
              <a:avLst/>
              <a:gdLst>
                <a:gd name="T0" fmla="*/ 24 w 55"/>
                <a:gd name="T1" fmla="*/ 55 h 108"/>
                <a:gd name="T2" fmla="*/ 14 w 55"/>
                <a:gd name="T3" fmla="*/ 88 h 108"/>
                <a:gd name="T4" fmla="*/ 0 w 55"/>
                <a:gd name="T5" fmla="*/ 108 h 108"/>
                <a:gd name="T6" fmla="*/ 5 w 55"/>
                <a:gd name="T7" fmla="*/ 73 h 108"/>
                <a:gd name="T8" fmla="*/ 5 w 55"/>
                <a:gd name="T9" fmla="*/ 36 h 108"/>
                <a:gd name="T10" fmla="*/ 19 w 55"/>
                <a:gd name="T11" fmla="*/ 9 h 108"/>
                <a:gd name="T12" fmla="*/ 44 w 55"/>
                <a:gd name="T13" fmla="*/ 3 h 108"/>
                <a:gd name="T14" fmla="*/ 55 w 55"/>
                <a:gd name="T15" fmla="*/ 22 h 108"/>
                <a:gd name="T16" fmla="*/ 37 w 55"/>
                <a:gd name="T17" fmla="*/ 26 h 108"/>
                <a:gd name="T18" fmla="*/ 24 w 55"/>
                <a:gd name="T19" fmla="*/ 55 h 1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55" h="108">
                  <a:moveTo>
                    <a:pt x="24" y="55"/>
                  </a:moveTo>
                  <a:cubicBezTo>
                    <a:pt x="22" y="68"/>
                    <a:pt x="19" y="80"/>
                    <a:pt x="14" y="88"/>
                  </a:cubicBezTo>
                  <a:cubicBezTo>
                    <a:pt x="11" y="93"/>
                    <a:pt x="3" y="104"/>
                    <a:pt x="0" y="108"/>
                  </a:cubicBezTo>
                  <a:cubicBezTo>
                    <a:pt x="3" y="101"/>
                    <a:pt x="6" y="85"/>
                    <a:pt x="5" y="73"/>
                  </a:cubicBezTo>
                  <a:cubicBezTo>
                    <a:pt x="5" y="65"/>
                    <a:pt x="3" y="48"/>
                    <a:pt x="5" y="36"/>
                  </a:cubicBezTo>
                  <a:cubicBezTo>
                    <a:pt x="7" y="24"/>
                    <a:pt x="11" y="17"/>
                    <a:pt x="19" y="9"/>
                  </a:cubicBezTo>
                  <a:cubicBezTo>
                    <a:pt x="23" y="5"/>
                    <a:pt x="32" y="0"/>
                    <a:pt x="44" y="3"/>
                  </a:cubicBezTo>
                  <a:cubicBezTo>
                    <a:pt x="55" y="22"/>
                    <a:pt x="55" y="22"/>
                    <a:pt x="55" y="22"/>
                  </a:cubicBezTo>
                  <a:cubicBezTo>
                    <a:pt x="49" y="21"/>
                    <a:pt x="42" y="22"/>
                    <a:pt x="37" y="26"/>
                  </a:cubicBezTo>
                  <a:cubicBezTo>
                    <a:pt x="28" y="33"/>
                    <a:pt x="25" y="42"/>
                    <a:pt x="24" y="55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36" name="Freeform 74"/>
            <p:cNvSpPr>
              <a:spLocks/>
            </p:cNvSpPr>
            <p:nvPr/>
          </p:nvSpPr>
          <p:spPr bwMode="gray">
            <a:xfrm>
              <a:off x="3767138" y="3640138"/>
              <a:ext cx="180975" cy="201613"/>
            </a:xfrm>
            <a:custGeom>
              <a:avLst/>
              <a:gdLst>
                <a:gd name="T0" fmla="*/ 0 w 48"/>
                <a:gd name="T1" fmla="*/ 53 h 53"/>
                <a:gd name="T2" fmla="*/ 6 w 48"/>
                <a:gd name="T3" fmla="*/ 27 h 53"/>
                <a:gd name="T4" fmla="*/ 17 w 48"/>
                <a:gd name="T5" fmla="*/ 3 h 53"/>
                <a:gd name="T6" fmla="*/ 30 w 48"/>
                <a:gd name="T7" fmla="*/ 0 h 53"/>
                <a:gd name="T8" fmla="*/ 41 w 48"/>
                <a:gd name="T9" fmla="*/ 24 h 53"/>
                <a:gd name="T10" fmla="*/ 48 w 48"/>
                <a:gd name="T11" fmla="*/ 27 h 53"/>
                <a:gd name="T12" fmla="*/ 0 w 48"/>
                <a:gd name="T13" fmla="*/ 53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8" h="53">
                  <a:moveTo>
                    <a:pt x="0" y="53"/>
                  </a:moveTo>
                  <a:cubicBezTo>
                    <a:pt x="2" y="48"/>
                    <a:pt x="6" y="32"/>
                    <a:pt x="6" y="27"/>
                  </a:cubicBezTo>
                  <a:cubicBezTo>
                    <a:pt x="8" y="20"/>
                    <a:pt x="9" y="10"/>
                    <a:pt x="17" y="3"/>
                  </a:cubicBezTo>
                  <a:cubicBezTo>
                    <a:pt x="21" y="0"/>
                    <a:pt x="27" y="0"/>
                    <a:pt x="30" y="0"/>
                  </a:cubicBezTo>
                  <a:cubicBezTo>
                    <a:pt x="41" y="24"/>
                    <a:pt x="41" y="24"/>
                    <a:pt x="41" y="24"/>
                  </a:cubicBezTo>
                  <a:cubicBezTo>
                    <a:pt x="42" y="26"/>
                    <a:pt x="45" y="27"/>
                    <a:pt x="48" y="27"/>
                  </a:cubicBezTo>
                  <a:cubicBezTo>
                    <a:pt x="37" y="30"/>
                    <a:pt x="10" y="43"/>
                    <a:pt x="0" y="5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37" name="Freeform 75"/>
            <p:cNvSpPr>
              <a:spLocks/>
            </p:cNvSpPr>
            <p:nvPr/>
          </p:nvSpPr>
          <p:spPr bwMode="gray">
            <a:xfrm>
              <a:off x="4124326" y="3530600"/>
              <a:ext cx="95250" cy="152400"/>
            </a:xfrm>
            <a:custGeom>
              <a:avLst/>
              <a:gdLst>
                <a:gd name="T0" fmla="*/ 2 w 25"/>
                <a:gd name="T1" fmla="*/ 8 h 40"/>
                <a:gd name="T2" fmla="*/ 2 w 25"/>
                <a:gd name="T3" fmla="*/ 16 h 40"/>
                <a:gd name="T4" fmla="*/ 9 w 25"/>
                <a:gd name="T5" fmla="*/ 29 h 40"/>
                <a:gd name="T6" fmla="*/ 14 w 25"/>
                <a:gd name="T7" fmla="*/ 40 h 40"/>
                <a:gd name="T8" fmla="*/ 25 w 25"/>
                <a:gd name="T9" fmla="*/ 40 h 40"/>
                <a:gd name="T10" fmla="*/ 11 w 25"/>
                <a:gd name="T11" fmla="*/ 14 h 40"/>
                <a:gd name="T12" fmla="*/ 11 w 25"/>
                <a:gd name="T13" fmla="*/ 0 h 40"/>
                <a:gd name="T14" fmla="*/ 2 w 25"/>
                <a:gd name="T15" fmla="*/ 8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5" h="40">
                  <a:moveTo>
                    <a:pt x="2" y="8"/>
                  </a:moveTo>
                  <a:cubicBezTo>
                    <a:pt x="0" y="11"/>
                    <a:pt x="1" y="14"/>
                    <a:pt x="2" y="16"/>
                  </a:cubicBezTo>
                  <a:cubicBezTo>
                    <a:pt x="3" y="18"/>
                    <a:pt x="9" y="29"/>
                    <a:pt x="9" y="29"/>
                  </a:cubicBezTo>
                  <a:cubicBezTo>
                    <a:pt x="11" y="34"/>
                    <a:pt x="12" y="36"/>
                    <a:pt x="14" y="40"/>
                  </a:cubicBezTo>
                  <a:cubicBezTo>
                    <a:pt x="17" y="40"/>
                    <a:pt x="21" y="40"/>
                    <a:pt x="25" y="40"/>
                  </a:cubicBezTo>
                  <a:cubicBezTo>
                    <a:pt x="21" y="31"/>
                    <a:pt x="11" y="14"/>
                    <a:pt x="11" y="14"/>
                  </a:cubicBezTo>
                  <a:cubicBezTo>
                    <a:pt x="11" y="0"/>
                    <a:pt x="11" y="0"/>
                    <a:pt x="11" y="0"/>
                  </a:cubicBezTo>
                  <a:cubicBezTo>
                    <a:pt x="8" y="1"/>
                    <a:pt x="4" y="5"/>
                    <a:pt x="2" y="8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38" name="Freeform 76"/>
            <p:cNvSpPr>
              <a:spLocks/>
            </p:cNvSpPr>
            <p:nvPr/>
          </p:nvSpPr>
          <p:spPr bwMode="gray">
            <a:xfrm>
              <a:off x="3948113" y="3065463"/>
              <a:ext cx="68263" cy="223838"/>
            </a:xfrm>
            <a:custGeom>
              <a:avLst/>
              <a:gdLst>
                <a:gd name="T0" fmla="*/ 0 w 18"/>
                <a:gd name="T1" fmla="*/ 57 h 59"/>
                <a:gd name="T2" fmla="*/ 18 w 18"/>
                <a:gd name="T3" fmla="*/ 59 h 59"/>
                <a:gd name="T4" fmla="*/ 8 w 18"/>
                <a:gd name="T5" fmla="*/ 0 h 59"/>
                <a:gd name="T6" fmla="*/ 0 w 18"/>
                <a:gd name="T7" fmla="*/ 57 h 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8" h="59">
                  <a:moveTo>
                    <a:pt x="0" y="57"/>
                  </a:moveTo>
                  <a:cubicBezTo>
                    <a:pt x="5" y="56"/>
                    <a:pt x="15" y="57"/>
                    <a:pt x="18" y="59"/>
                  </a:cubicBezTo>
                  <a:cubicBezTo>
                    <a:pt x="8" y="0"/>
                    <a:pt x="8" y="0"/>
                    <a:pt x="8" y="0"/>
                  </a:cubicBezTo>
                  <a:lnTo>
                    <a:pt x="0" y="57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39" name="Freeform 77"/>
            <p:cNvSpPr>
              <a:spLocks/>
            </p:cNvSpPr>
            <p:nvPr/>
          </p:nvSpPr>
          <p:spPr bwMode="gray">
            <a:xfrm>
              <a:off x="3535363" y="3035300"/>
              <a:ext cx="247650" cy="601663"/>
            </a:xfrm>
            <a:custGeom>
              <a:avLst/>
              <a:gdLst>
                <a:gd name="T0" fmla="*/ 23 w 66"/>
                <a:gd name="T1" fmla="*/ 11 h 159"/>
                <a:gd name="T2" fmla="*/ 22 w 66"/>
                <a:gd name="T3" fmla="*/ 7 h 159"/>
                <a:gd name="T4" fmla="*/ 17 w 66"/>
                <a:gd name="T5" fmla="*/ 5 h 159"/>
                <a:gd name="T6" fmla="*/ 13 w 66"/>
                <a:gd name="T7" fmla="*/ 3 h 159"/>
                <a:gd name="T8" fmla="*/ 2 w 66"/>
                <a:gd name="T9" fmla="*/ 0 h 159"/>
                <a:gd name="T10" fmla="*/ 3 w 66"/>
                <a:gd name="T11" fmla="*/ 7 h 159"/>
                <a:gd name="T12" fmla="*/ 11 w 66"/>
                <a:gd name="T13" fmla="*/ 10 h 159"/>
                <a:gd name="T14" fmla="*/ 12 w 66"/>
                <a:gd name="T15" fmla="*/ 30 h 159"/>
                <a:gd name="T16" fmla="*/ 19 w 66"/>
                <a:gd name="T17" fmla="*/ 33 h 159"/>
                <a:gd name="T18" fmla="*/ 19 w 66"/>
                <a:gd name="T19" fmla="*/ 34 h 159"/>
                <a:gd name="T20" fmla="*/ 15 w 66"/>
                <a:gd name="T21" fmla="*/ 36 h 159"/>
                <a:gd name="T22" fmla="*/ 19 w 66"/>
                <a:gd name="T23" fmla="*/ 106 h 159"/>
                <a:gd name="T24" fmla="*/ 36 w 66"/>
                <a:gd name="T25" fmla="*/ 159 h 159"/>
                <a:gd name="T26" fmla="*/ 48 w 66"/>
                <a:gd name="T27" fmla="*/ 136 h 159"/>
                <a:gd name="T28" fmla="*/ 66 w 66"/>
                <a:gd name="T29" fmla="*/ 128 h 159"/>
                <a:gd name="T30" fmla="*/ 60 w 66"/>
                <a:gd name="T31" fmla="*/ 114 h 159"/>
                <a:gd name="T32" fmla="*/ 57 w 66"/>
                <a:gd name="T33" fmla="*/ 98 h 159"/>
                <a:gd name="T34" fmla="*/ 23 w 66"/>
                <a:gd name="T35" fmla="*/ 11 h 1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66" h="159">
                  <a:moveTo>
                    <a:pt x="23" y="11"/>
                  </a:moveTo>
                  <a:cubicBezTo>
                    <a:pt x="23" y="10"/>
                    <a:pt x="23" y="8"/>
                    <a:pt x="22" y="7"/>
                  </a:cubicBezTo>
                  <a:cubicBezTo>
                    <a:pt x="21" y="7"/>
                    <a:pt x="18" y="6"/>
                    <a:pt x="17" y="5"/>
                  </a:cubicBezTo>
                  <a:cubicBezTo>
                    <a:pt x="16" y="5"/>
                    <a:pt x="14" y="3"/>
                    <a:pt x="13" y="3"/>
                  </a:cubicBezTo>
                  <a:cubicBezTo>
                    <a:pt x="9" y="3"/>
                    <a:pt x="3" y="1"/>
                    <a:pt x="2" y="0"/>
                  </a:cubicBezTo>
                  <a:cubicBezTo>
                    <a:pt x="0" y="4"/>
                    <a:pt x="1" y="6"/>
                    <a:pt x="3" y="7"/>
                  </a:cubicBezTo>
                  <a:cubicBezTo>
                    <a:pt x="4" y="9"/>
                    <a:pt x="8" y="10"/>
                    <a:pt x="11" y="10"/>
                  </a:cubicBezTo>
                  <a:cubicBezTo>
                    <a:pt x="12" y="30"/>
                    <a:pt x="12" y="30"/>
                    <a:pt x="12" y="30"/>
                  </a:cubicBezTo>
                  <a:cubicBezTo>
                    <a:pt x="13" y="32"/>
                    <a:pt x="16" y="33"/>
                    <a:pt x="19" y="33"/>
                  </a:cubicBezTo>
                  <a:cubicBezTo>
                    <a:pt x="19" y="34"/>
                    <a:pt x="19" y="34"/>
                    <a:pt x="19" y="34"/>
                  </a:cubicBezTo>
                  <a:cubicBezTo>
                    <a:pt x="15" y="36"/>
                    <a:pt x="15" y="36"/>
                    <a:pt x="15" y="36"/>
                  </a:cubicBezTo>
                  <a:cubicBezTo>
                    <a:pt x="15" y="39"/>
                    <a:pt x="19" y="105"/>
                    <a:pt x="19" y="106"/>
                  </a:cubicBezTo>
                  <a:cubicBezTo>
                    <a:pt x="20" y="107"/>
                    <a:pt x="36" y="156"/>
                    <a:pt x="36" y="159"/>
                  </a:cubicBezTo>
                  <a:cubicBezTo>
                    <a:pt x="38" y="154"/>
                    <a:pt x="43" y="141"/>
                    <a:pt x="48" y="136"/>
                  </a:cubicBezTo>
                  <a:cubicBezTo>
                    <a:pt x="54" y="130"/>
                    <a:pt x="61" y="128"/>
                    <a:pt x="66" y="128"/>
                  </a:cubicBezTo>
                  <a:cubicBezTo>
                    <a:pt x="65" y="127"/>
                    <a:pt x="60" y="115"/>
                    <a:pt x="60" y="114"/>
                  </a:cubicBezTo>
                  <a:cubicBezTo>
                    <a:pt x="60" y="113"/>
                    <a:pt x="58" y="99"/>
                    <a:pt x="57" y="98"/>
                  </a:cubicBezTo>
                  <a:cubicBezTo>
                    <a:pt x="57" y="97"/>
                    <a:pt x="24" y="12"/>
                    <a:pt x="23" y="11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40" name="Freeform 78"/>
            <p:cNvSpPr>
              <a:spLocks/>
            </p:cNvSpPr>
            <p:nvPr/>
          </p:nvSpPr>
          <p:spPr bwMode="gray">
            <a:xfrm>
              <a:off x="3489326" y="2994025"/>
              <a:ext cx="117475" cy="46038"/>
            </a:xfrm>
            <a:custGeom>
              <a:avLst/>
              <a:gdLst>
                <a:gd name="T0" fmla="*/ 15 w 31"/>
                <a:gd name="T1" fmla="*/ 6 h 12"/>
                <a:gd name="T2" fmla="*/ 30 w 31"/>
                <a:gd name="T3" fmla="*/ 12 h 12"/>
                <a:gd name="T4" fmla="*/ 27 w 31"/>
                <a:gd name="T5" fmla="*/ 3 h 12"/>
                <a:gd name="T6" fmla="*/ 14 w 31"/>
                <a:gd name="T7" fmla="*/ 0 h 12"/>
                <a:gd name="T8" fmla="*/ 3 w 31"/>
                <a:gd name="T9" fmla="*/ 3 h 12"/>
                <a:gd name="T10" fmla="*/ 0 w 31"/>
                <a:gd name="T11" fmla="*/ 11 h 12"/>
                <a:gd name="T12" fmla="*/ 15 w 31"/>
                <a:gd name="T13" fmla="*/ 6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1" h="12">
                  <a:moveTo>
                    <a:pt x="15" y="6"/>
                  </a:moveTo>
                  <a:cubicBezTo>
                    <a:pt x="24" y="6"/>
                    <a:pt x="28" y="10"/>
                    <a:pt x="30" y="12"/>
                  </a:cubicBezTo>
                  <a:cubicBezTo>
                    <a:pt x="31" y="8"/>
                    <a:pt x="30" y="6"/>
                    <a:pt x="27" y="3"/>
                  </a:cubicBezTo>
                  <a:cubicBezTo>
                    <a:pt x="25" y="1"/>
                    <a:pt x="21" y="0"/>
                    <a:pt x="14" y="0"/>
                  </a:cubicBezTo>
                  <a:cubicBezTo>
                    <a:pt x="10" y="0"/>
                    <a:pt x="5" y="1"/>
                    <a:pt x="3" y="3"/>
                  </a:cubicBezTo>
                  <a:cubicBezTo>
                    <a:pt x="0" y="5"/>
                    <a:pt x="0" y="8"/>
                    <a:pt x="0" y="11"/>
                  </a:cubicBezTo>
                  <a:cubicBezTo>
                    <a:pt x="1" y="9"/>
                    <a:pt x="7" y="6"/>
                    <a:pt x="15" y="6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41" name="Freeform 79"/>
            <p:cNvSpPr>
              <a:spLocks/>
            </p:cNvSpPr>
            <p:nvPr/>
          </p:nvSpPr>
          <p:spPr bwMode="gray">
            <a:xfrm>
              <a:off x="3482976" y="2778125"/>
              <a:ext cx="242888" cy="106363"/>
            </a:xfrm>
            <a:custGeom>
              <a:avLst/>
              <a:gdLst>
                <a:gd name="T0" fmla="*/ 0 w 65"/>
                <a:gd name="T1" fmla="*/ 14 h 28"/>
                <a:gd name="T2" fmla="*/ 2 w 65"/>
                <a:gd name="T3" fmla="*/ 24 h 28"/>
                <a:gd name="T4" fmla="*/ 7 w 65"/>
                <a:gd name="T5" fmla="*/ 27 h 28"/>
                <a:gd name="T6" fmla="*/ 17 w 65"/>
                <a:gd name="T7" fmla="*/ 23 h 28"/>
                <a:gd name="T8" fmla="*/ 26 w 65"/>
                <a:gd name="T9" fmla="*/ 28 h 28"/>
                <a:gd name="T10" fmla="*/ 32 w 65"/>
                <a:gd name="T11" fmla="*/ 26 h 28"/>
                <a:gd name="T12" fmla="*/ 36 w 65"/>
                <a:gd name="T13" fmla="*/ 28 h 28"/>
                <a:gd name="T14" fmla="*/ 41 w 65"/>
                <a:gd name="T15" fmla="*/ 22 h 28"/>
                <a:gd name="T16" fmla="*/ 62 w 65"/>
                <a:gd name="T17" fmla="*/ 12 h 28"/>
                <a:gd name="T18" fmla="*/ 65 w 65"/>
                <a:gd name="T19" fmla="*/ 2 h 28"/>
                <a:gd name="T20" fmla="*/ 52 w 65"/>
                <a:gd name="T21" fmla="*/ 8 h 28"/>
                <a:gd name="T22" fmla="*/ 40 w 65"/>
                <a:gd name="T23" fmla="*/ 6 h 28"/>
                <a:gd name="T24" fmla="*/ 41 w 65"/>
                <a:gd name="T25" fmla="*/ 0 h 28"/>
                <a:gd name="T26" fmla="*/ 28 w 65"/>
                <a:gd name="T27" fmla="*/ 2 h 28"/>
                <a:gd name="T28" fmla="*/ 15 w 65"/>
                <a:gd name="T29" fmla="*/ 1 h 28"/>
                <a:gd name="T30" fmla="*/ 0 w 65"/>
                <a:gd name="T31" fmla="*/ 14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65" h="28">
                  <a:moveTo>
                    <a:pt x="0" y="14"/>
                  </a:moveTo>
                  <a:cubicBezTo>
                    <a:pt x="0" y="18"/>
                    <a:pt x="1" y="21"/>
                    <a:pt x="2" y="24"/>
                  </a:cubicBezTo>
                  <a:cubicBezTo>
                    <a:pt x="3" y="25"/>
                    <a:pt x="5" y="27"/>
                    <a:pt x="7" y="27"/>
                  </a:cubicBezTo>
                  <a:cubicBezTo>
                    <a:pt x="9" y="27"/>
                    <a:pt x="12" y="22"/>
                    <a:pt x="17" y="23"/>
                  </a:cubicBezTo>
                  <a:cubicBezTo>
                    <a:pt x="21" y="23"/>
                    <a:pt x="23" y="28"/>
                    <a:pt x="26" y="28"/>
                  </a:cubicBezTo>
                  <a:cubicBezTo>
                    <a:pt x="28" y="28"/>
                    <a:pt x="29" y="26"/>
                    <a:pt x="32" y="26"/>
                  </a:cubicBezTo>
                  <a:cubicBezTo>
                    <a:pt x="34" y="25"/>
                    <a:pt x="34" y="26"/>
                    <a:pt x="36" y="28"/>
                  </a:cubicBezTo>
                  <a:cubicBezTo>
                    <a:pt x="36" y="26"/>
                    <a:pt x="38" y="24"/>
                    <a:pt x="41" y="22"/>
                  </a:cubicBezTo>
                  <a:cubicBezTo>
                    <a:pt x="44" y="19"/>
                    <a:pt x="57" y="17"/>
                    <a:pt x="62" y="12"/>
                  </a:cubicBezTo>
                  <a:cubicBezTo>
                    <a:pt x="65" y="10"/>
                    <a:pt x="65" y="5"/>
                    <a:pt x="65" y="2"/>
                  </a:cubicBezTo>
                  <a:cubicBezTo>
                    <a:pt x="63" y="5"/>
                    <a:pt x="57" y="8"/>
                    <a:pt x="52" y="8"/>
                  </a:cubicBezTo>
                  <a:cubicBezTo>
                    <a:pt x="49" y="9"/>
                    <a:pt x="42" y="7"/>
                    <a:pt x="40" y="6"/>
                  </a:cubicBezTo>
                  <a:cubicBezTo>
                    <a:pt x="41" y="4"/>
                    <a:pt x="42" y="2"/>
                    <a:pt x="41" y="0"/>
                  </a:cubicBezTo>
                  <a:cubicBezTo>
                    <a:pt x="39" y="1"/>
                    <a:pt x="31" y="2"/>
                    <a:pt x="28" y="2"/>
                  </a:cubicBezTo>
                  <a:cubicBezTo>
                    <a:pt x="25" y="2"/>
                    <a:pt x="19" y="1"/>
                    <a:pt x="15" y="1"/>
                  </a:cubicBezTo>
                  <a:cubicBezTo>
                    <a:pt x="5" y="1"/>
                    <a:pt x="0" y="8"/>
                    <a:pt x="0" y="14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42" name="Freeform 80"/>
            <p:cNvSpPr>
              <a:spLocks/>
            </p:cNvSpPr>
            <p:nvPr/>
          </p:nvSpPr>
          <p:spPr bwMode="gray">
            <a:xfrm>
              <a:off x="3422651" y="2895600"/>
              <a:ext cx="247650" cy="125413"/>
            </a:xfrm>
            <a:custGeom>
              <a:avLst/>
              <a:gdLst>
                <a:gd name="T0" fmla="*/ 33 w 66"/>
                <a:gd name="T1" fmla="*/ 14 h 33"/>
                <a:gd name="T2" fmla="*/ 65 w 66"/>
                <a:gd name="T3" fmla="*/ 32 h 33"/>
                <a:gd name="T4" fmla="*/ 65 w 66"/>
                <a:gd name="T5" fmla="*/ 25 h 33"/>
                <a:gd name="T6" fmla="*/ 62 w 66"/>
                <a:gd name="T7" fmla="*/ 15 h 33"/>
                <a:gd name="T8" fmla="*/ 63 w 66"/>
                <a:gd name="T9" fmla="*/ 9 h 33"/>
                <a:gd name="T10" fmla="*/ 55 w 66"/>
                <a:gd name="T11" fmla="*/ 10 h 33"/>
                <a:gd name="T12" fmla="*/ 51 w 66"/>
                <a:gd name="T13" fmla="*/ 3 h 33"/>
                <a:gd name="T14" fmla="*/ 41 w 66"/>
                <a:gd name="T15" fmla="*/ 5 h 33"/>
                <a:gd name="T16" fmla="*/ 33 w 66"/>
                <a:gd name="T17" fmla="*/ 0 h 33"/>
                <a:gd name="T18" fmla="*/ 24 w 66"/>
                <a:gd name="T19" fmla="*/ 5 h 33"/>
                <a:gd name="T20" fmla="*/ 16 w 66"/>
                <a:gd name="T21" fmla="*/ 4 h 33"/>
                <a:gd name="T22" fmla="*/ 13 w 66"/>
                <a:gd name="T23" fmla="*/ 7 h 33"/>
                <a:gd name="T24" fmla="*/ 9 w 66"/>
                <a:gd name="T25" fmla="*/ 10 h 33"/>
                <a:gd name="T26" fmla="*/ 4 w 66"/>
                <a:gd name="T27" fmla="*/ 9 h 33"/>
                <a:gd name="T28" fmla="*/ 4 w 66"/>
                <a:gd name="T29" fmla="*/ 16 h 33"/>
                <a:gd name="T30" fmla="*/ 0 w 66"/>
                <a:gd name="T31" fmla="*/ 26 h 33"/>
                <a:gd name="T32" fmla="*/ 2 w 66"/>
                <a:gd name="T33" fmla="*/ 33 h 33"/>
                <a:gd name="T34" fmla="*/ 33 w 66"/>
                <a:gd name="T35" fmla="*/ 14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66" h="33">
                  <a:moveTo>
                    <a:pt x="33" y="14"/>
                  </a:moveTo>
                  <a:cubicBezTo>
                    <a:pt x="55" y="14"/>
                    <a:pt x="64" y="24"/>
                    <a:pt x="65" y="32"/>
                  </a:cubicBezTo>
                  <a:cubicBezTo>
                    <a:pt x="66" y="30"/>
                    <a:pt x="66" y="28"/>
                    <a:pt x="65" y="25"/>
                  </a:cubicBezTo>
                  <a:cubicBezTo>
                    <a:pt x="65" y="23"/>
                    <a:pt x="62" y="17"/>
                    <a:pt x="62" y="15"/>
                  </a:cubicBezTo>
                  <a:cubicBezTo>
                    <a:pt x="62" y="13"/>
                    <a:pt x="62" y="11"/>
                    <a:pt x="63" y="9"/>
                  </a:cubicBezTo>
                  <a:cubicBezTo>
                    <a:pt x="61" y="10"/>
                    <a:pt x="57" y="12"/>
                    <a:pt x="55" y="10"/>
                  </a:cubicBezTo>
                  <a:cubicBezTo>
                    <a:pt x="52" y="8"/>
                    <a:pt x="54" y="4"/>
                    <a:pt x="51" y="3"/>
                  </a:cubicBezTo>
                  <a:cubicBezTo>
                    <a:pt x="48" y="2"/>
                    <a:pt x="44" y="5"/>
                    <a:pt x="41" y="5"/>
                  </a:cubicBezTo>
                  <a:cubicBezTo>
                    <a:pt x="38" y="4"/>
                    <a:pt x="35" y="0"/>
                    <a:pt x="33" y="0"/>
                  </a:cubicBezTo>
                  <a:cubicBezTo>
                    <a:pt x="29" y="0"/>
                    <a:pt x="28" y="4"/>
                    <a:pt x="24" y="5"/>
                  </a:cubicBezTo>
                  <a:cubicBezTo>
                    <a:pt x="21" y="5"/>
                    <a:pt x="18" y="4"/>
                    <a:pt x="16" y="4"/>
                  </a:cubicBezTo>
                  <a:cubicBezTo>
                    <a:pt x="15" y="4"/>
                    <a:pt x="13" y="5"/>
                    <a:pt x="13" y="7"/>
                  </a:cubicBezTo>
                  <a:cubicBezTo>
                    <a:pt x="12" y="9"/>
                    <a:pt x="11" y="10"/>
                    <a:pt x="9" y="10"/>
                  </a:cubicBezTo>
                  <a:cubicBezTo>
                    <a:pt x="7" y="11"/>
                    <a:pt x="5" y="9"/>
                    <a:pt x="4" y="9"/>
                  </a:cubicBezTo>
                  <a:cubicBezTo>
                    <a:pt x="4" y="10"/>
                    <a:pt x="5" y="14"/>
                    <a:pt x="4" y="16"/>
                  </a:cubicBezTo>
                  <a:cubicBezTo>
                    <a:pt x="3" y="19"/>
                    <a:pt x="1" y="22"/>
                    <a:pt x="0" y="26"/>
                  </a:cubicBezTo>
                  <a:cubicBezTo>
                    <a:pt x="0" y="29"/>
                    <a:pt x="1" y="30"/>
                    <a:pt x="2" y="33"/>
                  </a:cubicBezTo>
                  <a:cubicBezTo>
                    <a:pt x="1" y="21"/>
                    <a:pt x="14" y="14"/>
                    <a:pt x="33" y="14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43" name="Freeform 81"/>
            <p:cNvSpPr>
              <a:spLocks/>
            </p:cNvSpPr>
            <p:nvPr/>
          </p:nvSpPr>
          <p:spPr bwMode="gray">
            <a:xfrm>
              <a:off x="3463926" y="3046413"/>
              <a:ext cx="71438" cy="103188"/>
            </a:xfrm>
            <a:custGeom>
              <a:avLst/>
              <a:gdLst>
                <a:gd name="T0" fmla="*/ 9 w 19"/>
                <a:gd name="T1" fmla="*/ 15 h 27"/>
                <a:gd name="T2" fmla="*/ 2 w 19"/>
                <a:gd name="T3" fmla="*/ 20 h 27"/>
                <a:gd name="T4" fmla="*/ 6 w 19"/>
                <a:gd name="T5" fmla="*/ 27 h 27"/>
                <a:gd name="T6" fmla="*/ 10 w 19"/>
                <a:gd name="T7" fmla="*/ 22 h 27"/>
                <a:gd name="T8" fmla="*/ 13 w 19"/>
                <a:gd name="T9" fmla="*/ 19 h 27"/>
                <a:gd name="T10" fmla="*/ 15 w 19"/>
                <a:gd name="T11" fmla="*/ 17 h 27"/>
                <a:gd name="T12" fmla="*/ 14 w 19"/>
                <a:gd name="T13" fmla="*/ 14 h 27"/>
                <a:gd name="T14" fmla="*/ 18 w 19"/>
                <a:gd name="T15" fmla="*/ 13 h 27"/>
                <a:gd name="T16" fmla="*/ 19 w 19"/>
                <a:gd name="T17" fmla="*/ 10 h 27"/>
                <a:gd name="T18" fmla="*/ 17 w 19"/>
                <a:gd name="T19" fmla="*/ 8 h 27"/>
                <a:gd name="T20" fmla="*/ 11 w 19"/>
                <a:gd name="T21" fmla="*/ 8 h 27"/>
                <a:gd name="T22" fmla="*/ 14 w 19"/>
                <a:gd name="T23" fmla="*/ 6 h 27"/>
                <a:gd name="T24" fmla="*/ 16 w 19"/>
                <a:gd name="T25" fmla="*/ 4 h 27"/>
                <a:gd name="T26" fmla="*/ 15 w 19"/>
                <a:gd name="T27" fmla="*/ 0 h 27"/>
                <a:gd name="T28" fmla="*/ 2 w 19"/>
                <a:gd name="T29" fmla="*/ 6 h 27"/>
                <a:gd name="T30" fmla="*/ 4 w 19"/>
                <a:gd name="T31" fmla="*/ 9 h 27"/>
                <a:gd name="T32" fmla="*/ 1 w 19"/>
                <a:gd name="T33" fmla="*/ 9 h 27"/>
                <a:gd name="T34" fmla="*/ 1 w 19"/>
                <a:gd name="T35" fmla="*/ 16 h 27"/>
                <a:gd name="T36" fmla="*/ 9 w 19"/>
                <a:gd name="T37" fmla="*/ 15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9" h="27">
                  <a:moveTo>
                    <a:pt x="9" y="15"/>
                  </a:moveTo>
                  <a:cubicBezTo>
                    <a:pt x="7" y="16"/>
                    <a:pt x="4" y="18"/>
                    <a:pt x="2" y="20"/>
                  </a:cubicBezTo>
                  <a:cubicBezTo>
                    <a:pt x="3" y="22"/>
                    <a:pt x="5" y="26"/>
                    <a:pt x="6" y="27"/>
                  </a:cubicBezTo>
                  <a:cubicBezTo>
                    <a:pt x="7" y="25"/>
                    <a:pt x="9" y="22"/>
                    <a:pt x="10" y="22"/>
                  </a:cubicBezTo>
                  <a:cubicBezTo>
                    <a:pt x="11" y="21"/>
                    <a:pt x="12" y="20"/>
                    <a:pt x="13" y="19"/>
                  </a:cubicBezTo>
                  <a:cubicBezTo>
                    <a:pt x="15" y="19"/>
                    <a:pt x="15" y="18"/>
                    <a:pt x="15" y="17"/>
                  </a:cubicBezTo>
                  <a:cubicBezTo>
                    <a:pt x="15" y="16"/>
                    <a:pt x="15" y="15"/>
                    <a:pt x="14" y="14"/>
                  </a:cubicBezTo>
                  <a:cubicBezTo>
                    <a:pt x="15" y="14"/>
                    <a:pt x="17" y="14"/>
                    <a:pt x="18" y="13"/>
                  </a:cubicBezTo>
                  <a:cubicBezTo>
                    <a:pt x="19" y="12"/>
                    <a:pt x="19" y="11"/>
                    <a:pt x="19" y="10"/>
                  </a:cubicBezTo>
                  <a:cubicBezTo>
                    <a:pt x="19" y="9"/>
                    <a:pt x="18" y="8"/>
                    <a:pt x="17" y="8"/>
                  </a:cubicBezTo>
                  <a:cubicBezTo>
                    <a:pt x="16" y="8"/>
                    <a:pt x="12" y="8"/>
                    <a:pt x="11" y="8"/>
                  </a:cubicBezTo>
                  <a:cubicBezTo>
                    <a:pt x="11" y="8"/>
                    <a:pt x="13" y="7"/>
                    <a:pt x="14" y="6"/>
                  </a:cubicBezTo>
                  <a:cubicBezTo>
                    <a:pt x="15" y="6"/>
                    <a:pt x="15" y="5"/>
                    <a:pt x="16" y="4"/>
                  </a:cubicBezTo>
                  <a:cubicBezTo>
                    <a:pt x="16" y="4"/>
                    <a:pt x="16" y="2"/>
                    <a:pt x="15" y="0"/>
                  </a:cubicBezTo>
                  <a:cubicBezTo>
                    <a:pt x="11" y="0"/>
                    <a:pt x="4" y="4"/>
                    <a:pt x="2" y="6"/>
                  </a:cubicBezTo>
                  <a:cubicBezTo>
                    <a:pt x="4" y="9"/>
                    <a:pt x="4" y="9"/>
                    <a:pt x="4" y="9"/>
                  </a:cubicBezTo>
                  <a:cubicBezTo>
                    <a:pt x="1" y="9"/>
                    <a:pt x="1" y="9"/>
                    <a:pt x="1" y="9"/>
                  </a:cubicBezTo>
                  <a:cubicBezTo>
                    <a:pt x="0" y="11"/>
                    <a:pt x="1" y="14"/>
                    <a:pt x="1" y="16"/>
                  </a:cubicBezTo>
                  <a:cubicBezTo>
                    <a:pt x="4" y="15"/>
                    <a:pt x="7" y="15"/>
                    <a:pt x="9" y="15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44" name="Freeform 82"/>
            <p:cNvSpPr>
              <a:spLocks noEditPoints="1"/>
            </p:cNvSpPr>
            <p:nvPr/>
          </p:nvSpPr>
          <p:spPr bwMode="gray">
            <a:xfrm>
              <a:off x="3846513" y="3303588"/>
              <a:ext cx="312738" cy="431800"/>
            </a:xfrm>
            <a:custGeom>
              <a:avLst/>
              <a:gdLst>
                <a:gd name="T0" fmla="*/ 64 w 83"/>
                <a:gd name="T1" fmla="*/ 13 h 114"/>
                <a:gd name="T2" fmla="*/ 5 w 83"/>
                <a:gd name="T3" fmla="*/ 19 h 114"/>
                <a:gd name="T4" fmla="*/ 1 w 83"/>
                <a:gd name="T5" fmla="*/ 37 h 114"/>
                <a:gd name="T6" fmla="*/ 6 w 83"/>
                <a:gd name="T7" fmla="*/ 36 h 114"/>
                <a:gd name="T8" fmla="*/ 13 w 83"/>
                <a:gd name="T9" fmla="*/ 36 h 114"/>
                <a:gd name="T10" fmla="*/ 8 w 83"/>
                <a:gd name="T11" fmla="*/ 50 h 114"/>
                <a:gd name="T12" fmla="*/ 15 w 83"/>
                <a:gd name="T13" fmla="*/ 48 h 114"/>
                <a:gd name="T14" fmla="*/ 16 w 83"/>
                <a:gd name="T15" fmla="*/ 62 h 114"/>
                <a:gd name="T16" fmla="*/ 16 w 83"/>
                <a:gd name="T17" fmla="*/ 70 h 114"/>
                <a:gd name="T18" fmla="*/ 20 w 83"/>
                <a:gd name="T19" fmla="*/ 71 h 114"/>
                <a:gd name="T20" fmla="*/ 27 w 83"/>
                <a:gd name="T21" fmla="*/ 75 h 114"/>
                <a:gd name="T22" fmla="*/ 16 w 83"/>
                <a:gd name="T23" fmla="*/ 75 h 114"/>
                <a:gd name="T24" fmla="*/ 22 w 83"/>
                <a:gd name="T25" fmla="*/ 77 h 114"/>
                <a:gd name="T26" fmla="*/ 24 w 83"/>
                <a:gd name="T27" fmla="*/ 80 h 114"/>
                <a:gd name="T28" fmla="*/ 19 w 83"/>
                <a:gd name="T29" fmla="*/ 83 h 114"/>
                <a:gd name="T30" fmla="*/ 26 w 83"/>
                <a:gd name="T31" fmla="*/ 91 h 114"/>
                <a:gd name="T32" fmla="*/ 30 w 83"/>
                <a:gd name="T33" fmla="*/ 100 h 114"/>
                <a:gd name="T34" fmla="*/ 78 w 83"/>
                <a:gd name="T35" fmla="*/ 102 h 114"/>
                <a:gd name="T36" fmla="*/ 63 w 83"/>
                <a:gd name="T37" fmla="*/ 68 h 114"/>
                <a:gd name="T38" fmla="*/ 72 w 83"/>
                <a:gd name="T39" fmla="*/ 61 h 114"/>
                <a:gd name="T40" fmla="*/ 74 w 83"/>
                <a:gd name="T41" fmla="*/ 55 h 114"/>
                <a:gd name="T42" fmla="*/ 70 w 83"/>
                <a:gd name="T43" fmla="*/ 51 h 114"/>
                <a:gd name="T44" fmla="*/ 59 w 83"/>
                <a:gd name="T45" fmla="*/ 50 h 114"/>
                <a:gd name="T46" fmla="*/ 23 w 83"/>
                <a:gd name="T47" fmla="*/ 33 h 114"/>
                <a:gd name="T48" fmla="*/ 12 w 83"/>
                <a:gd name="T49" fmla="*/ 28 h 114"/>
                <a:gd name="T50" fmla="*/ 17 w 83"/>
                <a:gd name="T51" fmla="*/ 29 h 114"/>
                <a:gd name="T52" fmla="*/ 53 w 83"/>
                <a:gd name="T53" fmla="*/ 32 h 114"/>
                <a:gd name="T54" fmla="*/ 78 w 83"/>
                <a:gd name="T55" fmla="*/ 42 h 114"/>
                <a:gd name="T56" fmla="*/ 73 w 83"/>
                <a:gd name="T57" fmla="*/ 26 h 114"/>
                <a:gd name="T58" fmla="*/ 83 w 83"/>
                <a:gd name="T59" fmla="*/ 32 h 114"/>
                <a:gd name="T60" fmla="*/ 29 w 83"/>
                <a:gd name="T61" fmla="*/ 40 h 114"/>
                <a:gd name="T62" fmla="*/ 46 w 83"/>
                <a:gd name="T63" fmla="*/ 47 h 114"/>
                <a:gd name="T64" fmla="*/ 32 w 83"/>
                <a:gd name="T65" fmla="*/ 47 h 114"/>
                <a:gd name="T66" fmla="*/ 29 w 83"/>
                <a:gd name="T67" fmla="*/ 51 h 114"/>
                <a:gd name="T68" fmla="*/ 20 w 83"/>
                <a:gd name="T69" fmla="*/ 47 h 114"/>
                <a:gd name="T70" fmla="*/ 9 w 83"/>
                <a:gd name="T71" fmla="*/ 27 h 114"/>
                <a:gd name="T72" fmla="*/ 18 w 83"/>
                <a:gd name="T73" fmla="*/ 20 h 114"/>
                <a:gd name="T74" fmla="*/ 42 w 83"/>
                <a:gd name="T75" fmla="*/ 20 h 114"/>
                <a:gd name="T76" fmla="*/ 20 w 83"/>
                <a:gd name="T77" fmla="*/ 10 h 114"/>
                <a:gd name="T78" fmla="*/ 43 w 83"/>
                <a:gd name="T79" fmla="*/ 9 h 114"/>
                <a:gd name="T80" fmla="*/ 63 w 83"/>
                <a:gd name="T81" fmla="*/ 30 h 114"/>
                <a:gd name="T82" fmla="*/ 51 w 83"/>
                <a:gd name="T83" fmla="*/ 12 h 114"/>
                <a:gd name="T84" fmla="*/ 63 w 83"/>
                <a:gd name="T85" fmla="*/ 30 h 1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83" h="114">
                  <a:moveTo>
                    <a:pt x="83" y="32"/>
                  </a:moveTo>
                  <a:cubicBezTo>
                    <a:pt x="82" y="30"/>
                    <a:pt x="75" y="22"/>
                    <a:pt x="64" y="13"/>
                  </a:cubicBezTo>
                  <a:cubicBezTo>
                    <a:pt x="55" y="7"/>
                    <a:pt x="42" y="0"/>
                    <a:pt x="32" y="0"/>
                  </a:cubicBezTo>
                  <a:cubicBezTo>
                    <a:pt x="14" y="0"/>
                    <a:pt x="6" y="13"/>
                    <a:pt x="5" y="19"/>
                  </a:cubicBezTo>
                  <a:cubicBezTo>
                    <a:pt x="4" y="23"/>
                    <a:pt x="4" y="27"/>
                    <a:pt x="5" y="29"/>
                  </a:cubicBezTo>
                  <a:cubicBezTo>
                    <a:pt x="2" y="32"/>
                    <a:pt x="1" y="34"/>
                    <a:pt x="1" y="37"/>
                  </a:cubicBezTo>
                  <a:cubicBezTo>
                    <a:pt x="0" y="39"/>
                    <a:pt x="1" y="42"/>
                    <a:pt x="3" y="43"/>
                  </a:cubicBezTo>
                  <a:cubicBezTo>
                    <a:pt x="2" y="41"/>
                    <a:pt x="4" y="38"/>
                    <a:pt x="6" y="36"/>
                  </a:cubicBezTo>
                  <a:cubicBezTo>
                    <a:pt x="7" y="33"/>
                    <a:pt x="10" y="32"/>
                    <a:pt x="12" y="31"/>
                  </a:cubicBezTo>
                  <a:cubicBezTo>
                    <a:pt x="13" y="36"/>
                    <a:pt x="13" y="36"/>
                    <a:pt x="13" y="36"/>
                  </a:cubicBezTo>
                  <a:cubicBezTo>
                    <a:pt x="11" y="37"/>
                    <a:pt x="8" y="40"/>
                    <a:pt x="7" y="42"/>
                  </a:cubicBezTo>
                  <a:cubicBezTo>
                    <a:pt x="8" y="50"/>
                    <a:pt x="8" y="50"/>
                    <a:pt x="8" y="50"/>
                  </a:cubicBezTo>
                  <a:cubicBezTo>
                    <a:pt x="14" y="46"/>
                    <a:pt x="14" y="46"/>
                    <a:pt x="14" y="46"/>
                  </a:cubicBezTo>
                  <a:cubicBezTo>
                    <a:pt x="15" y="48"/>
                    <a:pt x="15" y="48"/>
                    <a:pt x="15" y="48"/>
                  </a:cubicBezTo>
                  <a:cubicBezTo>
                    <a:pt x="13" y="63"/>
                    <a:pt x="13" y="63"/>
                    <a:pt x="13" y="63"/>
                  </a:cubicBezTo>
                  <a:cubicBezTo>
                    <a:pt x="16" y="62"/>
                    <a:pt x="16" y="62"/>
                    <a:pt x="16" y="62"/>
                  </a:cubicBezTo>
                  <a:cubicBezTo>
                    <a:pt x="23" y="65"/>
                    <a:pt x="23" y="65"/>
                    <a:pt x="23" y="65"/>
                  </a:cubicBezTo>
                  <a:cubicBezTo>
                    <a:pt x="16" y="70"/>
                    <a:pt x="16" y="70"/>
                    <a:pt x="16" y="70"/>
                  </a:cubicBezTo>
                  <a:cubicBezTo>
                    <a:pt x="16" y="72"/>
                    <a:pt x="16" y="72"/>
                    <a:pt x="16" y="72"/>
                  </a:cubicBezTo>
                  <a:cubicBezTo>
                    <a:pt x="16" y="72"/>
                    <a:pt x="17" y="71"/>
                    <a:pt x="20" y="71"/>
                  </a:cubicBezTo>
                  <a:cubicBezTo>
                    <a:pt x="22" y="71"/>
                    <a:pt x="27" y="73"/>
                    <a:pt x="27" y="73"/>
                  </a:cubicBezTo>
                  <a:cubicBezTo>
                    <a:pt x="27" y="75"/>
                    <a:pt x="27" y="75"/>
                    <a:pt x="27" y="75"/>
                  </a:cubicBezTo>
                  <a:cubicBezTo>
                    <a:pt x="25" y="75"/>
                    <a:pt x="25" y="75"/>
                    <a:pt x="25" y="75"/>
                  </a:cubicBezTo>
                  <a:cubicBezTo>
                    <a:pt x="16" y="75"/>
                    <a:pt x="16" y="75"/>
                    <a:pt x="16" y="75"/>
                  </a:cubicBezTo>
                  <a:cubicBezTo>
                    <a:pt x="16" y="76"/>
                    <a:pt x="17" y="77"/>
                    <a:pt x="18" y="78"/>
                  </a:cubicBezTo>
                  <a:cubicBezTo>
                    <a:pt x="19" y="77"/>
                    <a:pt x="21" y="77"/>
                    <a:pt x="22" y="77"/>
                  </a:cubicBezTo>
                  <a:cubicBezTo>
                    <a:pt x="22" y="77"/>
                    <a:pt x="24" y="77"/>
                    <a:pt x="26" y="77"/>
                  </a:cubicBezTo>
                  <a:cubicBezTo>
                    <a:pt x="24" y="80"/>
                    <a:pt x="24" y="80"/>
                    <a:pt x="24" y="80"/>
                  </a:cubicBezTo>
                  <a:cubicBezTo>
                    <a:pt x="24" y="80"/>
                    <a:pt x="23" y="81"/>
                    <a:pt x="21" y="80"/>
                  </a:cubicBezTo>
                  <a:cubicBezTo>
                    <a:pt x="20" y="80"/>
                    <a:pt x="19" y="81"/>
                    <a:pt x="19" y="83"/>
                  </a:cubicBezTo>
                  <a:cubicBezTo>
                    <a:pt x="19" y="84"/>
                    <a:pt x="20" y="87"/>
                    <a:pt x="20" y="87"/>
                  </a:cubicBezTo>
                  <a:cubicBezTo>
                    <a:pt x="21" y="92"/>
                    <a:pt x="26" y="91"/>
                    <a:pt x="26" y="91"/>
                  </a:cubicBezTo>
                  <a:cubicBezTo>
                    <a:pt x="29" y="90"/>
                    <a:pt x="39" y="87"/>
                    <a:pt x="39" y="87"/>
                  </a:cubicBezTo>
                  <a:cubicBezTo>
                    <a:pt x="30" y="100"/>
                    <a:pt x="30" y="100"/>
                    <a:pt x="30" y="100"/>
                  </a:cubicBezTo>
                  <a:cubicBezTo>
                    <a:pt x="34" y="114"/>
                    <a:pt x="34" y="114"/>
                    <a:pt x="34" y="114"/>
                  </a:cubicBezTo>
                  <a:cubicBezTo>
                    <a:pt x="40" y="111"/>
                    <a:pt x="58" y="105"/>
                    <a:pt x="78" y="102"/>
                  </a:cubicBezTo>
                  <a:cubicBezTo>
                    <a:pt x="76" y="98"/>
                    <a:pt x="76" y="96"/>
                    <a:pt x="73" y="91"/>
                  </a:cubicBezTo>
                  <a:cubicBezTo>
                    <a:pt x="63" y="68"/>
                    <a:pt x="63" y="68"/>
                    <a:pt x="63" y="68"/>
                  </a:cubicBezTo>
                  <a:cubicBezTo>
                    <a:pt x="64" y="64"/>
                    <a:pt x="64" y="64"/>
                    <a:pt x="64" y="64"/>
                  </a:cubicBezTo>
                  <a:cubicBezTo>
                    <a:pt x="66" y="65"/>
                    <a:pt x="70" y="63"/>
                    <a:pt x="72" y="61"/>
                  </a:cubicBezTo>
                  <a:cubicBezTo>
                    <a:pt x="74" y="60"/>
                    <a:pt x="77" y="56"/>
                    <a:pt x="78" y="54"/>
                  </a:cubicBezTo>
                  <a:cubicBezTo>
                    <a:pt x="77" y="54"/>
                    <a:pt x="75" y="54"/>
                    <a:pt x="74" y="55"/>
                  </a:cubicBezTo>
                  <a:cubicBezTo>
                    <a:pt x="73" y="55"/>
                    <a:pt x="72" y="57"/>
                    <a:pt x="70" y="56"/>
                  </a:cubicBezTo>
                  <a:cubicBezTo>
                    <a:pt x="68" y="55"/>
                    <a:pt x="69" y="53"/>
                    <a:pt x="70" y="51"/>
                  </a:cubicBezTo>
                  <a:cubicBezTo>
                    <a:pt x="70" y="50"/>
                    <a:pt x="67" y="50"/>
                    <a:pt x="66" y="51"/>
                  </a:cubicBezTo>
                  <a:cubicBezTo>
                    <a:pt x="64" y="52"/>
                    <a:pt x="61" y="52"/>
                    <a:pt x="59" y="50"/>
                  </a:cubicBezTo>
                  <a:cubicBezTo>
                    <a:pt x="56" y="47"/>
                    <a:pt x="45" y="38"/>
                    <a:pt x="42" y="36"/>
                  </a:cubicBezTo>
                  <a:cubicBezTo>
                    <a:pt x="36" y="33"/>
                    <a:pt x="28" y="32"/>
                    <a:pt x="23" y="33"/>
                  </a:cubicBezTo>
                  <a:cubicBezTo>
                    <a:pt x="20" y="34"/>
                    <a:pt x="17" y="35"/>
                    <a:pt x="16" y="35"/>
                  </a:cubicBezTo>
                  <a:cubicBezTo>
                    <a:pt x="12" y="28"/>
                    <a:pt x="12" y="28"/>
                    <a:pt x="12" y="28"/>
                  </a:cubicBezTo>
                  <a:cubicBezTo>
                    <a:pt x="13" y="28"/>
                    <a:pt x="13" y="28"/>
                    <a:pt x="13" y="28"/>
                  </a:cubicBezTo>
                  <a:cubicBezTo>
                    <a:pt x="14" y="28"/>
                    <a:pt x="16" y="30"/>
                    <a:pt x="17" y="29"/>
                  </a:cubicBezTo>
                  <a:cubicBezTo>
                    <a:pt x="19" y="28"/>
                    <a:pt x="25" y="27"/>
                    <a:pt x="31" y="27"/>
                  </a:cubicBezTo>
                  <a:cubicBezTo>
                    <a:pt x="39" y="27"/>
                    <a:pt x="49" y="30"/>
                    <a:pt x="53" y="32"/>
                  </a:cubicBezTo>
                  <a:cubicBezTo>
                    <a:pt x="53" y="37"/>
                    <a:pt x="64" y="44"/>
                    <a:pt x="69" y="44"/>
                  </a:cubicBezTo>
                  <a:cubicBezTo>
                    <a:pt x="73" y="45"/>
                    <a:pt x="75" y="44"/>
                    <a:pt x="78" y="42"/>
                  </a:cubicBezTo>
                  <a:cubicBezTo>
                    <a:pt x="67" y="33"/>
                    <a:pt x="67" y="33"/>
                    <a:pt x="67" y="33"/>
                  </a:cubicBezTo>
                  <a:cubicBezTo>
                    <a:pt x="73" y="26"/>
                    <a:pt x="73" y="26"/>
                    <a:pt x="73" y="26"/>
                  </a:cubicBezTo>
                  <a:cubicBezTo>
                    <a:pt x="73" y="26"/>
                    <a:pt x="82" y="35"/>
                    <a:pt x="83" y="36"/>
                  </a:cubicBezTo>
                  <a:cubicBezTo>
                    <a:pt x="83" y="35"/>
                    <a:pt x="83" y="34"/>
                    <a:pt x="83" y="32"/>
                  </a:cubicBezTo>
                  <a:moveTo>
                    <a:pt x="20" y="43"/>
                  </a:moveTo>
                  <a:cubicBezTo>
                    <a:pt x="20" y="43"/>
                    <a:pt x="24" y="41"/>
                    <a:pt x="29" y="40"/>
                  </a:cubicBezTo>
                  <a:cubicBezTo>
                    <a:pt x="35" y="38"/>
                    <a:pt x="42" y="42"/>
                    <a:pt x="47" y="46"/>
                  </a:cubicBezTo>
                  <a:cubicBezTo>
                    <a:pt x="46" y="47"/>
                    <a:pt x="46" y="47"/>
                    <a:pt x="46" y="47"/>
                  </a:cubicBezTo>
                  <a:cubicBezTo>
                    <a:pt x="39" y="49"/>
                    <a:pt x="39" y="49"/>
                    <a:pt x="39" y="49"/>
                  </a:cubicBezTo>
                  <a:cubicBezTo>
                    <a:pt x="37" y="48"/>
                    <a:pt x="35" y="47"/>
                    <a:pt x="32" y="47"/>
                  </a:cubicBezTo>
                  <a:cubicBezTo>
                    <a:pt x="29" y="47"/>
                    <a:pt x="27" y="48"/>
                    <a:pt x="27" y="48"/>
                  </a:cubicBezTo>
                  <a:cubicBezTo>
                    <a:pt x="29" y="51"/>
                    <a:pt x="29" y="51"/>
                    <a:pt x="29" y="51"/>
                  </a:cubicBezTo>
                  <a:cubicBezTo>
                    <a:pt x="26" y="51"/>
                    <a:pt x="26" y="51"/>
                    <a:pt x="26" y="51"/>
                  </a:cubicBezTo>
                  <a:cubicBezTo>
                    <a:pt x="24" y="50"/>
                    <a:pt x="22" y="47"/>
                    <a:pt x="20" y="47"/>
                  </a:cubicBezTo>
                  <a:lnTo>
                    <a:pt x="20" y="43"/>
                  </a:lnTo>
                  <a:close/>
                  <a:moveTo>
                    <a:pt x="9" y="27"/>
                  </a:moveTo>
                  <a:cubicBezTo>
                    <a:pt x="7" y="21"/>
                    <a:pt x="12" y="15"/>
                    <a:pt x="15" y="12"/>
                  </a:cubicBezTo>
                  <a:cubicBezTo>
                    <a:pt x="18" y="20"/>
                    <a:pt x="18" y="20"/>
                    <a:pt x="18" y="20"/>
                  </a:cubicBezTo>
                  <a:cubicBezTo>
                    <a:pt x="15" y="22"/>
                    <a:pt x="11" y="25"/>
                    <a:pt x="9" y="27"/>
                  </a:cubicBezTo>
                  <a:moveTo>
                    <a:pt x="42" y="20"/>
                  </a:moveTo>
                  <a:cubicBezTo>
                    <a:pt x="38" y="18"/>
                    <a:pt x="27" y="18"/>
                    <a:pt x="23" y="19"/>
                  </a:cubicBezTo>
                  <a:cubicBezTo>
                    <a:pt x="20" y="10"/>
                    <a:pt x="20" y="10"/>
                    <a:pt x="20" y="10"/>
                  </a:cubicBezTo>
                  <a:cubicBezTo>
                    <a:pt x="22" y="8"/>
                    <a:pt x="27" y="7"/>
                    <a:pt x="31" y="7"/>
                  </a:cubicBezTo>
                  <a:cubicBezTo>
                    <a:pt x="35" y="7"/>
                    <a:pt x="40" y="8"/>
                    <a:pt x="43" y="9"/>
                  </a:cubicBezTo>
                  <a:lnTo>
                    <a:pt x="42" y="20"/>
                  </a:lnTo>
                  <a:close/>
                  <a:moveTo>
                    <a:pt x="63" y="30"/>
                  </a:moveTo>
                  <a:cubicBezTo>
                    <a:pt x="58" y="27"/>
                    <a:pt x="50" y="22"/>
                    <a:pt x="47" y="22"/>
                  </a:cubicBezTo>
                  <a:cubicBezTo>
                    <a:pt x="51" y="12"/>
                    <a:pt x="51" y="12"/>
                    <a:pt x="51" y="12"/>
                  </a:cubicBezTo>
                  <a:cubicBezTo>
                    <a:pt x="54" y="13"/>
                    <a:pt x="66" y="21"/>
                    <a:pt x="68" y="22"/>
                  </a:cubicBezTo>
                  <a:lnTo>
                    <a:pt x="63" y="3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45" name="Freeform 83"/>
            <p:cNvSpPr>
              <a:spLocks/>
            </p:cNvSpPr>
            <p:nvPr/>
          </p:nvSpPr>
          <p:spPr bwMode="gray">
            <a:xfrm>
              <a:off x="4076701" y="3179763"/>
              <a:ext cx="138113" cy="173038"/>
            </a:xfrm>
            <a:custGeom>
              <a:avLst/>
              <a:gdLst>
                <a:gd name="T0" fmla="*/ 0 w 37"/>
                <a:gd name="T1" fmla="*/ 36 h 46"/>
                <a:gd name="T2" fmla="*/ 15 w 37"/>
                <a:gd name="T3" fmla="*/ 46 h 46"/>
                <a:gd name="T4" fmla="*/ 37 w 37"/>
                <a:gd name="T5" fmla="*/ 0 h 46"/>
                <a:gd name="T6" fmla="*/ 0 w 37"/>
                <a:gd name="T7" fmla="*/ 36 h 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7" h="46">
                  <a:moveTo>
                    <a:pt x="0" y="36"/>
                  </a:moveTo>
                  <a:cubicBezTo>
                    <a:pt x="4" y="38"/>
                    <a:pt x="13" y="45"/>
                    <a:pt x="15" y="46"/>
                  </a:cubicBezTo>
                  <a:cubicBezTo>
                    <a:pt x="37" y="0"/>
                    <a:pt x="37" y="0"/>
                    <a:pt x="37" y="0"/>
                  </a:cubicBezTo>
                  <a:lnTo>
                    <a:pt x="0" y="3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46" name="Freeform 84"/>
            <p:cNvSpPr>
              <a:spLocks noEditPoints="1"/>
            </p:cNvSpPr>
            <p:nvPr/>
          </p:nvSpPr>
          <p:spPr bwMode="gray">
            <a:xfrm>
              <a:off x="8705851" y="3481388"/>
              <a:ext cx="93663" cy="98425"/>
            </a:xfrm>
            <a:custGeom>
              <a:avLst/>
              <a:gdLst>
                <a:gd name="T0" fmla="*/ 12 w 25"/>
                <a:gd name="T1" fmla="*/ 0 h 26"/>
                <a:gd name="T2" fmla="*/ 25 w 25"/>
                <a:gd name="T3" fmla="*/ 13 h 26"/>
                <a:gd name="T4" fmla="*/ 12 w 25"/>
                <a:gd name="T5" fmla="*/ 26 h 26"/>
                <a:gd name="T6" fmla="*/ 0 w 25"/>
                <a:gd name="T7" fmla="*/ 13 h 26"/>
                <a:gd name="T8" fmla="*/ 12 w 25"/>
                <a:gd name="T9" fmla="*/ 0 h 26"/>
                <a:gd name="T10" fmla="*/ 12 w 25"/>
                <a:gd name="T11" fmla="*/ 23 h 26"/>
                <a:gd name="T12" fmla="*/ 22 w 25"/>
                <a:gd name="T13" fmla="*/ 13 h 26"/>
                <a:gd name="T14" fmla="*/ 12 w 25"/>
                <a:gd name="T15" fmla="*/ 3 h 26"/>
                <a:gd name="T16" fmla="*/ 3 w 25"/>
                <a:gd name="T17" fmla="*/ 13 h 26"/>
                <a:gd name="T18" fmla="*/ 12 w 25"/>
                <a:gd name="T19" fmla="*/ 23 h 26"/>
                <a:gd name="T20" fmla="*/ 8 w 25"/>
                <a:gd name="T21" fmla="*/ 6 h 26"/>
                <a:gd name="T22" fmla="*/ 13 w 25"/>
                <a:gd name="T23" fmla="*/ 6 h 26"/>
                <a:gd name="T24" fmla="*/ 18 w 25"/>
                <a:gd name="T25" fmla="*/ 10 h 26"/>
                <a:gd name="T26" fmla="*/ 15 w 25"/>
                <a:gd name="T27" fmla="*/ 14 h 26"/>
                <a:gd name="T28" fmla="*/ 18 w 25"/>
                <a:gd name="T29" fmla="*/ 20 h 26"/>
                <a:gd name="T30" fmla="*/ 16 w 25"/>
                <a:gd name="T31" fmla="*/ 20 h 26"/>
                <a:gd name="T32" fmla="*/ 12 w 25"/>
                <a:gd name="T33" fmla="*/ 14 h 26"/>
                <a:gd name="T34" fmla="*/ 10 w 25"/>
                <a:gd name="T35" fmla="*/ 14 h 26"/>
                <a:gd name="T36" fmla="*/ 10 w 25"/>
                <a:gd name="T37" fmla="*/ 20 h 26"/>
                <a:gd name="T38" fmla="*/ 8 w 25"/>
                <a:gd name="T39" fmla="*/ 20 h 26"/>
                <a:gd name="T40" fmla="*/ 8 w 25"/>
                <a:gd name="T41" fmla="*/ 6 h 26"/>
                <a:gd name="T42" fmla="*/ 10 w 25"/>
                <a:gd name="T43" fmla="*/ 12 h 26"/>
                <a:gd name="T44" fmla="*/ 13 w 25"/>
                <a:gd name="T45" fmla="*/ 12 h 26"/>
                <a:gd name="T46" fmla="*/ 16 w 25"/>
                <a:gd name="T47" fmla="*/ 10 h 26"/>
                <a:gd name="T48" fmla="*/ 13 w 25"/>
                <a:gd name="T49" fmla="*/ 8 h 26"/>
                <a:gd name="T50" fmla="*/ 10 w 25"/>
                <a:gd name="T51" fmla="*/ 8 h 26"/>
                <a:gd name="T52" fmla="*/ 10 w 25"/>
                <a:gd name="T53" fmla="*/ 12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5" h="26">
                  <a:moveTo>
                    <a:pt x="12" y="0"/>
                  </a:moveTo>
                  <a:cubicBezTo>
                    <a:pt x="19" y="0"/>
                    <a:pt x="25" y="5"/>
                    <a:pt x="25" y="13"/>
                  </a:cubicBezTo>
                  <a:cubicBezTo>
                    <a:pt x="25" y="20"/>
                    <a:pt x="19" y="26"/>
                    <a:pt x="12" y="26"/>
                  </a:cubicBezTo>
                  <a:cubicBezTo>
                    <a:pt x="6" y="26"/>
                    <a:pt x="0" y="20"/>
                    <a:pt x="0" y="13"/>
                  </a:cubicBezTo>
                  <a:cubicBezTo>
                    <a:pt x="0" y="5"/>
                    <a:pt x="6" y="0"/>
                    <a:pt x="12" y="0"/>
                  </a:cubicBezTo>
                  <a:moveTo>
                    <a:pt x="12" y="23"/>
                  </a:moveTo>
                  <a:cubicBezTo>
                    <a:pt x="18" y="23"/>
                    <a:pt x="22" y="19"/>
                    <a:pt x="22" y="13"/>
                  </a:cubicBezTo>
                  <a:cubicBezTo>
                    <a:pt x="22" y="7"/>
                    <a:pt x="18" y="3"/>
                    <a:pt x="12" y="3"/>
                  </a:cubicBezTo>
                  <a:cubicBezTo>
                    <a:pt x="7" y="3"/>
                    <a:pt x="3" y="7"/>
                    <a:pt x="3" y="13"/>
                  </a:cubicBezTo>
                  <a:cubicBezTo>
                    <a:pt x="3" y="19"/>
                    <a:pt x="7" y="23"/>
                    <a:pt x="12" y="23"/>
                  </a:cubicBezTo>
                  <a:moveTo>
                    <a:pt x="8" y="6"/>
                  </a:moveTo>
                  <a:cubicBezTo>
                    <a:pt x="13" y="6"/>
                    <a:pt x="13" y="6"/>
                    <a:pt x="13" y="6"/>
                  </a:cubicBezTo>
                  <a:cubicBezTo>
                    <a:pt x="16" y="6"/>
                    <a:pt x="18" y="7"/>
                    <a:pt x="18" y="10"/>
                  </a:cubicBezTo>
                  <a:cubicBezTo>
                    <a:pt x="18" y="13"/>
                    <a:pt x="17" y="14"/>
                    <a:pt x="15" y="14"/>
                  </a:cubicBezTo>
                  <a:cubicBezTo>
                    <a:pt x="18" y="20"/>
                    <a:pt x="18" y="20"/>
                    <a:pt x="18" y="20"/>
                  </a:cubicBezTo>
                  <a:cubicBezTo>
                    <a:pt x="16" y="20"/>
                    <a:pt x="16" y="20"/>
                    <a:pt x="16" y="20"/>
                  </a:cubicBezTo>
                  <a:cubicBezTo>
                    <a:pt x="12" y="14"/>
                    <a:pt x="12" y="14"/>
                    <a:pt x="12" y="14"/>
                  </a:cubicBezTo>
                  <a:cubicBezTo>
                    <a:pt x="10" y="14"/>
                    <a:pt x="10" y="14"/>
                    <a:pt x="10" y="14"/>
                  </a:cubicBezTo>
                  <a:cubicBezTo>
                    <a:pt x="10" y="20"/>
                    <a:pt x="10" y="20"/>
                    <a:pt x="10" y="20"/>
                  </a:cubicBezTo>
                  <a:cubicBezTo>
                    <a:pt x="8" y="20"/>
                    <a:pt x="8" y="20"/>
                    <a:pt x="8" y="20"/>
                  </a:cubicBezTo>
                  <a:lnTo>
                    <a:pt x="8" y="6"/>
                  </a:lnTo>
                  <a:close/>
                  <a:moveTo>
                    <a:pt x="10" y="12"/>
                  </a:moveTo>
                  <a:cubicBezTo>
                    <a:pt x="13" y="12"/>
                    <a:pt x="13" y="12"/>
                    <a:pt x="13" y="12"/>
                  </a:cubicBezTo>
                  <a:cubicBezTo>
                    <a:pt x="14" y="12"/>
                    <a:pt x="16" y="12"/>
                    <a:pt x="16" y="10"/>
                  </a:cubicBezTo>
                  <a:cubicBezTo>
                    <a:pt x="16" y="8"/>
                    <a:pt x="14" y="8"/>
                    <a:pt x="13" y="8"/>
                  </a:cubicBezTo>
                  <a:cubicBezTo>
                    <a:pt x="10" y="8"/>
                    <a:pt x="10" y="8"/>
                    <a:pt x="10" y="8"/>
                  </a:cubicBezTo>
                  <a:lnTo>
                    <a:pt x="10" y="12"/>
                  </a:lnTo>
                  <a:close/>
                </a:path>
              </a:pathLst>
            </a:custGeom>
            <a:solidFill>
              <a:srgbClr val="1A144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47" name="Rectangle 85"/>
            <p:cNvSpPr>
              <a:spLocks noChangeArrowheads="1"/>
            </p:cNvSpPr>
            <p:nvPr/>
          </p:nvSpPr>
          <p:spPr bwMode="gray">
            <a:xfrm>
              <a:off x="4470401" y="3727450"/>
              <a:ext cx="1631950" cy="15875"/>
            </a:xfrm>
            <a:prstGeom prst="rect">
              <a:avLst/>
            </a:prstGeom>
            <a:solidFill>
              <a:srgbClr val="1A144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48" name="Rectangle 86"/>
            <p:cNvSpPr>
              <a:spLocks noChangeArrowheads="1"/>
            </p:cNvSpPr>
            <p:nvPr/>
          </p:nvSpPr>
          <p:spPr bwMode="gray">
            <a:xfrm>
              <a:off x="6327776" y="3727450"/>
              <a:ext cx="2352675" cy="15875"/>
            </a:xfrm>
            <a:prstGeom prst="rect">
              <a:avLst/>
            </a:prstGeom>
            <a:solidFill>
              <a:srgbClr val="1A144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49" name="Rectangle 87"/>
            <p:cNvSpPr>
              <a:spLocks noChangeArrowheads="1"/>
            </p:cNvSpPr>
            <p:nvPr/>
          </p:nvSpPr>
          <p:spPr bwMode="gray">
            <a:xfrm>
              <a:off x="5410201" y="3886200"/>
              <a:ext cx="44450" cy="231775"/>
            </a:xfrm>
            <a:prstGeom prst="rect">
              <a:avLst/>
            </a:prstGeom>
            <a:solidFill>
              <a:srgbClr val="1A144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50" name="Freeform 88"/>
            <p:cNvSpPr>
              <a:spLocks/>
            </p:cNvSpPr>
            <p:nvPr/>
          </p:nvSpPr>
          <p:spPr bwMode="gray">
            <a:xfrm>
              <a:off x="5580063" y="3886200"/>
              <a:ext cx="171450" cy="231775"/>
            </a:xfrm>
            <a:custGeom>
              <a:avLst/>
              <a:gdLst>
                <a:gd name="T0" fmla="*/ 0 w 108"/>
                <a:gd name="T1" fmla="*/ 0 h 146"/>
                <a:gd name="T2" fmla="*/ 23 w 108"/>
                <a:gd name="T3" fmla="*/ 0 h 146"/>
                <a:gd name="T4" fmla="*/ 85 w 108"/>
                <a:gd name="T5" fmla="*/ 103 h 146"/>
                <a:gd name="T6" fmla="*/ 85 w 108"/>
                <a:gd name="T7" fmla="*/ 103 h 146"/>
                <a:gd name="T8" fmla="*/ 85 w 108"/>
                <a:gd name="T9" fmla="*/ 0 h 146"/>
                <a:gd name="T10" fmla="*/ 108 w 108"/>
                <a:gd name="T11" fmla="*/ 0 h 146"/>
                <a:gd name="T12" fmla="*/ 108 w 108"/>
                <a:gd name="T13" fmla="*/ 146 h 146"/>
                <a:gd name="T14" fmla="*/ 85 w 108"/>
                <a:gd name="T15" fmla="*/ 146 h 146"/>
                <a:gd name="T16" fmla="*/ 26 w 108"/>
                <a:gd name="T17" fmla="*/ 43 h 146"/>
                <a:gd name="T18" fmla="*/ 23 w 108"/>
                <a:gd name="T19" fmla="*/ 43 h 146"/>
                <a:gd name="T20" fmla="*/ 23 w 108"/>
                <a:gd name="T21" fmla="*/ 146 h 146"/>
                <a:gd name="T22" fmla="*/ 0 w 108"/>
                <a:gd name="T23" fmla="*/ 146 h 146"/>
                <a:gd name="T24" fmla="*/ 0 w 108"/>
                <a:gd name="T25" fmla="*/ 0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08" h="146">
                  <a:moveTo>
                    <a:pt x="0" y="0"/>
                  </a:moveTo>
                  <a:lnTo>
                    <a:pt x="23" y="0"/>
                  </a:lnTo>
                  <a:lnTo>
                    <a:pt x="85" y="103"/>
                  </a:lnTo>
                  <a:lnTo>
                    <a:pt x="85" y="103"/>
                  </a:lnTo>
                  <a:lnTo>
                    <a:pt x="85" y="0"/>
                  </a:lnTo>
                  <a:lnTo>
                    <a:pt x="108" y="0"/>
                  </a:lnTo>
                  <a:lnTo>
                    <a:pt x="108" y="146"/>
                  </a:lnTo>
                  <a:lnTo>
                    <a:pt x="85" y="146"/>
                  </a:lnTo>
                  <a:lnTo>
                    <a:pt x="26" y="43"/>
                  </a:lnTo>
                  <a:lnTo>
                    <a:pt x="23" y="43"/>
                  </a:lnTo>
                  <a:lnTo>
                    <a:pt x="23" y="146"/>
                  </a:lnTo>
                  <a:lnTo>
                    <a:pt x="0" y="14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A144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51" name="Freeform 89"/>
            <p:cNvSpPr>
              <a:spLocks/>
            </p:cNvSpPr>
            <p:nvPr/>
          </p:nvSpPr>
          <p:spPr bwMode="gray">
            <a:xfrm>
              <a:off x="5849938" y="3883025"/>
              <a:ext cx="198438" cy="238125"/>
            </a:xfrm>
            <a:custGeom>
              <a:avLst/>
              <a:gdLst>
                <a:gd name="T0" fmla="*/ 10 w 53"/>
                <a:gd name="T1" fmla="*/ 43 h 63"/>
                <a:gd name="T2" fmla="*/ 28 w 53"/>
                <a:gd name="T3" fmla="*/ 53 h 63"/>
                <a:gd name="T4" fmla="*/ 41 w 53"/>
                <a:gd name="T5" fmla="*/ 45 h 63"/>
                <a:gd name="T6" fmla="*/ 28 w 53"/>
                <a:gd name="T7" fmla="*/ 37 h 63"/>
                <a:gd name="T8" fmla="*/ 22 w 53"/>
                <a:gd name="T9" fmla="*/ 35 h 63"/>
                <a:gd name="T10" fmla="*/ 3 w 53"/>
                <a:gd name="T11" fmla="*/ 18 h 63"/>
                <a:gd name="T12" fmla="*/ 27 w 53"/>
                <a:gd name="T13" fmla="*/ 0 h 63"/>
                <a:gd name="T14" fmla="*/ 52 w 53"/>
                <a:gd name="T15" fmla="*/ 12 h 63"/>
                <a:gd name="T16" fmla="*/ 43 w 53"/>
                <a:gd name="T17" fmla="*/ 19 h 63"/>
                <a:gd name="T18" fmla="*/ 27 w 53"/>
                <a:gd name="T19" fmla="*/ 10 h 63"/>
                <a:gd name="T20" fmla="*/ 15 w 53"/>
                <a:gd name="T21" fmla="*/ 17 h 63"/>
                <a:gd name="T22" fmla="*/ 28 w 53"/>
                <a:gd name="T23" fmla="*/ 25 h 63"/>
                <a:gd name="T24" fmla="*/ 35 w 53"/>
                <a:gd name="T25" fmla="*/ 26 h 63"/>
                <a:gd name="T26" fmla="*/ 53 w 53"/>
                <a:gd name="T27" fmla="*/ 43 h 63"/>
                <a:gd name="T28" fmla="*/ 26 w 53"/>
                <a:gd name="T29" fmla="*/ 63 h 63"/>
                <a:gd name="T30" fmla="*/ 0 w 53"/>
                <a:gd name="T31" fmla="*/ 50 h 63"/>
                <a:gd name="T32" fmla="*/ 10 w 53"/>
                <a:gd name="T33" fmla="*/ 43 h 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53" h="63">
                  <a:moveTo>
                    <a:pt x="10" y="43"/>
                  </a:moveTo>
                  <a:cubicBezTo>
                    <a:pt x="14" y="50"/>
                    <a:pt x="21" y="53"/>
                    <a:pt x="28" y="53"/>
                  </a:cubicBezTo>
                  <a:cubicBezTo>
                    <a:pt x="33" y="53"/>
                    <a:pt x="41" y="51"/>
                    <a:pt x="41" y="45"/>
                  </a:cubicBezTo>
                  <a:cubicBezTo>
                    <a:pt x="41" y="40"/>
                    <a:pt x="36" y="39"/>
                    <a:pt x="28" y="37"/>
                  </a:cubicBezTo>
                  <a:cubicBezTo>
                    <a:pt x="22" y="35"/>
                    <a:pt x="22" y="35"/>
                    <a:pt x="22" y="35"/>
                  </a:cubicBezTo>
                  <a:cubicBezTo>
                    <a:pt x="12" y="33"/>
                    <a:pt x="3" y="30"/>
                    <a:pt x="3" y="18"/>
                  </a:cubicBezTo>
                  <a:cubicBezTo>
                    <a:pt x="3" y="6"/>
                    <a:pt x="16" y="0"/>
                    <a:pt x="27" y="0"/>
                  </a:cubicBezTo>
                  <a:cubicBezTo>
                    <a:pt x="37" y="0"/>
                    <a:pt x="46" y="3"/>
                    <a:pt x="52" y="12"/>
                  </a:cubicBezTo>
                  <a:cubicBezTo>
                    <a:pt x="43" y="19"/>
                    <a:pt x="43" y="19"/>
                    <a:pt x="43" y="19"/>
                  </a:cubicBezTo>
                  <a:cubicBezTo>
                    <a:pt x="40" y="13"/>
                    <a:pt x="34" y="10"/>
                    <a:pt x="27" y="10"/>
                  </a:cubicBezTo>
                  <a:cubicBezTo>
                    <a:pt x="20" y="10"/>
                    <a:pt x="15" y="13"/>
                    <a:pt x="15" y="17"/>
                  </a:cubicBezTo>
                  <a:cubicBezTo>
                    <a:pt x="15" y="22"/>
                    <a:pt x="21" y="23"/>
                    <a:pt x="28" y="25"/>
                  </a:cubicBezTo>
                  <a:cubicBezTo>
                    <a:pt x="35" y="26"/>
                    <a:pt x="35" y="26"/>
                    <a:pt x="35" y="26"/>
                  </a:cubicBezTo>
                  <a:cubicBezTo>
                    <a:pt x="44" y="28"/>
                    <a:pt x="53" y="32"/>
                    <a:pt x="53" y="43"/>
                  </a:cubicBezTo>
                  <a:cubicBezTo>
                    <a:pt x="53" y="58"/>
                    <a:pt x="39" y="63"/>
                    <a:pt x="26" y="63"/>
                  </a:cubicBezTo>
                  <a:cubicBezTo>
                    <a:pt x="16" y="63"/>
                    <a:pt x="6" y="59"/>
                    <a:pt x="0" y="50"/>
                  </a:cubicBezTo>
                  <a:lnTo>
                    <a:pt x="10" y="43"/>
                  </a:lnTo>
                  <a:close/>
                </a:path>
              </a:pathLst>
            </a:custGeom>
            <a:solidFill>
              <a:srgbClr val="1A144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52" name="Freeform 90"/>
            <p:cNvSpPr>
              <a:spLocks/>
            </p:cNvSpPr>
            <p:nvPr/>
          </p:nvSpPr>
          <p:spPr bwMode="gray">
            <a:xfrm>
              <a:off x="6157913" y="3886200"/>
              <a:ext cx="184150" cy="234950"/>
            </a:xfrm>
            <a:custGeom>
              <a:avLst/>
              <a:gdLst>
                <a:gd name="T0" fmla="*/ 49 w 49"/>
                <a:gd name="T1" fmla="*/ 42 h 62"/>
                <a:gd name="T2" fmla="*/ 24 w 49"/>
                <a:gd name="T3" fmla="*/ 62 h 62"/>
                <a:gd name="T4" fmla="*/ 0 w 49"/>
                <a:gd name="T5" fmla="*/ 42 h 62"/>
                <a:gd name="T6" fmla="*/ 0 w 49"/>
                <a:gd name="T7" fmla="*/ 0 h 62"/>
                <a:gd name="T8" fmla="*/ 11 w 49"/>
                <a:gd name="T9" fmla="*/ 0 h 62"/>
                <a:gd name="T10" fmla="*/ 11 w 49"/>
                <a:gd name="T11" fmla="*/ 39 h 62"/>
                <a:gd name="T12" fmla="*/ 24 w 49"/>
                <a:gd name="T13" fmla="*/ 51 h 62"/>
                <a:gd name="T14" fmla="*/ 37 w 49"/>
                <a:gd name="T15" fmla="*/ 39 h 62"/>
                <a:gd name="T16" fmla="*/ 37 w 49"/>
                <a:gd name="T17" fmla="*/ 0 h 62"/>
                <a:gd name="T18" fmla="*/ 49 w 49"/>
                <a:gd name="T19" fmla="*/ 0 h 62"/>
                <a:gd name="T20" fmla="*/ 49 w 49"/>
                <a:gd name="T21" fmla="*/ 42 h 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49" h="62">
                  <a:moveTo>
                    <a:pt x="49" y="42"/>
                  </a:moveTo>
                  <a:cubicBezTo>
                    <a:pt x="49" y="54"/>
                    <a:pt x="39" y="62"/>
                    <a:pt x="24" y="62"/>
                  </a:cubicBezTo>
                  <a:cubicBezTo>
                    <a:pt x="10" y="62"/>
                    <a:pt x="0" y="54"/>
                    <a:pt x="0" y="42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1" y="0"/>
                    <a:pt x="11" y="0"/>
                    <a:pt x="11" y="0"/>
                  </a:cubicBezTo>
                  <a:cubicBezTo>
                    <a:pt x="11" y="39"/>
                    <a:pt x="11" y="39"/>
                    <a:pt x="11" y="39"/>
                  </a:cubicBezTo>
                  <a:cubicBezTo>
                    <a:pt x="11" y="46"/>
                    <a:pt x="14" y="51"/>
                    <a:pt x="24" y="51"/>
                  </a:cubicBezTo>
                  <a:cubicBezTo>
                    <a:pt x="34" y="51"/>
                    <a:pt x="37" y="46"/>
                    <a:pt x="37" y="39"/>
                  </a:cubicBezTo>
                  <a:cubicBezTo>
                    <a:pt x="37" y="0"/>
                    <a:pt x="37" y="0"/>
                    <a:pt x="37" y="0"/>
                  </a:cubicBezTo>
                  <a:cubicBezTo>
                    <a:pt x="49" y="0"/>
                    <a:pt x="49" y="0"/>
                    <a:pt x="49" y="0"/>
                  </a:cubicBezTo>
                  <a:lnTo>
                    <a:pt x="49" y="42"/>
                  </a:lnTo>
                  <a:close/>
                </a:path>
              </a:pathLst>
            </a:custGeom>
            <a:solidFill>
              <a:srgbClr val="1A144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53" name="Freeform 91"/>
            <p:cNvSpPr>
              <a:spLocks noEditPoints="1"/>
            </p:cNvSpPr>
            <p:nvPr/>
          </p:nvSpPr>
          <p:spPr bwMode="gray">
            <a:xfrm>
              <a:off x="6462713" y="3886200"/>
              <a:ext cx="176213" cy="231775"/>
            </a:xfrm>
            <a:custGeom>
              <a:avLst/>
              <a:gdLst>
                <a:gd name="T0" fmla="*/ 0 w 47"/>
                <a:gd name="T1" fmla="*/ 0 h 61"/>
                <a:gd name="T2" fmla="*/ 25 w 47"/>
                <a:gd name="T3" fmla="*/ 0 h 61"/>
                <a:gd name="T4" fmla="*/ 46 w 47"/>
                <a:gd name="T5" fmla="*/ 18 h 61"/>
                <a:gd name="T6" fmla="*/ 34 w 47"/>
                <a:gd name="T7" fmla="*/ 36 h 61"/>
                <a:gd name="T8" fmla="*/ 47 w 47"/>
                <a:gd name="T9" fmla="*/ 61 h 61"/>
                <a:gd name="T10" fmla="*/ 34 w 47"/>
                <a:gd name="T11" fmla="*/ 61 h 61"/>
                <a:gd name="T12" fmla="*/ 22 w 47"/>
                <a:gd name="T13" fmla="*/ 38 h 61"/>
                <a:gd name="T14" fmla="*/ 11 w 47"/>
                <a:gd name="T15" fmla="*/ 38 h 61"/>
                <a:gd name="T16" fmla="*/ 11 w 47"/>
                <a:gd name="T17" fmla="*/ 61 h 61"/>
                <a:gd name="T18" fmla="*/ 0 w 47"/>
                <a:gd name="T19" fmla="*/ 61 h 61"/>
                <a:gd name="T20" fmla="*/ 0 w 47"/>
                <a:gd name="T21" fmla="*/ 0 h 61"/>
                <a:gd name="T22" fmla="*/ 11 w 47"/>
                <a:gd name="T23" fmla="*/ 28 h 61"/>
                <a:gd name="T24" fmla="*/ 24 w 47"/>
                <a:gd name="T25" fmla="*/ 28 h 61"/>
                <a:gd name="T26" fmla="*/ 34 w 47"/>
                <a:gd name="T27" fmla="*/ 19 h 61"/>
                <a:gd name="T28" fmla="*/ 22 w 47"/>
                <a:gd name="T29" fmla="*/ 10 h 61"/>
                <a:gd name="T30" fmla="*/ 11 w 47"/>
                <a:gd name="T31" fmla="*/ 10 h 61"/>
                <a:gd name="T32" fmla="*/ 11 w 47"/>
                <a:gd name="T33" fmla="*/ 28 h 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7" h="61">
                  <a:moveTo>
                    <a:pt x="0" y="0"/>
                  </a:moveTo>
                  <a:cubicBezTo>
                    <a:pt x="25" y="0"/>
                    <a:pt x="25" y="0"/>
                    <a:pt x="25" y="0"/>
                  </a:cubicBezTo>
                  <a:cubicBezTo>
                    <a:pt x="38" y="0"/>
                    <a:pt x="46" y="8"/>
                    <a:pt x="46" y="18"/>
                  </a:cubicBezTo>
                  <a:cubicBezTo>
                    <a:pt x="46" y="32"/>
                    <a:pt x="37" y="35"/>
                    <a:pt x="34" y="36"/>
                  </a:cubicBezTo>
                  <a:cubicBezTo>
                    <a:pt x="47" y="61"/>
                    <a:pt x="47" y="61"/>
                    <a:pt x="47" y="61"/>
                  </a:cubicBezTo>
                  <a:cubicBezTo>
                    <a:pt x="34" y="61"/>
                    <a:pt x="34" y="61"/>
                    <a:pt x="34" y="61"/>
                  </a:cubicBezTo>
                  <a:cubicBezTo>
                    <a:pt x="22" y="38"/>
                    <a:pt x="22" y="38"/>
                    <a:pt x="22" y="38"/>
                  </a:cubicBezTo>
                  <a:cubicBezTo>
                    <a:pt x="11" y="38"/>
                    <a:pt x="11" y="38"/>
                    <a:pt x="11" y="38"/>
                  </a:cubicBezTo>
                  <a:cubicBezTo>
                    <a:pt x="11" y="61"/>
                    <a:pt x="11" y="61"/>
                    <a:pt x="11" y="61"/>
                  </a:cubicBezTo>
                  <a:cubicBezTo>
                    <a:pt x="0" y="61"/>
                    <a:pt x="0" y="61"/>
                    <a:pt x="0" y="61"/>
                  </a:cubicBezTo>
                  <a:lnTo>
                    <a:pt x="0" y="0"/>
                  </a:lnTo>
                  <a:close/>
                  <a:moveTo>
                    <a:pt x="11" y="28"/>
                  </a:moveTo>
                  <a:cubicBezTo>
                    <a:pt x="24" y="28"/>
                    <a:pt x="24" y="28"/>
                    <a:pt x="24" y="28"/>
                  </a:cubicBezTo>
                  <a:cubicBezTo>
                    <a:pt x="30" y="28"/>
                    <a:pt x="34" y="25"/>
                    <a:pt x="34" y="19"/>
                  </a:cubicBezTo>
                  <a:cubicBezTo>
                    <a:pt x="34" y="14"/>
                    <a:pt x="30" y="10"/>
                    <a:pt x="22" y="10"/>
                  </a:cubicBezTo>
                  <a:cubicBezTo>
                    <a:pt x="11" y="10"/>
                    <a:pt x="11" y="10"/>
                    <a:pt x="11" y="10"/>
                  </a:cubicBezTo>
                  <a:lnTo>
                    <a:pt x="11" y="28"/>
                  </a:lnTo>
                  <a:close/>
                </a:path>
              </a:pathLst>
            </a:custGeom>
            <a:solidFill>
              <a:srgbClr val="1A144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54" name="Freeform 92"/>
            <p:cNvSpPr>
              <a:spLocks noEditPoints="1"/>
            </p:cNvSpPr>
            <p:nvPr/>
          </p:nvSpPr>
          <p:spPr bwMode="gray">
            <a:xfrm>
              <a:off x="6721476" y="3886200"/>
              <a:ext cx="203200" cy="231775"/>
            </a:xfrm>
            <a:custGeom>
              <a:avLst/>
              <a:gdLst>
                <a:gd name="T0" fmla="*/ 50 w 128"/>
                <a:gd name="T1" fmla="*/ 0 h 146"/>
                <a:gd name="T2" fmla="*/ 81 w 128"/>
                <a:gd name="T3" fmla="*/ 0 h 146"/>
                <a:gd name="T4" fmla="*/ 128 w 128"/>
                <a:gd name="T5" fmla="*/ 146 h 146"/>
                <a:gd name="T6" fmla="*/ 100 w 128"/>
                <a:gd name="T7" fmla="*/ 146 h 146"/>
                <a:gd name="T8" fmla="*/ 93 w 128"/>
                <a:gd name="T9" fmla="*/ 117 h 146"/>
                <a:gd name="T10" fmla="*/ 38 w 128"/>
                <a:gd name="T11" fmla="*/ 117 h 146"/>
                <a:gd name="T12" fmla="*/ 29 w 128"/>
                <a:gd name="T13" fmla="*/ 146 h 146"/>
                <a:gd name="T14" fmla="*/ 0 w 128"/>
                <a:gd name="T15" fmla="*/ 146 h 146"/>
                <a:gd name="T16" fmla="*/ 50 w 128"/>
                <a:gd name="T17" fmla="*/ 0 h 146"/>
                <a:gd name="T18" fmla="*/ 64 w 128"/>
                <a:gd name="T19" fmla="*/ 26 h 146"/>
                <a:gd name="T20" fmla="*/ 64 w 128"/>
                <a:gd name="T21" fmla="*/ 26 h 146"/>
                <a:gd name="T22" fmla="*/ 45 w 128"/>
                <a:gd name="T23" fmla="*/ 93 h 146"/>
                <a:gd name="T24" fmla="*/ 85 w 128"/>
                <a:gd name="T25" fmla="*/ 93 h 146"/>
                <a:gd name="T26" fmla="*/ 64 w 128"/>
                <a:gd name="T27" fmla="*/ 26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28" h="146">
                  <a:moveTo>
                    <a:pt x="50" y="0"/>
                  </a:moveTo>
                  <a:lnTo>
                    <a:pt x="81" y="0"/>
                  </a:lnTo>
                  <a:lnTo>
                    <a:pt x="128" y="146"/>
                  </a:lnTo>
                  <a:lnTo>
                    <a:pt x="100" y="146"/>
                  </a:lnTo>
                  <a:lnTo>
                    <a:pt x="93" y="117"/>
                  </a:lnTo>
                  <a:lnTo>
                    <a:pt x="38" y="117"/>
                  </a:lnTo>
                  <a:lnTo>
                    <a:pt x="29" y="146"/>
                  </a:lnTo>
                  <a:lnTo>
                    <a:pt x="0" y="146"/>
                  </a:lnTo>
                  <a:lnTo>
                    <a:pt x="50" y="0"/>
                  </a:lnTo>
                  <a:close/>
                  <a:moveTo>
                    <a:pt x="64" y="26"/>
                  </a:moveTo>
                  <a:lnTo>
                    <a:pt x="64" y="26"/>
                  </a:lnTo>
                  <a:lnTo>
                    <a:pt x="45" y="93"/>
                  </a:lnTo>
                  <a:lnTo>
                    <a:pt x="85" y="93"/>
                  </a:lnTo>
                  <a:lnTo>
                    <a:pt x="64" y="26"/>
                  </a:lnTo>
                  <a:close/>
                </a:path>
              </a:pathLst>
            </a:custGeom>
            <a:solidFill>
              <a:srgbClr val="1A144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55" name="Freeform 93"/>
            <p:cNvSpPr>
              <a:spLocks/>
            </p:cNvSpPr>
            <p:nvPr/>
          </p:nvSpPr>
          <p:spPr bwMode="gray">
            <a:xfrm>
              <a:off x="7023101" y="3886200"/>
              <a:ext cx="171450" cy="231775"/>
            </a:xfrm>
            <a:custGeom>
              <a:avLst/>
              <a:gdLst>
                <a:gd name="T0" fmla="*/ 0 w 108"/>
                <a:gd name="T1" fmla="*/ 0 h 146"/>
                <a:gd name="T2" fmla="*/ 23 w 108"/>
                <a:gd name="T3" fmla="*/ 0 h 146"/>
                <a:gd name="T4" fmla="*/ 82 w 108"/>
                <a:gd name="T5" fmla="*/ 103 h 146"/>
                <a:gd name="T6" fmla="*/ 85 w 108"/>
                <a:gd name="T7" fmla="*/ 103 h 146"/>
                <a:gd name="T8" fmla="*/ 85 w 108"/>
                <a:gd name="T9" fmla="*/ 0 h 146"/>
                <a:gd name="T10" fmla="*/ 108 w 108"/>
                <a:gd name="T11" fmla="*/ 0 h 146"/>
                <a:gd name="T12" fmla="*/ 108 w 108"/>
                <a:gd name="T13" fmla="*/ 146 h 146"/>
                <a:gd name="T14" fmla="*/ 82 w 108"/>
                <a:gd name="T15" fmla="*/ 146 h 146"/>
                <a:gd name="T16" fmla="*/ 23 w 108"/>
                <a:gd name="T17" fmla="*/ 43 h 146"/>
                <a:gd name="T18" fmla="*/ 23 w 108"/>
                <a:gd name="T19" fmla="*/ 43 h 146"/>
                <a:gd name="T20" fmla="*/ 23 w 108"/>
                <a:gd name="T21" fmla="*/ 146 h 146"/>
                <a:gd name="T22" fmla="*/ 0 w 108"/>
                <a:gd name="T23" fmla="*/ 146 h 146"/>
                <a:gd name="T24" fmla="*/ 0 w 108"/>
                <a:gd name="T25" fmla="*/ 0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08" h="146">
                  <a:moveTo>
                    <a:pt x="0" y="0"/>
                  </a:moveTo>
                  <a:lnTo>
                    <a:pt x="23" y="0"/>
                  </a:lnTo>
                  <a:lnTo>
                    <a:pt x="82" y="103"/>
                  </a:lnTo>
                  <a:lnTo>
                    <a:pt x="85" y="103"/>
                  </a:lnTo>
                  <a:lnTo>
                    <a:pt x="85" y="0"/>
                  </a:lnTo>
                  <a:lnTo>
                    <a:pt x="108" y="0"/>
                  </a:lnTo>
                  <a:lnTo>
                    <a:pt x="108" y="146"/>
                  </a:lnTo>
                  <a:lnTo>
                    <a:pt x="82" y="146"/>
                  </a:lnTo>
                  <a:lnTo>
                    <a:pt x="23" y="43"/>
                  </a:lnTo>
                  <a:lnTo>
                    <a:pt x="23" y="43"/>
                  </a:lnTo>
                  <a:lnTo>
                    <a:pt x="23" y="146"/>
                  </a:lnTo>
                  <a:lnTo>
                    <a:pt x="0" y="14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A144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56" name="Freeform 94"/>
            <p:cNvSpPr>
              <a:spLocks/>
            </p:cNvSpPr>
            <p:nvPr/>
          </p:nvSpPr>
          <p:spPr bwMode="gray">
            <a:xfrm>
              <a:off x="7304088" y="3883025"/>
              <a:ext cx="203200" cy="238125"/>
            </a:xfrm>
            <a:custGeom>
              <a:avLst/>
              <a:gdLst>
                <a:gd name="T0" fmla="*/ 42 w 54"/>
                <a:gd name="T1" fmla="*/ 21 h 63"/>
                <a:gd name="T2" fmla="*/ 29 w 54"/>
                <a:gd name="T3" fmla="*/ 10 h 63"/>
                <a:gd name="T4" fmla="*/ 12 w 54"/>
                <a:gd name="T5" fmla="*/ 31 h 63"/>
                <a:gd name="T6" fmla="*/ 29 w 54"/>
                <a:gd name="T7" fmla="*/ 53 h 63"/>
                <a:gd name="T8" fmla="*/ 43 w 54"/>
                <a:gd name="T9" fmla="*/ 40 h 63"/>
                <a:gd name="T10" fmla="*/ 54 w 54"/>
                <a:gd name="T11" fmla="*/ 45 h 63"/>
                <a:gd name="T12" fmla="*/ 29 w 54"/>
                <a:gd name="T13" fmla="*/ 63 h 63"/>
                <a:gd name="T14" fmla="*/ 0 w 54"/>
                <a:gd name="T15" fmla="*/ 31 h 63"/>
                <a:gd name="T16" fmla="*/ 29 w 54"/>
                <a:gd name="T17" fmla="*/ 0 h 63"/>
                <a:gd name="T18" fmla="*/ 53 w 54"/>
                <a:gd name="T19" fmla="*/ 19 h 63"/>
                <a:gd name="T20" fmla="*/ 42 w 54"/>
                <a:gd name="T21" fmla="*/ 21 h 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4" h="63">
                  <a:moveTo>
                    <a:pt x="42" y="21"/>
                  </a:moveTo>
                  <a:cubicBezTo>
                    <a:pt x="41" y="15"/>
                    <a:pt x="36" y="10"/>
                    <a:pt x="29" y="10"/>
                  </a:cubicBezTo>
                  <a:cubicBezTo>
                    <a:pt x="17" y="10"/>
                    <a:pt x="12" y="21"/>
                    <a:pt x="12" y="31"/>
                  </a:cubicBezTo>
                  <a:cubicBezTo>
                    <a:pt x="12" y="42"/>
                    <a:pt x="17" y="53"/>
                    <a:pt x="29" y="53"/>
                  </a:cubicBezTo>
                  <a:cubicBezTo>
                    <a:pt x="37" y="53"/>
                    <a:pt x="41" y="47"/>
                    <a:pt x="43" y="40"/>
                  </a:cubicBezTo>
                  <a:cubicBezTo>
                    <a:pt x="54" y="45"/>
                    <a:pt x="54" y="45"/>
                    <a:pt x="54" y="45"/>
                  </a:cubicBezTo>
                  <a:cubicBezTo>
                    <a:pt x="49" y="57"/>
                    <a:pt x="41" y="63"/>
                    <a:pt x="29" y="63"/>
                  </a:cubicBezTo>
                  <a:cubicBezTo>
                    <a:pt x="9" y="63"/>
                    <a:pt x="0" y="48"/>
                    <a:pt x="0" y="31"/>
                  </a:cubicBezTo>
                  <a:cubicBezTo>
                    <a:pt x="0" y="14"/>
                    <a:pt x="11" y="0"/>
                    <a:pt x="29" y="0"/>
                  </a:cubicBezTo>
                  <a:cubicBezTo>
                    <a:pt x="41" y="0"/>
                    <a:pt x="50" y="6"/>
                    <a:pt x="53" y="19"/>
                  </a:cubicBezTo>
                  <a:lnTo>
                    <a:pt x="42" y="21"/>
                  </a:lnTo>
                  <a:close/>
                </a:path>
              </a:pathLst>
            </a:custGeom>
            <a:solidFill>
              <a:srgbClr val="1A144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57" name="Freeform 95"/>
            <p:cNvSpPr>
              <a:spLocks/>
            </p:cNvSpPr>
            <p:nvPr/>
          </p:nvSpPr>
          <p:spPr bwMode="gray">
            <a:xfrm>
              <a:off x="7597776" y="3886200"/>
              <a:ext cx="168275" cy="231775"/>
            </a:xfrm>
            <a:custGeom>
              <a:avLst/>
              <a:gdLst>
                <a:gd name="T0" fmla="*/ 0 w 106"/>
                <a:gd name="T1" fmla="*/ 0 h 146"/>
                <a:gd name="T2" fmla="*/ 102 w 106"/>
                <a:gd name="T3" fmla="*/ 0 h 146"/>
                <a:gd name="T4" fmla="*/ 102 w 106"/>
                <a:gd name="T5" fmla="*/ 26 h 146"/>
                <a:gd name="T6" fmla="*/ 28 w 106"/>
                <a:gd name="T7" fmla="*/ 26 h 146"/>
                <a:gd name="T8" fmla="*/ 28 w 106"/>
                <a:gd name="T9" fmla="*/ 57 h 146"/>
                <a:gd name="T10" fmla="*/ 95 w 106"/>
                <a:gd name="T11" fmla="*/ 57 h 146"/>
                <a:gd name="T12" fmla="*/ 95 w 106"/>
                <a:gd name="T13" fmla="*/ 81 h 146"/>
                <a:gd name="T14" fmla="*/ 28 w 106"/>
                <a:gd name="T15" fmla="*/ 81 h 146"/>
                <a:gd name="T16" fmla="*/ 28 w 106"/>
                <a:gd name="T17" fmla="*/ 119 h 146"/>
                <a:gd name="T18" fmla="*/ 106 w 106"/>
                <a:gd name="T19" fmla="*/ 119 h 146"/>
                <a:gd name="T20" fmla="*/ 106 w 106"/>
                <a:gd name="T21" fmla="*/ 146 h 146"/>
                <a:gd name="T22" fmla="*/ 0 w 106"/>
                <a:gd name="T23" fmla="*/ 146 h 146"/>
                <a:gd name="T24" fmla="*/ 0 w 106"/>
                <a:gd name="T25" fmla="*/ 0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06" h="146">
                  <a:moveTo>
                    <a:pt x="0" y="0"/>
                  </a:moveTo>
                  <a:lnTo>
                    <a:pt x="102" y="0"/>
                  </a:lnTo>
                  <a:lnTo>
                    <a:pt x="102" y="26"/>
                  </a:lnTo>
                  <a:lnTo>
                    <a:pt x="28" y="26"/>
                  </a:lnTo>
                  <a:lnTo>
                    <a:pt x="28" y="57"/>
                  </a:lnTo>
                  <a:lnTo>
                    <a:pt x="95" y="57"/>
                  </a:lnTo>
                  <a:lnTo>
                    <a:pt x="95" y="81"/>
                  </a:lnTo>
                  <a:lnTo>
                    <a:pt x="28" y="81"/>
                  </a:lnTo>
                  <a:lnTo>
                    <a:pt x="28" y="119"/>
                  </a:lnTo>
                  <a:lnTo>
                    <a:pt x="106" y="119"/>
                  </a:lnTo>
                  <a:lnTo>
                    <a:pt x="106" y="146"/>
                  </a:lnTo>
                  <a:lnTo>
                    <a:pt x="0" y="14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A144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</p:grp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2EC420D6-525D-784B-8F3D-07F37B0C72E4}"/>
              </a:ext>
            </a:extLst>
          </p:cNvPr>
          <p:cNvCxnSpPr>
            <a:cxnSpLocks/>
          </p:cNvCxnSpPr>
          <p:nvPr userDrawn="1"/>
        </p:nvCxnSpPr>
        <p:spPr>
          <a:xfrm>
            <a:off x="1742919" y="6398100"/>
            <a:ext cx="0" cy="215535"/>
          </a:xfrm>
          <a:prstGeom prst="line">
            <a:avLst/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Text Placeholder 19">
            <a:extLst>
              <a:ext uri="{FF2B5EF4-FFF2-40B4-BE49-F238E27FC236}">
                <a16:creationId xmlns:a16="http://schemas.microsoft.com/office/drawing/2014/main" id="{2A157952-B394-47EB-AAD3-8A4E73E086C7}"/>
              </a:ext>
            </a:extLst>
          </p:cNvPr>
          <p:cNvSpPr txBox="1">
            <a:spLocks/>
          </p:cNvSpPr>
          <p:nvPr userDrawn="1"/>
        </p:nvSpPr>
        <p:spPr>
          <a:xfrm>
            <a:off x="1764845" y="6329784"/>
            <a:ext cx="3995995" cy="385481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396875" indent="-19208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588963" indent="-1682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769938" indent="-1809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950913" indent="-157163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332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sz="1200">
                <a:solidFill>
                  <a:schemeClr val="tx2"/>
                </a:solidFill>
              </a:rPr>
              <a:t>Corporate Treasury Financial Solutions</a:t>
            </a:r>
          </a:p>
        </p:txBody>
      </p: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3F9DB231-4DAF-4293-99E6-BAF60F9B3B25}"/>
              </a:ext>
            </a:extLst>
          </p:cNvPr>
          <p:cNvCxnSpPr/>
          <p:nvPr userDrawn="1"/>
        </p:nvCxnSpPr>
        <p:spPr>
          <a:xfrm>
            <a:off x="132974" y="6223139"/>
            <a:ext cx="11926063" cy="0"/>
          </a:xfrm>
          <a:prstGeom prst="line">
            <a:avLst/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941625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Custom Layou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CCCB16-91F9-4682-BCA6-1268F1CF24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0632" y="376518"/>
            <a:ext cx="11730789" cy="5681734"/>
          </a:xfrm>
        </p:spPr>
        <p:txBody>
          <a:bodyPr>
            <a:normAutofit/>
          </a:bodyPr>
          <a:lstStyle>
            <a:lvl1pPr>
              <a:defRPr sz="5400">
                <a:solidFill>
                  <a:srgbClr val="1A1446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BED7689C-0806-49CA-ADB1-91D43C05DE55}"/>
              </a:ext>
            </a:extLst>
          </p:cNvPr>
          <p:cNvGrpSpPr/>
          <p:nvPr userDrawn="1"/>
        </p:nvGrpSpPr>
        <p:grpSpPr>
          <a:xfrm>
            <a:off x="11595616" y="6272487"/>
            <a:ext cx="461773" cy="469521"/>
            <a:chOff x="11613545" y="6272479"/>
            <a:chExt cx="461773" cy="469521"/>
          </a:xfrm>
        </p:grpSpPr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AB9B4402-A46E-4B4E-9887-413955989832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tretch>
              <a:fillRect/>
            </a:stretch>
          </p:blipFill>
          <p:spPr>
            <a:xfrm>
              <a:off x="11613545" y="6272479"/>
              <a:ext cx="461773" cy="469521"/>
            </a:xfrm>
            <a:prstGeom prst="rect">
              <a:avLst/>
            </a:prstGeom>
          </p:spPr>
        </p:pic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F3B57896-F51A-4869-B2DF-EEEC67F1B299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3"/>
            <a:srcRect b="2491"/>
            <a:stretch/>
          </p:blipFill>
          <p:spPr>
            <a:xfrm>
              <a:off x="11718819" y="6325130"/>
              <a:ext cx="277918" cy="36330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02623168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954BA5-570B-4BB5-B3E7-33BEEF6B99B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algn="r"/>
            <a:fld id="{8FB4CE90-470A-43E3-A052-3E8AD880B4A5}" type="slidenum">
              <a:rPr lang="en-US" smtClean="0"/>
              <a:pPr algn="r"/>
              <a:t>‹#›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34F9F236-E5F1-497B-9D2D-66F8717F5B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US"/>
              <a:t>Confidential &amp; Proprietary – Not for Distribution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B199C20A-51FB-47CF-8539-89D6150A17E1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241300" y="1443039"/>
            <a:ext cx="11734800" cy="470675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6841159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954BA5-570B-4BB5-B3E7-33BEEF6B99B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algn="r"/>
            <a:fld id="{8FB4CE90-470A-43E3-A052-3E8AD880B4A5}" type="slidenum">
              <a:rPr lang="en-US" smtClean="0"/>
              <a:pPr algn="r"/>
              <a:t>‹#›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34F9F236-E5F1-497B-9D2D-66F8717F5B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US"/>
              <a:t>Confidential &amp; Proprietary – Not for Distribution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B199C20A-51FB-47CF-8539-89D6150A17E1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241301" y="1443039"/>
            <a:ext cx="5639547" cy="470675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E634D4D-039D-4270-8CBC-8D0ACEF7992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337859" y="1460500"/>
            <a:ext cx="5641848" cy="47069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34507864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 w/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954BA5-570B-4BB5-B3E7-33BEEF6B99B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algn="r"/>
            <a:fld id="{8FB4CE90-470A-43E3-A052-3E8AD880B4A5}" type="slidenum">
              <a:rPr lang="en-US" smtClean="0"/>
              <a:pPr algn="r"/>
              <a:t>‹#›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34F9F236-E5F1-497B-9D2D-66F8717F5B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US"/>
              <a:t>Confidential &amp; Proprietary – Not for Distribution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B199C20A-51FB-47CF-8539-89D6150A17E1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241299" y="1443039"/>
            <a:ext cx="7315200" cy="470675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C0AC987B-0659-4BC7-B0F8-0F7209F60BEB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7865585" y="1443037"/>
            <a:ext cx="4114800" cy="4114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>
                <a:solidFill>
                  <a:schemeClr val="accent3"/>
                </a:solidFill>
              </a:defRPr>
            </a:lvl1pPr>
          </a:lstStyle>
          <a:p>
            <a:r>
              <a:rPr lang="en-US"/>
              <a:t>To add a picture, click on the icon in the center of this box.</a:t>
            </a:r>
          </a:p>
        </p:txBody>
      </p:sp>
    </p:spTree>
    <p:extLst>
      <p:ext uri="{BB962C8B-B14F-4D97-AF65-F5344CB8AC3E}">
        <p14:creationId xmlns:p14="http://schemas.microsoft.com/office/powerpoint/2010/main" val="251770827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Logo layou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6" name="Group 45"/>
          <p:cNvGrpSpPr/>
          <p:nvPr userDrawn="1"/>
        </p:nvGrpSpPr>
        <p:grpSpPr bwMode="gray">
          <a:xfrm>
            <a:off x="2631696" y="2432562"/>
            <a:ext cx="6928611" cy="1802376"/>
            <a:chOff x="3387726" y="2736850"/>
            <a:chExt cx="5411788" cy="1384300"/>
          </a:xfrm>
        </p:grpSpPr>
        <p:sp>
          <p:nvSpPr>
            <p:cNvPr id="47" name="Freeform 55"/>
            <p:cNvSpPr>
              <a:spLocks/>
            </p:cNvSpPr>
            <p:nvPr/>
          </p:nvSpPr>
          <p:spPr bwMode="gray">
            <a:xfrm>
              <a:off x="4462463" y="3157538"/>
              <a:ext cx="331788" cy="419100"/>
            </a:xfrm>
            <a:custGeom>
              <a:avLst/>
              <a:gdLst>
                <a:gd name="T0" fmla="*/ 39 w 88"/>
                <a:gd name="T1" fmla="*/ 92 h 111"/>
                <a:gd name="T2" fmla="*/ 56 w 88"/>
                <a:gd name="T3" fmla="*/ 104 h 111"/>
                <a:gd name="T4" fmla="*/ 85 w 88"/>
                <a:gd name="T5" fmla="*/ 82 h 111"/>
                <a:gd name="T6" fmla="*/ 88 w 88"/>
                <a:gd name="T7" fmla="*/ 82 h 111"/>
                <a:gd name="T8" fmla="*/ 85 w 88"/>
                <a:gd name="T9" fmla="*/ 111 h 111"/>
                <a:gd name="T10" fmla="*/ 0 w 88"/>
                <a:gd name="T11" fmla="*/ 111 h 111"/>
                <a:gd name="T12" fmla="*/ 0 w 88"/>
                <a:gd name="T13" fmla="*/ 107 h 111"/>
                <a:gd name="T14" fmla="*/ 14 w 88"/>
                <a:gd name="T15" fmla="*/ 89 h 111"/>
                <a:gd name="T16" fmla="*/ 14 w 88"/>
                <a:gd name="T17" fmla="*/ 18 h 111"/>
                <a:gd name="T18" fmla="*/ 0 w 88"/>
                <a:gd name="T19" fmla="*/ 3 h 111"/>
                <a:gd name="T20" fmla="*/ 0 w 88"/>
                <a:gd name="T21" fmla="*/ 0 h 111"/>
                <a:gd name="T22" fmla="*/ 53 w 88"/>
                <a:gd name="T23" fmla="*/ 0 h 111"/>
                <a:gd name="T24" fmla="*/ 53 w 88"/>
                <a:gd name="T25" fmla="*/ 3 h 111"/>
                <a:gd name="T26" fmla="*/ 39 w 88"/>
                <a:gd name="T27" fmla="*/ 18 h 111"/>
                <a:gd name="T28" fmla="*/ 39 w 88"/>
                <a:gd name="T29" fmla="*/ 92 h 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8" h="111">
                  <a:moveTo>
                    <a:pt x="39" y="92"/>
                  </a:moveTo>
                  <a:cubicBezTo>
                    <a:pt x="39" y="102"/>
                    <a:pt x="43" y="104"/>
                    <a:pt x="56" y="104"/>
                  </a:cubicBezTo>
                  <a:cubicBezTo>
                    <a:pt x="70" y="104"/>
                    <a:pt x="76" y="100"/>
                    <a:pt x="85" y="82"/>
                  </a:cubicBezTo>
                  <a:cubicBezTo>
                    <a:pt x="88" y="82"/>
                    <a:pt x="88" y="82"/>
                    <a:pt x="88" y="82"/>
                  </a:cubicBezTo>
                  <a:cubicBezTo>
                    <a:pt x="85" y="111"/>
                    <a:pt x="85" y="111"/>
                    <a:pt x="85" y="111"/>
                  </a:cubicBezTo>
                  <a:cubicBezTo>
                    <a:pt x="0" y="111"/>
                    <a:pt x="0" y="111"/>
                    <a:pt x="0" y="111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13" y="104"/>
                    <a:pt x="14" y="101"/>
                    <a:pt x="14" y="89"/>
                  </a:cubicBezTo>
                  <a:cubicBezTo>
                    <a:pt x="14" y="18"/>
                    <a:pt x="14" y="18"/>
                    <a:pt x="14" y="18"/>
                  </a:cubicBezTo>
                  <a:cubicBezTo>
                    <a:pt x="14" y="9"/>
                    <a:pt x="12" y="6"/>
                    <a:pt x="0" y="3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53" y="0"/>
                    <a:pt x="53" y="0"/>
                    <a:pt x="53" y="0"/>
                  </a:cubicBezTo>
                  <a:cubicBezTo>
                    <a:pt x="53" y="3"/>
                    <a:pt x="53" y="3"/>
                    <a:pt x="53" y="3"/>
                  </a:cubicBezTo>
                  <a:cubicBezTo>
                    <a:pt x="42" y="6"/>
                    <a:pt x="39" y="8"/>
                    <a:pt x="39" y="18"/>
                  </a:cubicBezTo>
                  <a:lnTo>
                    <a:pt x="39" y="92"/>
                  </a:lnTo>
                  <a:close/>
                </a:path>
              </a:pathLst>
            </a:custGeom>
            <a:solidFill>
              <a:srgbClr val="1A144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48" name="Freeform 56"/>
            <p:cNvSpPr>
              <a:spLocks noEditPoints="1"/>
            </p:cNvSpPr>
            <p:nvPr/>
          </p:nvSpPr>
          <p:spPr bwMode="gray">
            <a:xfrm>
              <a:off x="4800601" y="3125788"/>
              <a:ext cx="173038" cy="450850"/>
            </a:xfrm>
            <a:custGeom>
              <a:avLst/>
              <a:gdLst>
                <a:gd name="T0" fmla="*/ 34 w 46"/>
                <a:gd name="T1" fmla="*/ 103 h 119"/>
                <a:gd name="T2" fmla="*/ 46 w 46"/>
                <a:gd name="T3" fmla="*/ 115 h 119"/>
                <a:gd name="T4" fmla="*/ 46 w 46"/>
                <a:gd name="T5" fmla="*/ 119 h 119"/>
                <a:gd name="T6" fmla="*/ 1 w 46"/>
                <a:gd name="T7" fmla="*/ 119 h 119"/>
                <a:gd name="T8" fmla="*/ 1 w 46"/>
                <a:gd name="T9" fmla="*/ 115 h 119"/>
                <a:gd name="T10" fmla="*/ 13 w 46"/>
                <a:gd name="T11" fmla="*/ 102 h 119"/>
                <a:gd name="T12" fmla="*/ 13 w 46"/>
                <a:gd name="T13" fmla="*/ 64 h 119"/>
                <a:gd name="T14" fmla="*/ 0 w 46"/>
                <a:gd name="T15" fmla="*/ 50 h 119"/>
                <a:gd name="T16" fmla="*/ 0 w 46"/>
                <a:gd name="T17" fmla="*/ 47 h 119"/>
                <a:gd name="T18" fmla="*/ 31 w 46"/>
                <a:gd name="T19" fmla="*/ 44 h 119"/>
                <a:gd name="T20" fmla="*/ 34 w 46"/>
                <a:gd name="T21" fmla="*/ 44 h 119"/>
                <a:gd name="T22" fmla="*/ 34 w 46"/>
                <a:gd name="T23" fmla="*/ 103 h 119"/>
                <a:gd name="T24" fmla="*/ 23 w 46"/>
                <a:gd name="T25" fmla="*/ 0 h 119"/>
                <a:gd name="T26" fmla="*/ 36 w 46"/>
                <a:gd name="T27" fmla="*/ 12 h 119"/>
                <a:gd name="T28" fmla="*/ 23 w 46"/>
                <a:gd name="T29" fmla="*/ 25 h 119"/>
                <a:gd name="T30" fmla="*/ 11 w 46"/>
                <a:gd name="T31" fmla="*/ 12 h 119"/>
                <a:gd name="T32" fmla="*/ 23 w 46"/>
                <a:gd name="T33" fmla="*/ 0 h 1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6" h="119">
                  <a:moveTo>
                    <a:pt x="34" y="103"/>
                  </a:moveTo>
                  <a:cubicBezTo>
                    <a:pt x="34" y="110"/>
                    <a:pt x="38" y="114"/>
                    <a:pt x="46" y="115"/>
                  </a:cubicBezTo>
                  <a:cubicBezTo>
                    <a:pt x="46" y="119"/>
                    <a:pt x="46" y="119"/>
                    <a:pt x="46" y="119"/>
                  </a:cubicBezTo>
                  <a:cubicBezTo>
                    <a:pt x="1" y="119"/>
                    <a:pt x="1" y="119"/>
                    <a:pt x="1" y="119"/>
                  </a:cubicBezTo>
                  <a:cubicBezTo>
                    <a:pt x="1" y="115"/>
                    <a:pt x="1" y="115"/>
                    <a:pt x="1" y="115"/>
                  </a:cubicBezTo>
                  <a:cubicBezTo>
                    <a:pt x="10" y="114"/>
                    <a:pt x="13" y="111"/>
                    <a:pt x="13" y="102"/>
                  </a:cubicBezTo>
                  <a:cubicBezTo>
                    <a:pt x="13" y="64"/>
                    <a:pt x="13" y="64"/>
                    <a:pt x="13" y="64"/>
                  </a:cubicBezTo>
                  <a:cubicBezTo>
                    <a:pt x="13" y="55"/>
                    <a:pt x="10" y="52"/>
                    <a:pt x="0" y="50"/>
                  </a:cubicBezTo>
                  <a:cubicBezTo>
                    <a:pt x="0" y="47"/>
                    <a:pt x="0" y="47"/>
                    <a:pt x="0" y="47"/>
                  </a:cubicBezTo>
                  <a:cubicBezTo>
                    <a:pt x="31" y="44"/>
                    <a:pt x="31" y="44"/>
                    <a:pt x="31" y="44"/>
                  </a:cubicBezTo>
                  <a:cubicBezTo>
                    <a:pt x="34" y="44"/>
                    <a:pt x="34" y="44"/>
                    <a:pt x="34" y="44"/>
                  </a:cubicBezTo>
                  <a:lnTo>
                    <a:pt x="34" y="103"/>
                  </a:lnTo>
                  <a:close/>
                  <a:moveTo>
                    <a:pt x="23" y="0"/>
                  </a:moveTo>
                  <a:cubicBezTo>
                    <a:pt x="30" y="0"/>
                    <a:pt x="36" y="5"/>
                    <a:pt x="36" y="12"/>
                  </a:cubicBezTo>
                  <a:cubicBezTo>
                    <a:pt x="36" y="19"/>
                    <a:pt x="30" y="25"/>
                    <a:pt x="23" y="25"/>
                  </a:cubicBezTo>
                  <a:cubicBezTo>
                    <a:pt x="17" y="25"/>
                    <a:pt x="11" y="19"/>
                    <a:pt x="11" y="12"/>
                  </a:cubicBezTo>
                  <a:cubicBezTo>
                    <a:pt x="11" y="5"/>
                    <a:pt x="17" y="0"/>
                    <a:pt x="23" y="0"/>
                  </a:cubicBezTo>
                </a:path>
              </a:pathLst>
            </a:custGeom>
            <a:solidFill>
              <a:srgbClr val="1A144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49" name="Freeform 57"/>
            <p:cNvSpPr>
              <a:spLocks noEditPoints="1"/>
            </p:cNvSpPr>
            <p:nvPr/>
          </p:nvSpPr>
          <p:spPr bwMode="gray">
            <a:xfrm>
              <a:off x="4984751" y="3125788"/>
              <a:ext cx="354013" cy="458788"/>
            </a:xfrm>
            <a:custGeom>
              <a:avLst/>
              <a:gdLst>
                <a:gd name="T0" fmla="*/ 32 w 94"/>
                <a:gd name="T1" fmla="*/ 62 h 121"/>
                <a:gd name="T2" fmla="*/ 49 w 94"/>
                <a:gd name="T3" fmla="*/ 54 h 121"/>
                <a:gd name="T4" fmla="*/ 70 w 94"/>
                <a:gd name="T5" fmla="*/ 84 h 121"/>
                <a:gd name="T6" fmla="*/ 43 w 94"/>
                <a:gd name="T7" fmla="*/ 116 h 121"/>
                <a:gd name="T8" fmla="*/ 32 w 94"/>
                <a:gd name="T9" fmla="*/ 104 h 121"/>
                <a:gd name="T10" fmla="*/ 32 w 94"/>
                <a:gd name="T11" fmla="*/ 62 h 121"/>
                <a:gd name="T12" fmla="*/ 32 w 94"/>
                <a:gd name="T13" fmla="*/ 0 h 121"/>
                <a:gd name="T14" fmla="*/ 29 w 94"/>
                <a:gd name="T15" fmla="*/ 0 h 121"/>
                <a:gd name="T16" fmla="*/ 0 w 94"/>
                <a:gd name="T17" fmla="*/ 2 h 121"/>
                <a:gd name="T18" fmla="*/ 0 w 94"/>
                <a:gd name="T19" fmla="*/ 5 h 121"/>
                <a:gd name="T20" fmla="*/ 10 w 94"/>
                <a:gd name="T21" fmla="*/ 16 h 121"/>
                <a:gd name="T22" fmla="*/ 10 w 94"/>
                <a:gd name="T23" fmla="*/ 119 h 121"/>
                <a:gd name="T24" fmla="*/ 45 w 94"/>
                <a:gd name="T25" fmla="*/ 121 h 121"/>
                <a:gd name="T26" fmla="*/ 94 w 94"/>
                <a:gd name="T27" fmla="*/ 81 h 121"/>
                <a:gd name="T28" fmla="*/ 59 w 94"/>
                <a:gd name="T29" fmla="*/ 44 h 121"/>
                <a:gd name="T30" fmla="*/ 32 w 94"/>
                <a:gd name="T31" fmla="*/ 57 h 121"/>
                <a:gd name="T32" fmla="*/ 32 w 94"/>
                <a:gd name="T33" fmla="*/ 0 h 1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94" h="121">
                  <a:moveTo>
                    <a:pt x="32" y="62"/>
                  </a:moveTo>
                  <a:cubicBezTo>
                    <a:pt x="39" y="56"/>
                    <a:pt x="43" y="54"/>
                    <a:pt x="49" y="54"/>
                  </a:cubicBezTo>
                  <a:cubicBezTo>
                    <a:pt x="61" y="54"/>
                    <a:pt x="70" y="66"/>
                    <a:pt x="70" y="84"/>
                  </a:cubicBezTo>
                  <a:cubicBezTo>
                    <a:pt x="70" y="107"/>
                    <a:pt x="59" y="116"/>
                    <a:pt x="43" y="116"/>
                  </a:cubicBezTo>
                  <a:cubicBezTo>
                    <a:pt x="35" y="116"/>
                    <a:pt x="32" y="113"/>
                    <a:pt x="32" y="104"/>
                  </a:cubicBezTo>
                  <a:lnTo>
                    <a:pt x="32" y="62"/>
                  </a:lnTo>
                  <a:close/>
                  <a:moveTo>
                    <a:pt x="32" y="0"/>
                  </a:moveTo>
                  <a:cubicBezTo>
                    <a:pt x="29" y="0"/>
                    <a:pt x="29" y="0"/>
                    <a:pt x="29" y="0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0" y="5"/>
                    <a:pt x="0" y="5"/>
                    <a:pt x="0" y="5"/>
                  </a:cubicBezTo>
                  <a:cubicBezTo>
                    <a:pt x="6" y="6"/>
                    <a:pt x="10" y="10"/>
                    <a:pt x="10" y="16"/>
                  </a:cubicBezTo>
                  <a:cubicBezTo>
                    <a:pt x="10" y="119"/>
                    <a:pt x="10" y="119"/>
                    <a:pt x="10" y="119"/>
                  </a:cubicBezTo>
                  <a:cubicBezTo>
                    <a:pt x="21" y="121"/>
                    <a:pt x="32" y="121"/>
                    <a:pt x="45" y="121"/>
                  </a:cubicBezTo>
                  <a:cubicBezTo>
                    <a:pt x="80" y="121"/>
                    <a:pt x="94" y="103"/>
                    <a:pt x="94" y="81"/>
                  </a:cubicBezTo>
                  <a:cubicBezTo>
                    <a:pt x="94" y="60"/>
                    <a:pt x="79" y="44"/>
                    <a:pt x="59" y="44"/>
                  </a:cubicBezTo>
                  <a:cubicBezTo>
                    <a:pt x="49" y="44"/>
                    <a:pt x="40" y="48"/>
                    <a:pt x="32" y="57"/>
                  </a:cubicBezTo>
                  <a:lnTo>
                    <a:pt x="32" y="0"/>
                  </a:lnTo>
                  <a:close/>
                </a:path>
              </a:pathLst>
            </a:custGeom>
            <a:solidFill>
              <a:srgbClr val="1A144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50" name="Freeform 58"/>
            <p:cNvSpPr>
              <a:spLocks noEditPoints="1"/>
            </p:cNvSpPr>
            <p:nvPr/>
          </p:nvSpPr>
          <p:spPr bwMode="gray">
            <a:xfrm>
              <a:off x="5368926" y="3292475"/>
              <a:ext cx="288925" cy="292100"/>
            </a:xfrm>
            <a:custGeom>
              <a:avLst/>
              <a:gdLst>
                <a:gd name="T0" fmla="*/ 23 w 77"/>
                <a:gd name="T1" fmla="*/ 28 h 77"/>
                <a:gd name="T2" fmla="*/ 38 w 77"/>
                <a:gd name="T3" fmla="*/ 5 h 77"/>
                <a:gd name="T4" fmla="*/ 54 w 77"/>
                <a:gd name="T5" fmla="*/ 28 h 77"/>
                <a:gd name="T6" fmla="*/ 23 w 77"/>
                <a:gd name="T7" fmla="*/ 28 h 77"/>
                <a:gd name="T8" fmla="*/ 77 w 77"/>
                <a:gd name="T9" fmla="*/ 33 h 77"/>
                <a:gd name="T10" fmla="*/ 40 w 77"/>
                <a:gd name="T11" fmla="*/ 0 h 77"/>
                <a:gd name="T12" fmla="*/ 0 w 77"/>
                <a:gd name="T13" fmla="*/ 39 h 77"/>
                <a:gd name="T14" fmla="*/ 39 w 77"/>
                <a:gd name="T15" fmla="*/ 77 h 77"/>
                <a:gd name="T16" fmla="*/ 77 w 77"/>
                <a:gd name="T17" fmla="*/ 53 h 77"/>
                <a:gd name="T18" fmla="*/ 74 w 77"/>
                <a:gd name="T19" fmla="*/ 53 h 77"/>
                <a:gd name="T20" fmla="*/ 48 w 77"/>
                <a:gd name="T21" fmla="*/ 68 h 77"/>
                <a:gd name="T22" fmla="*/ 23 w 77"/>
                <a:gd name="T23" fmla="*/ 33 h 77"/>
                <a:gd name="T24" fmla="*/ 77 w 77"/>
                <a:gd name="T25" fmla="*/ 33 h 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7" h="77">
                  <a:moveTo>
                    <a:pt x="23" y="28"/>
                  </a:moveTo>
                  <a:cubicBezTo>
                    <a:pt x="24" y="14"/>
                    <a:pt x="29" y="5"/>
                    <a:pt x="38" y="5"/>
                  </a:cubicBezTo>
                  <a:cubicBezTo>
                    <a:pt x="47" y="5"/>
                    <a:pt x="53" y="15"/>
                    <a:pt x="54" y="28"/>
                  </a:cubicBezTo>
                  <a:lnTo>
                    <a:pt x="23" y="28"/>
                  </a:lnTo>
                  <a:close/>
                  <a:moveTo>
                    <a:pt x="77" y="33"/>
                  </a:moveTo>
                  <a:cubicBezTo>
                    <a:pt x="75" y="13"/>
                    <a:pt x="60" y="0"/>
                    <a:pt x="40" y="0"/>
                  </a:cubicBezTo>
                  <a:cubicBezTo>
                    <a:pt x="17" y="0"/>
                    <a:pt x="0" y="17"/>
                    <a:pt x="0" y="39"/>
                  </a:cubicBezTo>
                  <a:cubicBezTo>
                    <a:pt x="0" y="61"/>
                    <a:pt x="17" y="77"/>
                    <a:pt x="39" y="77"/>
                  </a:cubicBezTo>
                  <a:cubicBezTo>
                    <a:pt x="56" y="77"/>
                    <a:pt x="71" y="68"/>
                    <a:pt x="77" y="53"/>
                  </a:cubicBezTo>
                  <a:cubicBezTo>
                    <a:pt x="74" y="53"/>
                    <a:pt x="74" y="53"/>
                    <a:pt x="74" y="53"/>
                  </a:cubicBezTo>
                  <a:cubicBezTo>
                    <a:pt x="67" y="63"/>
                    <a:pt x="59" y="68"/>
                    <a:pt x="48" y="68"/>
                  </a:cubicBezTo>
                  <a:cubicBezTo>
                    <a:pt x="35" y="68"/>
                    <a:pt x="22" y="56"/>
                    <a:pt x="23" y="33"/>
                  </a:cubicBezTo>
                  <a:lnTo>
                    <a:pt x="77" y="33"/>
                  </a:lnTo>
                  <a:close/>
                </a:path>
              </a:pathLst>
            </a:custGeom>
            <a:solidFill>
              <a:srgbClr val="1A144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51" name="Freeform 59"/>
            <p:cNvSpPr>
              <a:spLocks/>
            </p:cNvSpPr>
            <p:nvPr/>
          </p:nvSpPr>
          <p:spPr bwMode="gray">
            <a:xfrm>
              <a:off x="5665788" y="3292475"/>
              <a:ext cx="269875" cy="284163"/>
            </a:xfrm>
            <a:custGeom>
              <a:avLst/>
              <a:gdLst>
                <a:gd name="T0" fmla="*/ 67 w 72"/>
                <a:gd name="T1" fmla="*/ 28 h 75"/>
                <a:gd name="T2" fmla="*/ 51 w 72"/>
                <a:gd name="T3" fmla="*/ 19 h 75"/>
                <a:gd name="T4" fmla="*/ 35 w 72"/>
                <a:gd name="T5" fmla="*/ 29 h 75"/>
                <a:gd name="T6" fmla="*/ 35 w 72"/>
                <a:gd name="T7" fmla="*/ 58 h 75"/>
                <a:gd name="T8" fmla="*/ 47 w 72"/>
                <a:gd name="T9" fmla="*/ 71 h 75"/>
                <a:gd name="T10" fmla="*/ 47 w 72"/>
                <a:gd name="T11" fmla="*/ 75 h 75"/>
                <a:gd name="T12" fmla="*/ 2 w 72"/>
                <a:gd name="T13" fmla="*/ 75 h 75"/>
                <a:gd name="T14" fmla="*/ 2 w 72"/>
                <a:gd name="T15" fmla="*/ 71 h 75"/>
                <a:gd name="T16" fmla="*/ 14 w 72"/>
                <a:gd name="T17" fmla="*/ 58 h 75"/>
                <a:gd name="T18" fmla="*/ 14 w 72"/>
                <a:gd name="T19" fmla="*/ 20 h 75"/>
                <a:gd name="T20" fmla="*/ 0 w 72"/>
                <a:gd name="T21" fmla="*/ 6 h 75"/>
                <a:gd name="T22" fmla="*/ 0 w 72"/>
                <a:gd name="T23" fmla="*/ 3 h 75"/>
                <a:gd name="T24" fmla="*/ 32 w 72"/>
                <a:gd name="T25" fmla="*/ 0 h 75"/>
                <a:gd name="T26" fmla="*/ 35 w 72"/>
                <a:gd name="T27" fmla="*/ 0 h 75"/>
                <a:gd name="T28" fmla="*/ 35 w 72"/>
                <a:gd name="T29" fmla="*/ 23 h 75"/>
                <a:gd name="T30" fmla="*/ 35 w 72"/>
                <a:gd name="T31" fmla="*/ 23 h 75"/>
                <a:gd name="T32" fmla="*/ 59 w 72"/>
                <a:gd name="T33" fmla="*/ 0 h 75"/>
                <a:gd name="T34" fmla="*/ 72 w 72"/>
                <a:gd name="T35" fmla="*/ 6 h 75"/>
                <a:gd name="T36" fmla="*/ 67 w 72"/>
                <a:gd name="T37" fmla="*/ 28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2" h="75">
                  <a:moveTo>
                    <a:pt x="67" y="28"/>
                  </a:moveTo>
                  <a:cubicBezTo>
                    <a:pt x="61" y="22"/>
                    <a:pt x="56" y="19"/>
                    <a:pt x="51" y="19"/>
                  </a:cubicBezTo>
                  <a:cubicBezTo>
                    <a:pt x="44" y="19"/>
                    <a:pt x="40" y="21"/>
                    <a:pt x="35" y="29"/>
                  </a:cubicBezTo>
                  <a:cubicBezTo>
                    <a:pt x="35" y="58"/>
                    <a:pt x="35" y="58"/>
                    <a:pt x="35" y="58"/>
                  </a:cubicBezTo>
                  <a:cubicBezTo>
                    <a:pt x="35" y="67"/>
                    <a:pt x="37" y="69"/>
                    <a:pt x="47" y="71"/>
                  </a:cubicBezTo>
                  <a:cubicBezTo>
                    <a:pt x="47" y="75"/>
                    <a:pt x="47" y="75"/>
                    <a:pt x="47" y="75"/>
                  </a:cubicBezTo>
                  <a:cubicBezTo>
                    <a:pt x="2" y="75"/>
                    <a:pt x="2" y="75"/>
                    <a:pt x="2" y="75"/>
                  </a:cubicBezTo>
                  <a:cubicBezTo>
                    <a:pt x="2" y="71"/>
                    <a:pt x="2" y="71"/>
                    <a:pt x="2" y="71"/>
                  </a:cubicBezTo>
                  <a:cubicBezTo>
                    <a:pt x="11" y="69"/>
                    <a:pt x="14" y="66"/>
                    <a:pt x="14" y="58"/>
                  </a:cubicBezTo>
                  <a:cubicBezTo>
                    <a:pt x="14" y="20"/>
                    <a:pt x="14" y="20"/>
                    <a:pt x="14" y="20"/>
                  </a:cubicBezTo>
                  <a:cubicBezTo>
                    <a:pt x="14" y="11"/>
                    <a:pt x="10" y="7"/>
                    <a:pt x="0" y="6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32" y="0"/>
                    <a:pt x="32" y="0"/>
                    <a:pt x="32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35" y="23"/>
                    <a:pt x="35" y="23"/>
                    <a:pt x="35" y="23"/>
                  </a:cubicBezTo>
                  <a:cubicBezTo>
                    <a:pt x="35" y="23"/>
                    <a:pt x="35" y="23"/>
                    <a:pt x="35" y="23"/>
                  </a:cubicBezTo>
                  <a:cubicBezTo>
                    <a:pt x="42" y="7"/>
                    <a:pt x="50" y="0"/>
                    <a:pt x="59" y="0"/>
                  </a:cubicBezTo>
                  <a:cubicBezTo>
                    <a:pt x="64" y="0"/>
                    <a:pt x="68" y="2"/>
                    <a:pt x="72" y="6"/>
                  </a:cubicBezTo>
                  <a:lnTo>
                    <a:pt x="67" y="28"/>
                  </a:lnTo>
                  <a:close/>
                </a:path>
              </a:pathLst>
            </a:custGeom>
            <a:solidFill>
              <a:srgbClr val="1A144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52" name="Freeform 60"/>
            <p:cNvSpPr>
              <a:spLocks/>
            </p:cNvSpPr>
            <p:nvPr/>
          </p:nvSpPr>
          <p:spPr bwMode="gray">
            <a:xfrm>
              <a:off x="5943601" y="3198813"/>
              <a:ext cx="541338" cy="588963"/>
            </a:xfrm>
            <a:custGeom>
              <a:avLst/>
              <a:gdLst>
                <a:gd name="T0" fmla="*/ 114 w 144"/>
                <a:gd name="T1" fmla="*/ 28 h 156"/>
                <a:gd name="T2" fmla="*/ 114 w 144"/>
                <a:gd name="T3" fmla="*/ 31 h 156"/>
                <a:gd name="T4" fmla="*/ 119 w 144"/>
                <a:gd name="T5" fmla="*/ 54 h 156"/>
                <a:gd name="T6" fmla="*/ 109 w 144"/>
                <a:gd name="T7" fmla="*/ 77 h 156"/>
                <a:gd name="T8" fmla="*/ 94 w 144"/>
                <a:gd name="T9" fmla="*/ 46 h 156"/>
                <a:gd name="T10" fmla="*/ 97 w 144"/>
                <a:gd name="T11" fmla="*/ 31 h 156"/>
                <a:gd name="T12" fmla="*/ 97 w 144"/>
                <a:gd name="T13" fmla="*/ 28 h 156"/>
                <a:gd name="T14" fmla="*/ 56 w 144"/>
                <a:gd name="T15" fmla="*/ 28 h 156"/>
                <a:gd name="T16" fmla="*/ 55 w 144"/>
                <a:gd name="T17" fmla="*/ 28 h 156"/>
                <a:gd name="T18" fmla="*/ 34 w 144"/>
                <a:gd name="T19" fmla="*/ 28 h 156"/>
                <a:gd name="T20" fmla="*/ 34 w 144"/>
                <a:gd name="T21" fmla="*/ 0 h 156"/>
                <a:gd name="T22" fmla="*/ 30 w 144"/>
                <a:gd name="T23" fmla="*/ 0 h 156"/>
                <a:gd name="T24" fmla="*/ 0 w 144"/>
                <a:gd name="T25" fmla="*/ 30 h 156"/>
                <a:gd name="T26" fmla="*/ 0 w 144"/>
                <a:gd name="T27" fmla="*/ 34 h 156"/>
                <a:gd name="T28" fmla="*/ 13 w 144"/>
                <a:gd name="T29" fmla="*/ 34 h 156"/>
                <a:gd name="T30" fmla="*/ 13 w 144"/>
                <a:gd name="T31" fmla="*/ 80 h 156"/>
                <a:gd name="T32" fmla="*/ 37 w 144"/>
                <a:gd name="T33" fmla="*/ 102 h 156"/>
                <a:gd name="T34" fmla="*/ 60 w 144"/>
                <a:gd name="T35" fmla="*/ 90 h 156"/>
                <a:gd name="T36" fmla="*/ 58 w 144"/>
                <a:gd name="T37" fmla="*/ 88 h 156"/>
                <a:gd name="T38" fmla="*/ 47 w 144"/>
                <a:gd name="T39" fmla="*/ 93 h 156"/>
                <a:gd name="T40" fmla="*/ 34 w 144"/>
                <a:gd name="T41" fmla="*/ 75 h 156"/>
                <a:gd name="T42" fmla="*/ 34 w 144"/>
                <a:gd name="T43" fmla="*/ 34 h 156"/>
                <a:gd name="T44" fmla="*/ 53 w 144"/>
                <a:gd name="T45" fmla="*/ 34 h 156"/>
                <a:gd name="T46" fmla="*/ 71 w 144"/>
                <a:gd name="T47" fmla="*/ 47 h 156"/>
                <a:gd name="T48" fmla="*/ 97 w 144"/>
                <a:gd name="T49" fmla="*/ 102 h 156"/>
                <a:gd name="T50" fmla="*/ 68 w 144"/>
                <a:gd name="T51" fmla="*/ 136 h 156"/>
                <a:gd name="T52" fmla="*/ 58 w 144"/>
                <a:gd name="T53" fmla="*/ 134 h 156"/>
                <a:gd name="T54" fmla="*/ 54 w 144"/>
                <a:gd name="T55" fmla="*/ 155 h 156"/>
                <a:gd name="T56" fmla="*/ 60 w 144"/>
                <a:gd name="T57" fmla="*/ 156 h 156"/>
                <a:gd name="T58" fmla="*/ 90 w 144"/>
                <a:gd name="T59" fmla="*/ 132 h 156"/>
                <a:gd name="T60" fmla="*/ 127 w 144"/>
                <a:gd name="T61" fmla="*/ 50 h 156"/>
                <a:gd name="T62" fmla="*/ 144 w 144"/>
                <a:gd name="T63" fmla="*/ 31 h 156"/>
                <a:gd name="T64" fmla="*/ 144 w 144"/>
                <a:gd name="T65" fmla="*/ 28 h 156"/>
                <a:gd name="T66" fmla="*/ 114 w 144"/>
                <a:gd name="T67" fmla="*/ 28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144" h="156">
                  <a:moveTo>
                    <a:pt x="114" y="28"/>
                  </a:moveTo>
                  <a:cubicBezTo>
                    <a:pt x="114" y="31"/>
                    <a:pt x="114" y="31"/>
                    <a:pt x="114" y="31"/>
                  </a:cubicBezTo>
                  <a:cubicBezTo>
                    <a:pt x="123" y="33"/>
                    <a:pt x="125" y="39"/>
                    <a:pt x="119" y="54"/>
                  </a:cubicBezTo>
                  <a:cubicBezTo>
                    <a:pt x="109" y="77"/>
                    <a:pt x="109" y="77"/>
                    <a:pt x="109" y="77"/>
                  </a:cubicBezTo>
                  <a:cubicBezTo>
                    <a:pt x="94" y="46"/>
                    <a:pt x="94" y="46"/>
                    <a:pt x="94" y="46"/>
                  </a:cubicBezTo>
                  <a:cubicBezTo>
                    <a:pt x="89" y="37"/>
                    <a:pt x="89" y="32"/>
                    <a:pt x="97" y="31"/>
                  </a:cubicBezTo>
                  <a:cubicBezTo>
                    <a:pt x="97" y="28"/>
                    <a:pt x="97" y="28"/>
                    <a:pt x="97" y="28"/>
                  </a:cubicBezTo>
                  <a:cubicBezTo>
                    <a:pt x="56" y="28"/>
                    <a:pt x="56" y="28"/>
                    <a:pt x="56" y="28"/>
                  </a:cubicBezTo>
                  <a:cubicBezTo>
                    <a:pt x="55" y="28"/>
                    <a:pt x="55" y="28"/>
                    <a:pt x="55" y="28"/>
                  </a:cubicBezTo>
                  <a:cubicBezTo>
                    <a:pt x="34" y="28"/>
                    <a:pt x="34" y="28"/>
                    <a:pt x="34" y="28"/>
                  </a:cubicBezTo>
                  <a:cubicBezTo>
                    <a:pt x="34" y="0"/>
                    <a:pt x="34" y="0"/>
                    <a:pt x="34" y="0"/>
                  </a:cubicBezTo>
                  <a:cubicBezTo>
                    <a:pt x="30" y="0"/>
                    <a:pt x="30" y="0"/>
                    <a:pt x="30" y="0"/>
                  </a:cubicBezTo>
                  <a:cubicBezTo>
                    <a:pt x="20" y="13"/>
                    <a:pt x="9" y="25"/>
                    <a:pt x="0" y="30"/>
                  </a:cubicBezTo>
                  <a:cubicBezTo>
                    <a:pt x="0" y="34"/>
                    <a:pt x="0" y="34"/>
                    <a:pt x="0" y="34"/>
                  </a:cubicBezTo>
                  <a:cubicBezTo>
                    <a:pt x="13" y="34"/>
                    <a:pt x="13" y="34"/>
                    <a:pt x="13" y="34"/>
                  </a:cubicBezTo>
                  <a:cubicBezTo>
                    <a:pt x="13" y="80"/>
                    <a:pt x="13" y="80"/>
                    <a:pt x="13" y="80"/>
                  </a:cubicBezTo>
                  <a:cubicBezTo>
                    <a:pt x="13" y="96"/>
                    <a:pt x="23" y="102"/>
                    <a:pt x="37" y="102"/>
                  </a:cubicBezTo>
                  <a:cubicBezTo>
                    <a:pt x="48" y="102"/>
                    <a:pt x="55" y="99"/>
                    <a:pt x="60" y="90"/>
                  </a:cubicBezTo>
                  <a:cubicBezTo>
                    <a:pt x="58" y="88"/>
                    <a:pt x="58" y="88"/>
                    <a:pt x="58" y="88"/>
                  </a:cubicBezTo>
                  <a:cubicBezTo>
                    <a:pt x="54" y="92"/>
                    <a:pt x="51" y="93"/>
                    <a:pt x="47" y="93"/>
                  </a:cubicBezTo>
                  <a:cubicBezTo>
                    <a:pt x="37" y="93"/>
                    <a:pt x="34" y="87"/>
                    <a:pt x="34" y="75"/>
                  </a:cubicBezTo>
                  <a:cubicBezTo>
                    <a:pt x="34" y="34"/>
                    <a:pt x="34" y="34"/>
                    <a:pt x="34" y="34"/>
                  </a:cubicBezTo>
                  <a:cubicBezTo>
                    <a:pt x="53" y="34"/>
                    <a:pt x="53" y="34"/>
                    <a:pt x="53" y="34"/>
                  </a:cubicBezTo>
                  <a:cubicBezTo>
                    <a:pt x="64" y="34"/>
                    <a:pt x="67" y="38"/>
                    <a:pt x="71" y="47"/>
                  </a:cubicBezTo>
                  <a:cubicBezTo>
                    <a:pt x="97" y="102"/>
                    <a:pt x="97" y="102"/>
                    <a:pt x="97" y="102"/>
                  </a:cubicBezTo>
                  <a:cubicBezTo>
                    <a:pt x="89" y="126"/>
                    <a:pt x="81" y="136"/>
                    <a:pt x="68" y="136"/>
                  </a:cubicBezTo>
                  <a:cubicBezTo>
                    <a:pt x="65" y="136"/>
                    <a:pt x="63" y="135"/>
                    <a:pt x="58" y="134"/>
                  </a:cubicBezTo>
                  <a:cubicBezTo>
                    <a:pt x="54" y="155"/>
                    <a:pt x="54" y="155"/>
                    <a:pt x="54" y="155"/>
                  </a:cubicBezTo>
                  <a:cubicBezTo>
                    <a:pt x="56" y="156"/>
                    <a:pt x="58" y="156"/>
                    <a:pt x="60" y="156"/>
                  </a:cubicBezTo>
                  <a:cubicBezTo>
                    <a:pt x="75" y="156"/>
                    <a:pt x="83" y="150"/>
                    <a:pt x="90" y="132"/>
                  </a:cubicBezTo>
                  <a:cubicBezTo>
                    <a:pt x="127" y="50"/>
                    <a:pt x="127" y="50"/>
                    <a:pt x="127" y="50"/>
                  </a:cubicBezTo>
                  <a:cubicBezTo>
                    <a:pt x="132" y="36"/>
                    <a:pt x="135" y="34"/>
                    <a:pt x="144" y="31"/>
                  </a:cubicBezTo>
                  <a:cubicBezTo>
                    <a:pt x="144" y="28"/>
                    <a:pt x="144" y="28"/>
                    <a:pt x="144" y="28"/>
                  </a:cubicBezTo>
                  <a:lnTo>
                    <a:pt x="114" y="28"/>
                  </a:lnTo>
                  <a:close/>
                </a:path>
              </a:pathLst>
            </a:custGeom>
            <a:solidFill>
              <a:srgbClr val="1A144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53" name="Freeform 61"/>
            <p:cNvSpPr>
              <a:spLocks/>
            </p:cNvSpPr>
            <p:nvPr/>
          </p:nvSpPr>
          <p:spPr bwMode="gray">
            <a:xfrm>
              <a:off x="6594476" y="3157538"/>
              <a:ext cx="619125" cy="419100"/>
            </a:xfrm>
            <a:custGeom>
              <a:avLst/>
              <a:gdLst>
                <a:gd name="T0" fmla="*/ 148 w 165"/>
                <a:gd name="T1" fmla="*/ 91 h 111"/>
                <a:gd name="T2" fmla="*/ 165 w 165"/>
                <a:gd name="T3" fmla="*/ 108 h 111"/>
                <a:gd name="T4" fmla="*/ 165 w 165"/>
                <a:gd name="T5" fmla="*/ 111 h 111"/>
                <a:gd name="T6" fmla="*/ 110 w 165"/>
                <a:gd name="T7" fmla="*/ 111 h 111"/>
                <a:gd name="T8" fmla="*/ 110 w 165"/>
                <a:gd name="T9" fmla="*/ 108 h 111"/>
                <a:gd name="T10" fmla="*/ 122 w 165"/>
                <a:gd name="T11" fmla="*/ 84 h 111"/>
                <a:gd name="T12" fmla="*/ 113 w 165"/>
                <a:gd name="T13" fmla="*/ 20 h 111"/>
                <a:gd name="T14" fmla="*/ 113 w 165"/>
                <a:gd name="T15" fmla="*/ 20 h 111"/>
                <a:gd name="T16" fmla="*/ 77 w 165"/>
                <a:gd name="T17" fmla="*/ 111 h 111"/>
                <a:gd name="T18" fmla="*/ 73 w 165"/>
                <a:gd name="T19" fmla="*/ 111 h 111"/>
                <a:gd name="T20" fmla="*/ 37 w 165"/>
                <a:gd name="T21" fmla="*/ 20 h 111"/>
                <a:gd name="T22" fmla="*/ 37 w 165"/>
                <a:gd name="T23" fmla="*/ 20 h 111"/>
                <a:gd name="T24" fmla="*/ 27 w 165"/>
                <a:gd name="T25" fmla="*/ 85 h 111"/>
                <a:gd name="T26" fmla="*/ 40 w 165"/>
                <a:gd name="T27" fmla="*/ 108 h 111"/>
                <a:gd name="T28" fmla="*/ 40 w 165"/>
                <a:gd name="T29" fmla="*/ 111 h 111"/>
                <a:gd name="T30" fmla="*/ 0 w 165"/>
                <a:gd name="T31" fmla="*/ 111 h 111"/>
                <a:gd name="T32" fmla="*/ 0 w 165"/>
                <a:gd name="T33" fmla="*/ 108 h 111"/>
                <a:gd name="T34" fmla="*/ 20 w 165"/>
                <a:gd name="T35" fmla="*/ 84 h 111"/>
                <a:gd name="T36" fmla="*/ 31 w 165"/>
                <a:gd name="T37" fmla="*/ 11 h 111"/>
                <a:gd name="T38" fmla="*/ 15 w 165"/>
                <a:gd name="T39" fmla="*/ 3 h 111"/>
                <a:gd name="T40" fmla="*/ 15 w 165"/>
                <a:gd name="T41" fmla="*/ 0 h 111"/>
                <a:gd name="T42" fmla="*/ 55 w 165"/>
                <a:gd name="T43" fmla="*/ 0 h 111"/>
                <a:gd name="T44" fmla="*/ 84 w 165"/>
                <a:gd name="T45" fmla="*/ 74 h 111"/>
                <a:gd name="T46" fmla="*/ 113 w 165"/>
                <a:gd name="T47" fmla="*/ 0 h 111"/>
                <a:gd name="T48" fmla="*/ 151 w 165"/>
                <a:gd name="T49" fmla="*/ 0 h 111"/>
                <a:gd name="T50" fmla="*/ 151 w 165"/>
                <a:gd name="T51" fmla="*/ 3 h 111"/>
                <a:gd name="T52" fmla="*/ 138 w 165"/>
                <a:gd name="T53" fmla="*/ 22 h 111"/>
                <a:gd name="T54" fmla="*/ 148 w 165"/>
                <a:gd name="T55" fmla="*/ 91 h 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165" h="111">
                  <a:moveTo>
                    <a:pt x="148" y="91"/>
                  </a:moveTo>
                  <a:cubicBezTo>
                    <a:pt x="150" y="100"/>
                    <a:pt x="154" y="106"/>
                    <a:pt x="165" y="108"/>
                  </a:cubicBezTo>
                  <a:cubicBezTo>
                    <a:pt x="165" y="111"/>
                    <a:pt x="165" y="111"/>
                    <a:pt x="165" y="111"/>
                  </a:cubicBezTo>
                  <a:cubicBezTo>
                    <a:pt x="110" y="111"/>
                    <a:pt x="110" y="111"/>
                    <a:pt x="110" y="111"/>
                  </a:cubicBezTo>
                  <a:cubicBezTo>
                    <a:pt x="110" y="108"/>
                    <a:pt x="110" y="108"/>
                    <a:pt x="110" y="108"/>
                  </a:cubicBezTo>
                  <a:cubicBezTo>
                    <a:pt x="122" y="105"/>
                    <a:pt x="124" y="98"/>
                    <a:pt x="122" y="84"/>
                  </a:cubicBezTo>
                  <a:cubicBezTo>
                    <a:pt x="113" y="20"/>
                    <a:pt x="113" y="20"/>
                    <a:pt x="113" y="20"/>
                  </a:cubicBezTo>
                  <a:cubicBezTo>
                    <a:pt x="113" y="20"/>
                    <a:pt x="113" y="20"/>
                    <a:pt x="113" y="20"/>
                  </a:cubicBezTo>
                  <a:cubicBezTo>
                    <a:pt x="77" y="111"/>
                    <a:pt x="77" y="111"/>
                    <a:pt x="77" y="111"/>
                  </a:cubicBezTo>
                  <a:cubicBezTo>
                    <a:pt x="73" y="111"/>
                    <a:pt x="73" y="111"/>
                    <a:pt x="73" y="111"/>
                  </a:cubicBezTo>
                  <a:cubicBezTo>
                    <a:pt x="37" y="20"/>
                    <a:pt x="37" y="20"/>
                    <a:pt x="37" y="20"/>
                  </a:cubicBezTo>
                  <a:cubicBezTo>
                    <a:pt x="37" y="20"/>
                    <a:pt x="37" y="20"/>
                    <a:pt x="37" y="20"/>
                  </a:cubicBezTo>
                  <a:cubicBezTo>
                    <a:pt x="27" y="85"/>
                    <a:pt x="27" y="85"/>
                    <a:pt x="27" y="85"/>
                  </a:cubicBezTo>
                  <a:cubicBezTo>
                    <a:pt x="25" y="98"/>
                    <a:pt x="28" y="107"/>
                    <a:pt x="40" y="108"/>
                  </a:cubicBezTo>
                  <a:cubicBezTo>
                    <a:pt x="40" y="111"/>
                    <a:pt x="40" y="111"/>
                    <a:pt x="40" y="111"/>
                  </a:cubicBezTo>
                  <a:cubicBezTo>
                    <a:pt x="0" y="111"/>
                    <a:pt x="0" y="111"/>
                    <a:pt x="0" y="111"/>
                  </a:cubicBezTo>
                  <a:cubicBezTo>
                    <a:pt x="0" y="108"/>
                    <a:pt x="0" y="108"/>
                    <a:pt x="0" y="108"/>
                  </a:cubicBezTo>
                  <a:cubicBezTo>
                    <a:pt x="12" y="108"/>
                    <a:pt x="17" y="101"/>
                    <a:pt x="20" y="84"/>
                  </a:cubicBezTo>
                  <a:cubicBezTo>
                    <a:pt x="31" y="11"/>
                    <a:pt x="31" y="11"/>
                    <a:pt x="31" y="11"/>
                  </a:cubicBezTo>
                  <a:cubicBezTo>
                    <a:pt x="26" y="7"/>
                    <a:pt x="20" y="4"/>
                    <a:pt x="15" y="3"/>
                  </a:cubicBezTo>
                  <a:cubicBezTo>
                    <a:pt x="15" y="0"/>
                    <a:pt x="15" y="0"/>
                    <a:pt x="15" y="0"/>
                  </a:cubicBezTo>
                  <a:cubicBezTo>
                    <a:pt x="55" y="0"/>
                    <a:pt x="55" y="0"/>
                    <a:pt x="55" y="0"/>
                  </a:cubicBezTo>
                  <a:cubicBezTo>
                    <a:pt x="84" y="74"/>
                    <a:pt x="84" y="74"/>
                    <a:pt x="84" y="74"/>
                  </a:cubicBezTo>
                  <a:cubicBezTo>
                    <a:pt x="113" y="0"/>
                    <a:pt x="113" y="0"/>
                    <a:pt x="113" y="0"/>
                  </a:cubicBezTo>
                  <a:cubicBezTo>
                    <a:pt x="151" y="0"/>
                    <a:pt x="151" y="0"/>
                    <a:pt x="151" y="0"/>
                  </a:cubicBezTo>
                  <a:cubicBezTo>
                    <a:pt x="151" y="3"/>
                    <a:pt x="151" y="3"/>
                    <a:pt x="151" y="3"/>
                  </a:cubicBezTo>
                  <a:cubicBezTo>
                    <a:pt x="139" y="6"/>
                    <a:pt x="137" y="11"/>
                    <a:pt x="138" y="22"/>
                  </a:cubicBezTo>
                  <a:lnTo>
                    <a:pt x="148" y="91"/>
                  </a:lnTo>
                  <a:close/>
                </a:path>
              </a:pathLst>
            </a:custGeom>
            <a:solidFill>
              <a:srgbClr val="1A144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54" name="Freeform 62"/>
            <p:cNvSpPr>
              <a:spLocks/>
            </p:cNvSpPr>
            <p:nvPr/>
          </p:nvSpPr>
          <p:spPr bwMode="gray">
            <a:xfrm>
              <a:off x="7207251" y="3297238"/>
              <a:ext cx="360363" cy="290513"/>
            </a:xfrm>
            <a:custGeom>
              <a:avLst/>
              <a:gdLst>
                <a:gd name="T0" fmla="*/ 11 w 96"/>
                <a:gd name="T1" fmla="*/ 18 h 77"/>
                <a:gd name="T2" fmla="*/ 0 w 96"/>
                <a:gd name="T3" fmla="*/ 6 h 77"/>
                <a:gd name="T4" fmla="*/ 0 w 96"/>
                <a:gd name="T5" fmla="*/ 3 h 77"/>
                <a:gd name="T6" fmla="*/ 29 w 96"/>
                <a:gd name="T7" fmla="*/ 0 h 77"/>
                <a:gd name="T8" fmla="*/ 32 w 96"/>
                <a:gd name="T9" fmla="*/ 0 h 77"/>
                <a:gd name="T10" fmla="*/ 32 w 96"/>
                <a:gd name="T11" fmla="*/ 53 h 77"/>
                <a:gd name="T12" fmla="*/ 46 w 96"/>
                <a:gd name="T13" fmla="*/ 65 h 77"/>
                <a:gd name="T14" fmla="*/ 63 w 96"/>
                <a:gd name="T15" fmla="*/ 52 h 77"/>
                <a:gd name="T16" fmla="*/ 63 w 96"/>
                <a:gd name="T17" fmla="*/ 17 h 77"/>
                <a:gd name="T18" fmla="*/ 52 w 96"/>
                <a:gd name="T19" fmla="*/ 6 h 77"/>
                <a:gd name="T20" fmla="*/ 52 w 96"/>
                <a:gd name="T21" fmla="*/ 3 h 77"/>
                <a:gd name="T22" fmla="*/ 82 w 96"/>
                <a:gd name="T23" fmla="*/ 0 h 77"/>
                <a:gd name="T24" fmla="*/ 85 w 96"/>
                <a:gd name="T25" fmla="*/ 0 h 77"/>
                <a:gd name="T26" fmla="*/ 85 w 96"/>
                <a:gd name="T27" fmla="*/ 57 h 77"/>
                <a:gd name="T28" fmla="*/ 96 w 96"/>
                <a:gd name="T29" fmla="*/ 71 h 77"/>
                <a:gd name="T30" fmla="*/ 96 w 96"/>
                <a:gd name="T31" fmla="*/ 74 h 77"/>
                <a:gd name="T32" fmla="*/ 63 w 96"/>
                <a:gd name="T33" fmla="*/ 77 h 77"/>
                <a:gd name="T34" fmla="*/ 63 w 96"/>
                <a:gd name="T35" fmla="*/ 60 h 77"/>
                <a:gd name="T36" fmla="*/ 63 w 96"/>
                <a:gd name="T37" fmla="*/ 60 h 77"/>
                <a:gd name="T38" fmla="*/ 35 w 96"/>
                <a:gd name="T39" fmla="*/ 77 h 77"/>
                <a:gd name="T40" fmla="*/ 11 w 96"/>
                <a:gd name="T41" fmla="*/ 55 h 77"/>
                <a:gd name="T42" fmla="*/ 11 w 96"/>
                <a:gd name="T43" fmla="*/ 18 h 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96" h="77">
                  <a:moveTo>
                    <a:pt x="11" y="18"/>
                  </a:moveTo>
                  <a:cubicBezTo>
                    <a:pt x="11" y="10"/>
                    <a:pt x="8" y="7"/>
                    <a:pt x="0" y="6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29" y="0"/>
                    <a:pt x="29" y="0"/>
                    <a:pt x="29" y="0"/>
                  </a:cubicBezTo>
                  <a:cubicBezTo>
                    <a:pt x="32" y="0"/>
                    <a:pt x="32" y="0"/>
                    <a:pt x="32" y="0"/>
                  </a:cubicBezTo>
                  <a:cubicBezTo>
                    <a:pt x="32" y="53"/>
                    <a:pt x="32" y="53"/>
                    <a:pt x="32" y="53"/>
                  </a:cubicBezTo>
                  <a:cubicBezTo>
                    <a:pt x="32" y="61"/>
                    <a:pt x="38" y="65"/>
                    <a:pt x="46" y="65"/>
                  </a:cubicBezTo>
                  <a:cubicBezTo>
                    <a:pt x="53" y="65"/>
                    <a:pt x="57" y="62"/>
                    <a:pt x="63" y="52"/>
                  </a:cubicBezTo>
                  <a:cubicBezTo>
                    <a:pt x="63" y="17"/>
                    <a:pt x="63" y="17"/>
                    <a:pt x="63" y="17"/>
                  </a:cubicBezTo>
                  <a:cubicBezTo>
                    <a:pt x="63" y="11"/>
                    <a:pt x="60" y="7"/>
                    <a:pt x="52" y="6"/>
                  </a:cubicBezTo>
                  <a:cubicBezTo>
                    <a:pt x="52" y="3"/>
                    <a:pt x="52" y="3"/>
                    <a:pt x="52" y="3"/>
                  </a:cubicBezTo>
                  <a:cubicBezTo>
                    <a:pt x="82" y="0"/>
                    <a:pt x="82" y="0"/>
                    <a:pt x="82" y="0"/>
                  </a:cubicBezTo>
                  <a:cubicBezTo>
                    <a:pt x="85" y="0"/>
                    <a:pt x="85" y="0"/>
                    <a:pt x="85" y="0"/>
                  </a:cubicBezTo>
                  <a:cubicBezTo>
                    <a:pt x="85" y="57"/>
                    <a:pt x="85" y="57"/>
                    <a:pt x="85" y="57"/>
                  </a:cubicBezTo>
                  <a:cubicBezTo>
                    <a:pt x="85" y="66"/>
                    <a:pt x="87" y="69"/>
                    <a:pt x="96" y="71"/>
                  </a:cubicBezTo>
                  <a:cubicBezTo>
                    <a:pt x="96" y="74"/>
                    <a:pt x="96" y="74"/>
                    <a:pt x="96" y="74"/>
                  </a:cubicBezTo>
                  <a:cubicBezTo>
                    <a:pt x="63" y="77"/>
                    <a:pt x="63" y="77"/>
                    <a:pt x="63" y="77"/>
                  </a:cubicBezTo>
                  <a:cubicBezTo>
                    <a:pt x="63" y="60"/>
                    <a:pt x="63" y="60"/>
                    <a:pt x="63" y="60"/>
                  </a:cubicBezTo>
                  <a:cubicBezTo>
                    <a:pt x="63" y="60"/>
                    <a:pt x="63" y="60"/>
                    <a:pt x="63" y="60"/>
                  </a:cubicBezTo>
                  <a:cubicBezTo>
                    <a:pt x="55" y="72"/>
                    <a:pt x="46" y="77"/>
                    <a:pt x="35" y="77"/>
                  </a:cubicBezTo>
                  <a:cubicBezTo>
                    <a:pt x="20" y="77"/>
                    <a:pt x="11" y="69"/>
                    <a:pt x="11" y="55"/>
                  </a:cubicBezTo>
                  <a:lnTo>
                    <a:pt x="11" y="18"/>
                  </a:lnTo>
                  <a:close/>
                </a:path>
              </a:pathLst>
            </a:custGeom>
            <a:solidFill>
              <a:srgbClr val="1A144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55" name="Freeform 63"/>
            <p:cNvSpPr>
              <a:spLocks/>
            </p:cNvSpPr>
            <p:nvPr/>
          </p:nvSpPr>
          <p:spPr bwMode="gray">
            <a:xfrm>
              <a:off x="7581901" y="3201988"/>
              <a:ext cx="225425" cy="385763"/>
            </a:xfrm>
            <a:custGeom>
              <a:avLst/>
              <a:gdLst>
                <a:gd name="T0" fmla="*/ 13 w 60"/>
                <a:gd name="T1" fmla="*/ 33 h 102"/>
                <a:gd name="T2" fmla="*/ 0 w 60"/>
                <a:gd name="T3" fmla="*/ 33 h 102"/>
                <a:gd name="T4" fmla="*/ 0 w 60"/>
                <a:gd name="T5" fmla="*/ 30 h 102"/>
                <a:gd name="T6" fmla="*/ 31 w 60"/>
                <a:gd name="T7" fmla="*/ 0 h 102"/>
                <a:gd name="T8" fmla="*/ 34 w 60"/>
                <a:gd name="T9" fmla="*/ 0 h 102"/>
                <a:gd name="T10" fmla="*/ 34 w 60"/>
                <a:gd name="T11" fmla="*/ 28 h 102"/>
                <a:gd name="T12" fmla="*/ 58 w 60"/>
                <a:gd name="T13" fmla="*/ 28 h 102"/>
                <a:gd name="T14" fmla="*/ 58 w 60"/>
                <a:gd name="T15" fmla="*/ 33 h 102"/>
                <a:gd name="T16" fmla="*/ 34 w 60"/>
                <a:gd name="T17" fmla="*/ 33 h 102"/>
                <a:gd name="T18" fmla="*/ 34 w 60"/>
                <a:gd name="T19" fmla="*/ 75 h 102"/>
                <a:gd name="T20" fmla="*/ 47 w 60"/>
                <a:gd name="T21" fmla="*/ 93 h 102"/>
                <a:gd name="T22" fmla="*/ 58 w 60"/>
                <a:gd name="T23" fmla="*/ 87 h 102"/>
                <a:gd name="T24" fmla="*/ 60 w 60"/>
                <a:gd name="T25" fmla="*/ 89 h 102"/>
                <a:gd name="T26" fmla="*/ 37 w 60"/>
                <a:gd name="T27" fmla="*/ 102 h 102"/>
                <a:gd name="T28" fmla="*/ 13 w 60"/>
                <a:gd name="T29" fmla="*/ 79 h 102"/>
                <a:gd name="T30" fmla="*/ 13 w 60"/>
                <a:gd name="T31" fmla="*/ 33 h 1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60" h="102">
                  <a:moveTo>
                    <a:pt x="13" y="33"/>
                  </a:moveTo>
                  <a:cubicBezTo>
                    <a:pt x="0" y="33"/>
                    <a:pt x="0" y="33"/>
                    <a:pt x="0" y="33"/>
                  </a:cubicBezTo>
                  <a:cubicBezTo>
                    <a:pt x="0" y="30"/>
                    <a:pt x="0" y="30"/>
                    <a:pt x="0" y="30"/>
                  </a:cubicBezTo>
                  <a:cubicBezTo>
                    <a:pt x="9" y="24"/>
                    <a:pt x="21" y="13"/>
                    <a:pt x="31" y="0"/>
                  </a:cubicBezTo>
                  <a:cubicBezTo>
                    <a:pt x="34" y="0"/>
                    <a:pt x="34" y="0"/>
                    <a:pt x="34" y="0"/>
                  </a:cubicBezTo>
                  <a:cubicBezTo>
                    <a:pt x="34" y="28"/>
                    <a:pt x="34" y="28"/>
                    <a:pt x="34" y="28"/>
                  </a:cubicBezTo>
                  <a:cubicBezTo>
                    <a:pt x="58" y="28"/>
                    <a:pt x="58" y="28"/>
                    <a:pt x="58" y="28"/>
                  </a:cubicBezTo>
                  <a:cubicBezTo>
                    <a:pt x="58" y="33"/>
                    <a:pt x="58" y="33"/>
                    <a:pt x="58" y="33"/>
                  </a:cubicBezTo>
                  <a:cubicBezTo>
                    <a:pt x="34" y="33"/>
                    <a:pt x="34" y="33"/>
                    <a:pt x="34" y="33"/>
                  </a:cubicBezTo>
                  <a:cubicBezTo>
                    <a:pt x="34" y="75"/>
                    <a:pt x="34" y="75"/>
                    <a:pt x="34" y="75"/>
                  </a:cubicBezTo>
                  <a:cubicBezTo>
                    <a:pt x="34" y="86"/>
                    <a:pt x="37" y="93"/>
                    <a:pt x="47" y="93"/>
                  </a:cubicBezTo>
                  <a:cubicBezTo>
                    <a:pt x="51" y="93"/>
                    <a:pt x="54" y="91"/>
                    <a:pt x="58" y="87"/>
                  </a:cubicBezTo>
                  <a:cubicBezTo>
                    <a:pt x="60" y="89"/>
                    <a:pt x="60" y="89"/>
                    <a:pt x="60" y="89"/>
                  </a:cubicBezTo>
                  <a:cubicBezTo>
                    <a:pt x="55" y="98"/>
                    <a:pt x="48" y="102"/>
                    <a:pt x="37" y="102"/>
                  </a:cubicBezTo>
                  <a:cubicBezTo>
                    <a:pt x="24" y="102"/>
                    <a:pt x="13" y="96"/>
                    <a:pt x="13" y="79"/>
                  </a:cubicBezTo>
                  <a:lnTo>
                    <a:pt x="13" y="33"/>
                  </a:lnTo>
                  <a:close/>
                </a:path>
              </a:pathLst>
            </a:custGeom>
            <a:solidFill>
              <a:srgbClr val="1A144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56" name="Freeform 64"/>
            <p:cNvSpPr>
              <a:spLocks/>
            </p:cNvSpPr>
            <p:nvPr/>
          </p:nvSpPr>
          <p:spPr bwMode="gray">
            <a:xfrm>
              <a:off x="7807326" y="3297238"/>
              <a:ext cx="365125" cy="290513"/>
            </a:xfrm>
            <a:custGeom>
              <a:avLst/>
              <a:gdLst>
                <a:gd name="T0" fmla="*/ 12 w 97"/>
                <a:gd name="T1" fmla="*/ 18 h 77"/>
                <a:gd name="T2" fmla="*/ 0 w 97"/>
                <a:gd name="T3" fmla="*/ 6 h 77"/>
                <a:gd name="T4" fmla="*/ 0 w 97"/>
                <a:gd name="T5" fmla="*/ 3 h 77"/>
                <a:gd name="T6" fmla="*/ 30 w 97"/>
                <a:gd name="T7" fmla="*/ 0 h 77"/>
                <a:gd name="T8" fmla="*/ 33 w 97"/>
                <a:gd name="T9" fmla="*/ 0 h 77"/>
                <a:gd name="T10" fmla="*/ 33 w 97"/>
                <a:gd name="T11" fmla="*/ 53 h 77"/>
                <a:gd name="T12" fmla="*/ 46 w 97"/>
                <a:gd name="T13" fmla="*/ 65 h 77"/>
                <a:gd name="T14" fmla="*/ 64 w 97"/>
                <a:gd name="T15" fmla="*/ 52 h 77"/>
                <a:gd name="T16" fmla="*/ 64 w 97"/>
                <a:gd name="T17" fmla="*/ 17 h 77"/>
                <a:gd name="T18" fmla="*/ 53 w 97"/>
                <a:gd name="T19" fmla="*/ 6 h 77"/>
                <a:gd name="T20" fmla="*/ 53 w 97"/>
                <a:gd name="T21" fmla="*/ 3 h 77"/>
                <a:gd name="T22" fmla="*/ 82 w 97"/>
                <a:gd name="T23" fmla="*/ 0 h 77"/>
                <a:gd name="T24" fmla="*/ 86 w 97"/>
                <a:gd name="T25" fmla="*/ 0 h 77"/>
                <a:gd name="T26" fmla="*/ 86 w 97"/>
                <a:gd name="T27" fmla="*/ 57 h 77"/>
                <a:gd name="T28" fmla="*/ 97 w 97"/>
                <a:gd name="T29" fmla="*/ 71 h 77"/>
                <a:gd name="T30" fmla="*/ 97 w 97"/>
                <a:gd name="T31" fmla="*/ 74 h 77"/>
                <a:gd name="T32" fmla="*/ 64 w 97"/>
                <a:gd name="T33" fmla="*/ 77 h 77"/>
                <a:gd name="T34" fmla="*/ 64 w 97"/>
                <a:gd name="T35" fmla="*/ 60 h 77"/>
                <a:gd name="T36" fmla="*/ 64 w 97"/>
                <a:gd name="T37" fmla="*/ 60 h 77"/>
                <a:gd name="T38" fmla="*/ 35 w 97"/>
                <a:gd name="T39" fmla="*/ 77 h 77"/>
                <a:gd name="T40" fmla="*/ 12 w 97"/>
                <a:gd name="T41" fmla="*/ 55 h 77"/>
                <a:gd name="T42" fmla="*/ 12 w 97"/>
                <a:gd name="T43" fmla="*/ 18 h 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97" h="77">
                  <a:moveTo>
                    <a:pt x="12" y="18"/>
                  </a:moveTo>
                  <a:cubicBezTo>
                    <a:pt x="12" y="10"/>
                    <a:pt x="9" y="7"/>
                    <a:pt x="0" y="6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30" y="0"/>
                    <a:pt x="30" y="0"/>
                    <a:pt x="30" y="0"/>
                  </a:cubicBezTo>
                  <a:cubicBezTo>
                    <a:pt x="33" y="0"/>
                    <a:pt x="33" y="0"/>
                    <a:pt x="33" y="0"/>
                  </a:cubicBezTo>
                  <a:cubicBezTo>
                    <a:pt x="33" y="53"/>
                    <a:pt x="33" y="53"/>
                    <a:pt x="33" y="53"/>
                  </a:cubicBezTo>
                  <a:cubicBezTo>
                    <a:pt x="33" y="61"/>
                    <a:pt x="39" y="65"/>
                    <a:pt x="46" y="65"/>
                  </a:cubicBezTo>
                  <a:cubicBezTo>
                    <a:pt x="54" y="65"/>
                    <a:pt x="58" y="62"/>
                    <a:pt x="64" y="52"/>
                  </a:cubicBezTo>
                  <a:cubicBezTo>
                    <a:pt x="64" y="17"/>
                    <a:pt x="64" y="17"/>
                    <a:pt x="64" y="17"/>
                  </a:cubicBezTo>
                  <a:cubicBezTo>
                    <a:pt x="64" y="11"/>
                    <a:pt x="60" y="7"/>
                    <a:pt x="53" y="6"/>
                  </a:cubicBezTo>
                  <a:cubicBezTo>
                    <a:pt x="53" y="3"/>
                    <a:pt x="53" y="3"/>
                    <a:pt x="53" y="3"/>
                  </a:cubicBezTo>
                  <a:cubicBezTo>
                    <a:pt x="82" y="0"/>
                    <a:pt x="82" y="0"/>
                    <a:pt x="82" y="0"/>
                  </a:cubicBezTo>
                  <a:cubicBezTo>
                    <a:pt x="86" y="0"/>
                    <a:pt x="86" y="0"/>
                    <a:pt x="86" y="0"/>
                  </a:cubicBezTo>
                  <a:cubicBezTo>
                    <a:pt x="86" y="57"/>
                    <a:pt x="86" y="57"/>
                    <a:pt x="86" y="57"/>
                  </a:cubicBezTo>
                  <a:cubicBezTo>
                    <a:pt x="86" y="66"/>
                    <a:pt x="88" y="69"/>
                    <a:pt x="97" y="71"/>
                  </a:cubicBezTo>
                  <a:cubicBezTo>
                    <a:pt x="97" y="74"/>
                    <a:pt x="97" y="74"/>
                    <a:pt x="97" y="74"/>
                  </a:cubicBezTo>
                  <a:cubicBezTo>
                    <a:pt x="64" y="77"/>
                    <a:pt x="64" y="77"/>
                    <a:pt x="64" y="77"/>
                  </a:cubicBezTo>
                  <a:cubicBezTo>
                    <a:pt x="64" y="60"/>
                    <a:pt x="64" y="60"/>
                    <a:pt x="64" y="60"/>
                  </a:cubicBezTo>
                  <a:cubicBezTo>
                    <a:pt x="64" y="60"/>
                    <a:pt x="64" y="60"/>
                    <a:pt x="64" y="60"/>
                  </a:cubicBezTo>
                  <a:cubicBezTo>
                    <a:pt x="56" y="72"/>
                    <a:pt x="47" y="77"/>
                    <a:pt x="35" y="77"/>
                  </a:cubicBezTo>
                  <a:cubicBezTo>
                    <a:pt x="21" y="77"/>
                    <a:pt x="12" y="69"/>
                    <a:pt x="12" y="55"/>
                  </a:cubicBezTo>
                  <a:lnTo>
                    <a:pt x="12" y="18"/>
                  </a:lnTo>
                  <a:close/>
                </a:path>
              </a:pathLst>
            </a:custGeom>
            <a:solidFill>
              <a:srgbClr val="1A144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57" name="Freeform 65"/>
            <p:cNvSpPr>
              <a:spLocks noEditPoints="1"/>
            </p:cNvSpPr>
            <p:nvPr/>
          </p:nvSpPr>
          <p:spPr bwMode="gray">
            <a:xfrm>
              <a:off x="8183563" y="3297238"/>
              <a:ext cx="304800" cy="290513"/>
            </a:xfrm>
            <a:custGeom>
              <a:avLst/>
              <a:gdLst>
                <a:gd name="T0" fmla="*/ 46 w 81"/>
                <a:gd name="T1" fmla="*/ 62 h 77"/>
                <a:gd name="T2" fmla="*/ 33 w 81"/>
                <a:gd name="T3" fmla="*/ 69 h 77"/>
                <a:gd name="T4" fmla="*/ 23 w 81"/>
                <a:gd name="T5" fmla="*/ 56 h 77"/>
                <a:gd name="T6" fmla="*/ 46 w 81"/>
                <a:gd name="T7" fmla="*/ 35 h 77"/>
                <a:gd name="T8" fmla="*/ 46 w 81"/>
                <a:gd name="T9" fmla="*/ 62 h 77"/>
                <a:gd name="T10" fmla="*/ 68 w 81"/>
                <a:gd name="T11" fmla="*/ 27 h 77"/>
                <a:gd name="T12" fmla="*/ 36 w 81"/>
                <a:gd name="T13" fmla="*/ 0 h 77"/>
                <a:gd name="T14" fmla="*/ 4 w 81"/>
                <a:gd name="T15" fmla="*/ 24 h 77"/>
                <a:gd name="T16" fmla="*/ 7 w 81"/>
                <a:gd name="T17" fmla="*/ 24 h 77"/>
                <a:gd name="T18" fmla="*/ 28 w 81"/>
                <a:gd name="T19" fmla="*/ 12 h 77"/>
                <a:gd name="T20" fmla="*/ 46 w 81"/>
                <a:gd name="T21" fmla="*/ 31 h 77"/>
                <a:gd name="T22" fmla="*/ 0 w 81"/>
                <a:gd name="T23" fmla="*/ 58 h 77"/>
                <a:gd name="T24" fmla="*/ 22 w 81"/>
                <a:gd name="T25" fmla="*/ 77 h 77"/>
                <a:gd name="T26" fmla="*/ 44 w 81"/>
                <a:gd name="T27" fmla="*/ 69 h 77"/>
                <a:gd name="T28" fmla="*/ 46 w 81"/>
                <a:gd name="T29" fmla="*/ 67 h 77"/>
                <a:gd name="T30" fmla="*/ 63 w 81"/>
                <a:gd name="T31" fmla="*/ 77 h 77"/>
                <a:gd name="T32" fmla="*/ 81 w 81"/>
                <a:gd name="T33" fmla="*/ 63 h 77"/>
                <a:gd name="T34" fmla="*/ 78 w 81"/>
                <a:gd name="T35" fmla="*/ 63 h 77"/>
                <a:gd name="T36" fmla="*/ 72 w 81"/>
                <a:gd name="T37" fmla="*/ 70 h 77"/>
                <a:gd name="T38" fmla="*/ 68 w 81"/>
                <a:gd name="T39" fmla="*/ 60 h 77"/>
                <a:gd name="T40" fmla="*/ 68 w 81"/>
                <a:gd name="T41" fmla="*/ 27 h 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81" h="77">
                  <a:moveTo>
                    <a:pt x="46" y="62"/>
                  </a:moveTo>
                  <a:cubicBezTo>
                    <a:pt x="41" y="67"/>
                    <a:pt x="37" y="69"/>
                    <a:pt x="33" y="69"/>
                  </a:cubicBezTo>
                  <a:cubicBezTo>
                    <a:pt x="27" y="69"/>
                    <a:pt x="23" y="64"/>
                    <a:pt x="23" y="56"/>
                  </a:cubicBezTo>
                  <a:cubicBezTo>
                    <a:pt x="23" y="47"/>
                    <a:pt x="28" y="42"/>
                    <a:pt x="46" y="35"/>
                  </a:cubicBezTo>
                  <a:lnTo>
                    <a:pt x="46" y="62"/>
                  </a:lnTo>
                  <a:close/>
                  <a:moveTo>
                    <a:pt x="68" y="27"/>
                  </a:moveTo>
                  <a:cubicBezTo>
                    <a:pt x="68" y="7"/>
                    <a:pt x="52" y="0"/>
                    <a:pt x="36" y="0"/>
                  </a:cubicBezTo>
                  <a:cubicBezTo>
                    <a:pt x="19" y="0"/>
                    <a:pt x="8" y="9"/>
                    <a:pt x="4" y="24"/>
                  </a:cubicBezTo>
                  <a:cubicBezTo>
                    <a:pt x="7" y="24"/>
                    <a:pt x="7" y="24"/>
                    <a:pt x="7" y="24"/>
                  </a:cubicBezTo>
                  <a:cubicBezTo>
                    <a:pt x="12" y="16"/>
                    <a:pt x="19" y="12"/>
                    <a:pt x="28" y="12"/>
                  </a:cubicBezTo>
                  <a:cubicBezTo>
                    <a:pt x="41" y="12"/>
                    <a:pt x="46" y="18"/>
                    <a:pt x="46" y="31"/>
                  </a:cubicBezTo>
                  <a:cubicBezTo>
                    <a:pt x="29" y="37"/>
                    <a:pt x="0" y="39"/>
                    <a:pt x="0" y="58"/>
                  </a:cubicBezTo>
                  <a:cubicBezTo>
                    <a:pt x="0" y="69"/>
                    <a:pt x="10" y="77"/>
                    <a:pt x="22" y="77"/>
                  </a:cubicBezTo>
                  <a:cubicBezTo>
                    <a:pt x="31" y="77"/>
                    <a:pt x="37" y="75"/>
                    <a:pt x="44" y="69"/>
                  </a:cubicBezTo>
                  <a:cubicBezTo>
                    <a:pt x="46" y="67"/>
                    <a:pt x="46" y="67"/>
                    <a:pt x="46" y="67"/>
                  </a:cubicBezTo>
                  <a:cubicBezTo>
                    <a:pt x="50" y="74"/>
                    <a:pt x="55" y="77"/>
                    <a:pt x="63" y="77"/>
                  </a:cubicBezTo>
                  <a:cubicBezTo>
                    <a:pt x="74" y="77"/>
                    <a:pt x="80" y="72"/>
                    <a:pt x="81" y="63"/>
                  </a:cubicBezTo>
                  <a:cubicBezTo>
                    <a:pt x="78" y="63"/>
                    <a:pt x="78" y="63"/>
                    <a:pt x="78" y="63"/>
                  </a:cubicBezTo>
                  <a:cubicBezTo>
                    <a:pt x="77" y="68"/>
                    <a:pt x="75" y="70"/>
                    <a:pt x="72" y="70"/>
                  </a:cubicBezTo>
                  <a:cubicBezTo>
                    <a:pt x="69" y="70"/>
                    <a:pt x="68" y="67"/>
                    <a:pt x="68" y="60"/>
                  </a:cubicBezTo>
                  <a:lnTo>
                    <a:pt x="68" y="27"/>
                  </a:lnTo>
                  <a:close/>
                </a:path>
              </a:pathLst>
            </a:custGeom>
            <a:solidFill>
              <a:srgbClr val="1A144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58" name="Freeform 66"/>
            <p:cNvSpPr>
              <a:spLocks/>
            </p:cNvSpPr>
            <p:nvPr/>
          </p:nvSpPr>
          <p:spPr bwMode="gray">
            <a:xfrm>
              <a:off x="8491538" y="3125788"/>
              <a:ext cx="180975" cy="450850"/>
            </a:xfrm>
            <a:custGeom>
              <a:avLst/>
              <a:gdLst>
                <a:gd name="T0" fmla="*/ 14 w 48"/>
                <a:gd name="T1" fmla="*/ 20 h 119"/>
                <a:gd name="T2" fmla="*/ 0 w 48"/>
                <a:gd name="T3" fmla="*/ 6 h 119"/>
                <a:gd name="T4" fmla="*/ 0 w 48"/>
                <a:gd name="T5" fmla="*/ 3 h 119"/>
                <a:gd name="T6" fmla="*/ 32 w 48"/>
                <a:gd name="T7" fmla="*/ 0 h 119"/>
                <a:gd name="T8" fmla="*/ 35 w 48"/>
                <a:gd name="T9" fmla="*/ 0 h 119"/>
                <a:gd name="T10" fmla="*/ 35 w 48"/>
                <a:gd name="T11" fmla="*/ 102 h 119"/>
                <a:gd name="T12" fmla="*/ 48 w 48"/>
                <a:gd name="T13" fmla="*/ 116 h 119"/>
                <a:gd name="T14" fmla="*/ 48 w 48"/>
                <a:gd name="T15" fmla="*/ 119 h 119"/>
                <a:gd name="T16" fmla="*/ 0 w 48"/>
                <a:gd name="T17" fmla="*/ 119 h 119"/>
                <a:gd name="T18" fmla="*/ 0 w 48"/>
                <a:gd name="T19" fmla="*/ 116 h 119"/>
                <a:gd name="T20" fmla="*/ 14 w 48"/>
                <a:gd name="T21" fmla="*/ 102 h 119"/>
                <a:gd name="T22" fmla="*/ 14 w 48"/>
                <a:gd name="T23" fmla="*/ 20 h 1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48" h="119">
                  <a:moveTo>
                    <a:pt x="14" y="20"/>
                  </a:moveTo>
                  <a:cubicBezTo>
                    <a:pt x="14" y="10"/>
                    <a:pt x="10" y="6"/>
                    <a:pt x="0" y="6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32" y="0"/>
                    <a:pt x="32" y="0"/>
                    <a:pt x="32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35" y="102"/>
                    <a:pt x="35" y="102"/>
                    <a:pt x="35" y="102"/>
                  </a:cubicBezTo>
                  <a:cubicBezTo>
                    <a:pt x="35" y="111"/>
                    <a:pt x="37" y="114"/>
                    <a:pt x="48" y="116"/>
                  </a:cubicBezTo>
                  <a:cubicBezTo>
                    <a:pt x="48" y="119"/>
                    <a:pt x="48" y="119"/>
                    <a:pt x="48" y="119"/>
                  </a:cubicBezTo>
                  <a:cubicBezTo>
                    <a:pt x="0" y="119"/>
                    <a:pt x="0" y="119"/>
                    <a:pt x="0" y="119"/>
                  </a:cubicBezTo>
                  <a:cubicBezTo>
                    <a:pt x="0" y="116"/>
                    <a:pt x="0" y="116"/>
                    <a:pt x="0" y="116"/>
                  </a:cubicBezTo>
                  <a:cubicBezTo>
                    <a:pt x="11" y="114"/>
                    <a:pt x="14" y="111"/>
                    <a:pt x="14" y="102"/>
                  </a:cubicBezTo>
                  <a:lnTo>
                    <a:pt x="14" y="20"/>
                  </a:lnTo>
                  <a:close/>
                </a:path>
              </a:pathLst>
            </a:custGeom>
            <a:solidFill>
              <a:srgbClr val="1A144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59" name="Freeform 67"/>
            <p:cNvSpPr>
              <a:spLocks/>
            </p:cNvSpPr>
            <p:nvPr/>
          </p:nvSpPr>
          <p:spPr bwMode="gray">
            <a:xfrm>
              <a:off x="3387726" y="2736850"/>
              <a:ext cx="981075" cy="1308100"/>
            </a:xfrm>
            <a:custGeom>
              <a:avLst/>
              <a:gdLst>
                <a:gd name="T0" fmla="*/ 258 w 261"/>
                <a:gd name="T1" fmla="*/ 146 h 346"/>
                <a:gd name="T2" fmla="*/ 215 w 261"/>
                <a:gd name="T3" fmla="*/ 141 h 346"/>
                <a:gd name="T4" fmla="*/ 226 w 261"/>
                <a:gd name="T5" fmla="*/ 107 h 346"/>
                <a:gd name="T6" fmla="*/ 203 w 261"/>
                <a:gd name="T7" fmla="*/ 125 h 346"/>
                <a:gd name="T8" fmla="*/ 164 w 261"/>
                <a:gd name="T9" fmla="*/ 101 h 346"/>
                <a:gd name="T10" fmla="*/ 156 w 261"/>
                <a:gd name="T11" fmla="*/ 75 h 346"/>
                <a:gd name="T12" fmla="*/ 150 w 261"/>
                <a:gd name="T13" fmla="*/ 98 h 346"/>
                <a:gd name="T14" fmla="*/ 98 w 261"/>
                <a:gd name="T15" fmla="*/ 105 h 346"/>
                <a:gd name="T16" fmla="*/ 82 w 261"/>
                <a:gd name="T17" fmla="*/ 115 h 346"/>
                <a:gd name="T18" fmla="*/ 82 w 261"/>
                <a:gd name="T19" fmla="*/ 79 h 346"/>
                <a:gd name="T20" fmla="*/ 78 w 261"/>
                <a:gd name="T21" fmla="*/ 53 h 346"/>
                <a:gd name="T22" fmla="*/ 76 w 261"/>
                <a:gd name="T23" fmla="*/ 45 h 346"/>
                <a:gd name="T24" fmla="*/ 71 w 261"/>
                <a:gd name="T25" fmla="*/ 42 h 346"/>
                <a:gd name="T26" fmla="*/ 98 w 261"/>
                <a:gd name="T27" fmla="*/ 16 h 346"/>
                <a:gd name="T28" fmla="*/ 83 w 261"/>
                <a:gd name="T29" fmla="*/ 9 h 346"/>
                <a:gd name="T30" fmla="*/ 68 w 261"/>
                <a:gd name="T31" fmla="*/ 0 h 346"/>
                <a:gd name="T32" fmla="*/ 40 w 261"/>
                <a:gd name="T33" fmla="*/ 3 h 346"/>
                <a:gd name="T34" fmla="*/ 19 w 261"/>
                <a:gd name="T35" fmla="*/ 40 h 346"/>
                <a:gd name="T36" fmla="*/ 6 w 261"/>
                <a:gd name="T37" fmla="*/ 45 h 346"/>
                <a:gd name="T38" fmla="*/ 1 w 261"/>
                <a:gd name="T39" fmla="*/ 69 h 346"/>
                <a:gd name="T40" fmla="*/ 13 w 261"/>
                <a:gd name="T41" fmla="*/ 99 h 346"/>
                <a:gd name="T42" fmla="*/ 16 w 261"/>
                <a:gd name="T43" fmla="*/ 108 h 346"/>
                <a:gd name="T44" fmla="*/ 24 w 261"/>
                <a:gd name="T45" fmla="*/ 124 h 346"/>
                <a:gd name="T46" fmla="*/ 28 w 261"/>
                <a:gd name="T47" fmla="*/ 137 h 346"/>
                <a:gd name="T48" fmla="*/ 34 w 261"/>
                <a:gd name="T49" fmla="*/ 146 h 346"/>
                <a:gd name="T50" fmla="*/ 47 w 261"/>
                <a:gd name="T51" fmla="*/ 148 h 346"/>
                <a:gd name="T52" fmla="*/ 37 w 261"/>
                <a:gd name="T53" fmla="*/ 229 h 346"/>
                <a:gd name="T54" fmla="*/ 73 w 261"/>
                <a:gd name="T55" fmla="*/ 333 h 346"/>
                <a:gd name="T56" fmla="*/ 96 w 261"/>
                <a:gd name="T57" fmla="*/ 311 h 346"/>
                <a:gd name="T58" fmla="*/ 121 w 261"/>
                <a:gd name="T59" fmla="*/ 288 h 346"/>
                <a:gd name="T60" fmla="*/ 123 w 261"/>
                <a:gd name="T61" fmla="*/ 296 h 346"/>
                <a:gd name="T62" fmla="*/ 94 w 261"/>
                <a:gd name="T63" fmla="*/ 346 h 346"/>
                <a:gd name="T64" fmla="*/ 235 w 261"/>
                <a:gd name="T65" fmla="*/ 259 h 346"/>
                <a:gd name="T66" fmla="*/ 231 w 261"/>
                <a:gd name="T67" fmla="*/ 181 h 346"/>
                <a:gd name="T68" fmla="*/ 261 w 261"/>
                <a:gd name="T69" fmla="*/ 146 h 3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261" h="346">
                  <a:moveTo>
                    <a:pt x="261" y="146"/>
                  </a:moveTo>
                  <a:cubicBezTo>
                    <a:pt x="260" y="145"/>
                    <a:pt x="258" y="146"/>
                    <a:pt x="258" y="146"/>
                  </a:cubicBezTo>
                  <a:cubicBezTo>
                    <a:pt x="224" y="158"/>
                    <a:pt x="224" y="158"/>
                    <a:pt x="224" y="158"/>
                  </a:cubicBezTo>
                  <a:cubicBezTo>
                    <a:pt x="222" y="152"/>
                    <a:pt x="219" y="146"/>
                    <a:pt x="215" y="141"/>
                  </a:cubicBezTo>
                  <a:cubicBezTo>
                    <a:pt x="226" y="111"/>
                    <a:pt x="226" y="111"/>
                    <a:pt x="226" y="111"/>
                  </a:cubicBezTo>
                  <a:cubicBezTo>
                    <a:pt x="226" y="111"/>
                    <a:pt x="227" y="108"/>
                    <a:pt x="226" y="107"/>
                  </a:cubicBezTo>
                  <a:cubicBezTo>
                    <a:pt x="225" y="107"/>
                    <a:pt x="223" y="109"/>
                    <a:pt x="223" y="109"/>
                  </a:cubicBezTo>
                  <a:cubicBezTo>
                    <a:pt x="203" y="125"/>
                    <a:pt x="203" y="125"/>
                    <a:pt x="203" y="125"/>
                  </a:cubicBezTo>
                  <a:cubicBezTo>
                    <a:pt x="196" y="117"/>
                    <a:pt x="187" y="110"/>
                    <a:pt x="176" y="105"/>
                  </a:cubicBezTo>
                  <a:cubicBezTo>
                    <a:pt x="173" y="104"/>
                    <a:pt x="169" y="102"/>
                    <a:pt x="164" y="101"/>
                  </a:cubicBezTo>
                  <a:cubicBezTo>
                    <a:pt x="158" y="78"/>
                    <a:pt x="158" y="78"/>
                    <a:pt x="158" y="78"/>
                  </a:cubicBezTo>
                  <a:cubicBezTo>
                    <a:pt x="158" y="78"/>
                    <a:pt x="158" y="75"/>
                    <a:pt x="156" y="75"/>
                  </a:cubicBezTo>
                  <a:cubicBezTo>
                    <a:pt x="155" y="75"/>
                    <a:pt x="154" y="77"/>
                    <a:pt x="154" y="77"/>
                  </a:cubicBezTo>
                  <a:cubicBezTo>
                    <a:pt x="150" y="98"/>
                    <a:pt x="150" y="98"/>
                    <a:pt x="150" y="98"/>
                  </a:cubicBezTo>
                  <a:cubicBezTo>
                    <a:pt x="146" y="98"/>
                    <a:pt x="142" y="97"/>
                    <a:pt x="137" y="97"/>
                  </a:cubicBezTo>
                  <a:cubicBezTo>
                    <a:pt x="122" y="97"/>
                    <a:pt x="109" y="100"/>
                    <a:pt x="98" y="105"/>
                  </a:cubicBezTo>
                  <a:cubicBezTo>
                    <a:pt x="93" y="107"/>
                    <a:pt x="89" y="110"/>
                    <a:pt x="84" y="113"/>
                  </a:cubicBezTo>
                  <a:cubicBezTo>
                    <a:pt x="84" y="113"/>
                    <a:pt x="83" y="114"/>
                    <a:pt x="82" y="115"/>
                  </a:cubicBezTo>
                  <a:cubicBezTo>
                    <a:pt x="78" y="104"/>
                    <a:pt x="75" y="96"/>
                    <a:pt x="74" y="93"/>
                  </a:cubicBezTo>
                  <a:cubicBezTo>
                    <a:pt x="77" y="91"/>
                    <a:pt x="81" y="84"/>
                    <a:pt x="82" y="79"/>
                  </a:cubicBezTo>
                  <a:cubicBezTo>
                    <a:pt x="84" y="72"/>
                    <a:pt x="84" y="68"/>
                    <a:pt x="82" y="63"/>
                  </a:cubicBezTo>
                  <a:cubicBezTo>
                    <a:pt x="81" y="59"/>
                    <a:pt x="78" y="55"/>
                    <a:pt x="78" y="53"/>
                  </a:cubicBezTo>
                  <a:cubicBezTo>
                    <a:pt x="79" y="51"/>
                    <a:pt x="79" y="50"/>
                    <a:pt x="80" y="49"/>
                  </a:cubicBezTo>
                  <a:cubicBezTo>
                    <a:pt x="80" y="46"/>
                    <a:pt x="78" y="45"/>
                    <a:pt x="76" y="45"/>
                  </a:cubicBezTo>
                  <a:cubicBezTo>
                    <a:pt x="74" y="45"/>
                    <a:pt x="73" y="45"/>
                    <a:pt x="71" y="45"/>
                  </a:cubicBezTo>
                  <a:cubicBezTo>
                    <a:pt x="71" y="45"/>
                    <a:pt x="70" y="45"/>
                    <a:pt x="71" y="42"/>
                  </a:cubicBezTo>
                  <a:cubicBezTo>
                    <a:pt x="72" y="38"/>
                    <a:pt x="79" y="36"/>
                    <a:pt x="86" y="34"/>
                  </a:cubicBezTo>
                  <a:cubicBezTo>
                    <a:pt x="94" y="31"/>
                    <a:pt x="98" y="25"/>
                    <a:pt x="98" y="16"/>
                  </a:cubicBezTo>
                  <a:cubicBezTo>
                    <a:pt x="99" y="9"/>
                    <a:pt x="95" y="4"/>
                    <a:pt x="90" y="2"/>
                  </a:cubicBezTo>
                  <a:cubicBezTo>
                    <a:pt x="89" y="4"/>
                    <a:pt x="85" y="8"/>
                    <a:pt x="83" y="9"/>
                  </a:cubicBezTo>
                  <a:cubicBezTo>
                    <a:pt x="80" y="11"/>
                    <a:pt x="76" y="11"/>
                    <a:pt x="74" y="11"/>
                  </a:cubicBezTo>
                  <a:cubicBezTo>
                    <a:pt x="74" y="6"/>
                    <a:pt x="72" y="2"/>
                    <a:pt x="68" y="0"/>
                  </a:cubicBezTo>
                  <a:cubicBezTo>
                    <a:pt x="67" y="2"/>
                    <a:pt x="63" y="5"/>
                    <a:pt x="56" y="5"/>
                  </a:cubicBezTo>
                  <a:cubicBezTo>
                    <a:pt x="50" y="5"/>
                    <a:pt x="49" y="3"/>
                    <a:pt x="40" y="3"/>
                  </a:cubicBezTo>
                  <a:cubicBezTo>
                    <a:pt x="27" y="3"/>
                    <a:pt x="16" y="11"/>
                    <a:pt x="15" y="23"/>
                  </a:cubicBezTo>
                  <a:cubicBezTo>
                    <a:pt x="14" y="30"/>
                    <a:pt x="17" y="36"/>
                    <a:pt x="19" y="40"/>
                  </a:cubicBezTo>
                  <a:cubicBezTo>
                    <a:pt x="17" y="41"/>
                    <a:pt x="14" y="45"/>
                    <a:pt x="13" y="46"/>
                  </a:cubicBezTo>
                  <a:cubicBezTo>
                    <a:pt x="12" y="45"/>
                    <a:pt x="9" y="43"/>
                    <a:pt x="6" y="45"/>
                  </a:cubicBezTo>
                  <a:cubicBezTo>
                    <a:pt x="7" y="47"/>
                    <a:pt x="7" y="49"/>
                    <a:pt x="7" y="51"/>
                  </a:cubicBezTo>
                  <a:cubicBezTo>
                    <a:pt x="6" y="53"/>
                    <a:pt x="1" y="62"/>
                    <a:pt x="1" y="69"/>
                  </a:cubicBezTo>
                  <a:cubicBezTo>
                    <a:pt x="0" y="82"/>
                    <a:pt x="7" y="91"/>
                    <a:pt x="13" y="93"/>
                  </a:cubicBezTo>
                  <a:cubicBezTo>
                    <a:pt x="12" y="95"/>
                    <a:pt x="12" y="97"/>
                    <a:pt x="13" y="99"/>
                  </a:cubicBezTo>
                  <a:cubicBezTo>
                    <a:pt x="13" y="100"/>
                    <a:pt x="14" y="101"/>
                    <a:pt x="17" y="101"/>
                  </a:cubicBezTo>
                  <a:cubicBezTo>
                    <a:pt x="16" y="103"/>
                    <a:pt x="15" y="105"/>
                    <a:pt x="16" y="108"/>
                  </a:cubicBezTo>
                  <a:cubicBezTo>
                    <a:pt x="17" y="111"/>
                    <a:pt x="20" y="115"/>
                    <a:pt x="23" y="115"/>
                  </a:cubicBezTo>
                  <a:cubicBezTo>
                    <a:pt x="23" y="117"/>
                    <a:pt x="24" y="122"/>
                    <a:pt x="24" y="124"/>
                  </a:cubicBezTo>
                  <a:cubicBezTo>
                    <a:pt x="23" y="126"/>
                    <a:pt x="22" y="128"/>
                    <a:pt x="23" y="131"/>
                  </a:cubicBezTo>
                  <a:cubicBezTo>
                    <a:pt x="23" y="134"/>
                    <a:pt x="25" y="137"/>
                    <a:pt x="28" y="137"/>
                  </a:cubicBezTo>
                  <a:cubicBezTo>
                    <a:pt x="28" y="139"/>
                    <a:pt x="29" y="141"/>
                    <a:pt x="30" y="142"/>
                  </a:cubicBezTo>
                  <a:cubicBezTo>
                    <a:pt x="31" y="143"/>
                    <a:pt x="32" y="144"/>
                    <a:pt x="34" y="146"/>
                  </a:cubicBezTo>
                  <a:cubicBezTo>
                    <a:pt x="36" y="147"/>
                    <a:pt x="38" y="148"/>
                    <a:pt x="41" y="148"/>
                  </a:cubicBezTo>
                  <a:cubicBezTo>
                    <a:pt x="43" y="148"/>
                    <a:pt x="46" y="148"/>
                    <a:pt x="47" y="148"/>
                  </a:cubicBezTo>
                  <a:cubicBezTo>
                    <a:pt x="47" y="149"/>
                    <a:pt x="47" y="156"/>
                    <a:pt x="48" y="164"/>
                  </a:cubicBezTo>
                  <a:cubicBezTo>
                    <a:pt x="41" y="183"/>
                    <a:pt x="37" y="205"/>
                    <a:pt x="37" y="229"/>
                  </a:cubicBezTo>
                  <a:cubicBezTo>
                    <a:pt x="37" y="229"/>
                    <a:pt x="37" y="229"/>
                    <a:pt x="37" y="229"/>
                  </a:cubicBezTo>
                  <a:cubicBezTo>
                    <a:pt x="37" y="271"/>
                    <a:pt x="50" y="309"/>
                    <a:pt x="73" y="333"/>
                  </a:cubicBezTo>
                  <a:cubicBezTo>
                    <a:pt x="73" y="333"/>
                    <a:pt x="74" y="335"/>
                    <a:pt x="78" y="338"/>
                  </a:cubicBezTo>
                  <a:cubicBezTo>
                    <a:pt x="78" y="338"/>
                    <a:pt x="85" y="325"/>
                    <a:pt x="96" y="311"/>
                  </a:cubicBezTo>
                  <a:cubicBezTo>
                    <a:pt x="99" y="308"/>
                    <a:pt x="102" y="304"/>
                    <a:pt x="105" y="301"/>
                  </a:cubicBezTo>
                  <a:cubicBezTo>
                    <a:pt x="111" y="296"/>
                    <a:pt x="116" y="292"/>
                    <a:pt x="121" y="288"/>
                  </a:cubicBezTo>
                  <a:cubicBezTo>
                    <a:pt x="135" y="278"/>
                    <a:pt x="152" y="271"/>
                    <a:pt x="167" y="268"/>
                  </a:cubicBezTo>
                  <a:cubicBezTo>
                    <a:pt x="150" y="277"/>
                    <a:pt x="140" y="282"/>
                    <a:pt x="123" y="296"/>
                  </a:cubicBezTo>
                  <a:cubicBezTo>
                    <a:pt x="113" y="305"/>
                    <a:pt x="96" y="320"/>
                    <a:pt x="85" y="342"/>
                  </a:cubicBezTo>
                  <a:cubicBezTo>
                    <a:pt x="87" y="344"/>
                    <a:pt x="91" y="346"/>
                    <a:pt x="94" y="346"/>
                  </a:cubicBezTo>
                  <a:cubicBezTo>
                    <a:pt x="97" y="343"/>
                    <a:pt x="109" y="321"/>
                    <a:pt x="128" y="303"/>
                  </a:cubicBezTo>
                  <a:cubicBezTo>
                    <a:pt x="166" y="267"/>
                    <a:pt x="211" y="259"/>
                    <a:pt x="235" y="259"/>
                  </a:cubicBezTo>
                  <a:cubicBezTo>
                    <a:pt x="236" y="249"/>
                    <a:pt x="237" y="239"/>
                    <a:pt x="237" y="229"/>
                  </a:cubicBezTo>
                  <a:cubicBezTo>
                    <a:pt x="237" y="212"/>
                    <a:pt x="235" y="195"/>
                    <a:pt x="231" y="181"/>
                  </a:cubicBezTo>
                  <a:cubicBezTo>
                    <a:pt x="259" y="149"/>
                    <a:pt x="259" y="149"/>
                    <a:pt x="259" y="149"/>
                  </a:cubicBezTo>
                  <a:cubicBezTo>
                    <a:pt x="259" y="149"/>
                    <a:pt x="261" y="147"/>
                    <a:pt x="261" y="146"/>
                  </a:cubicBezTo>
                </a:path>
              </a:pathLst>
            </a:custGeom>
            <a:solidFill>
              <a:srgbClr val="1A144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60" name="Freeform 68"/>
            <p:cNvSpPr>
              <a:spLocks/>
            </p:cNvSpPr>
            <p:nvPr/>
          </p:nvSpPr>
          <p:spPr bwMode="gray">
            <a:xfrm>
              <a:off x="3505201" y="3119438"/>
              <a:ext cx="82550" cy="117475"/>
            </a:xfrm>
            <a:custGeom>
              <a:avLst/>
              <a:gdLst>
                <a:gd name="T0" fmla="*/ 20 w 22"/>
                <a:gd name="T1" fmla="*/ 31 h 31"/>
                <a:gd name="T2" fmla="*/ 11 w 22"/>
                <a:gd name="T3" fmla="*/ 28 h 31"/>
                <a:gd name="T4" fmla="*/ 1 w 22"/>
                <a:gd name="T5" fmla="*/ 31 h 31"/>
                <a:gd name="T6" fmla="*/ 0 w 22"/>
                <a:gd name="T7" fmla="*/ 26 h 31"/>
                <a:gd name="T8" fmla="*/ 2 w 22"/>
                <a:gd name="T9" fmla="*/ 24 h 31"/>
                <a:gd name="T10" fmla="*/ 1 w 22"/>
                <a:gd name="T11" fmla="*/ 6 h 31"/>
                <a:gd name="T12" fmla="*/ 8 w 22"/>
                <a:gd name="T13" fmla="*/ 2 h 31"/>
                <a:gd name="T14" fmla="*/ 10 w 22"/>
                <a:gd name="T15" fmla="*/ 0 h 31"/>
                <a:gd name="T16" fmla="*/ 17 w 22"/>
                <a:gd name="T17" fmla="*/ 7 h 31"/>
                <a:gd name="T18" fmla="*/ 19 w 22"/>
                <a:gd name="T19" fmla="*/ 15 h 31"/>
                <a:gd name="T20" fmla="*/ 19 w 22"/>
                <a:gd name="T21" fmla="*/ 25 h 31"/>
                <a:gd name="T22" fmla="*/ 21 w 22"/>
                <a:gd name="T23" fmla="*/ 28 h 31"/>
                <a:gd name="T24" fmla="*/ 20 w 22"/>
                <a:gd name="T25" fmla="*/ 31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2" h="31">
                  <a:moveTo>
                    <a:pt x="20" y="31"/>
                  </a:moveTo>
                  <a:cubicBezTo>
                    <a:pt x="19" y="30"/>
                    <a:pt x="14" y="28"/>
                    <a:pt x="11" y="28"/>
                  </a:cubicBezTo>
                  <a:cubicBezTo>
                    <a:pt x="7" y="28"/>
                    <a:pt x="4" y="29"/>
                    <a:pt x="1" y="31"/>
                  </a:cubicBezTo>
                  <a:cubicBezTo>
                    <a:pt x="0" y="30"/>
                    <a:pt x="0" y="28"/>
                    <a:pt x="0" y="26"/>
                  </a:cubicBezTo>
                  <a:cubicBezTo>
                    <a:pt x="1" y="25"/>
                    <a:pt x="2" y="24"/>
                    <a:pt x="2" y="24"/>
                  </a:cubicBezTo>
                  <a:cubicBezTo>
                    <a:pt x="1" y="6"/>
                    <a:pt x="1" y="6"/>
                    <a:pt x="1" y="6"/>
                  </a:cubicBezTo>
                  <a:cubicBezTo>
                    <a:pt x="1" y="6"/>
                    <a:pt x="6" y="3"/>
                    <a:pt x="8" y="2"/>
                  </a:cubicBezTo>
                  <a:cubicBezTo>
                    <a:pt x="9" y="2"/>
                    <a:pt x="10" y="1"/>
                    <a:pt x="10" y="0"/>
                  </a:cubicBezTo>
                  <a:cubicBezTo>
                    <a:pt x="12" y="1"/>
                    <a:pt x="15" y="4"/>
                    <a:pt x="17" y="7"/>
                  </a:cubicBezTo>
                  <a:cubicBezTo>
                    <a:pt x="18" y="9"/>
                    <a:pt x="19" y="12"/>
                    <a:pt x="19" y="15"/>
                  </a:cubicBezTo>
                  <a:cubicBezTo>
                    <a:pt x="20" y="18"/>
                    <a:pt x="20" y="21"/>
                    <a:pt x="19" y="25"/>
                  </a:cubicBezTo>
                  <a:cubicBezTo>
                    <a:pt x="20" y="25"/>
                    <a:pt x="21" y="26"/>
                    <a:pt x="21" y="28"/>
                  </a:cubicBezTo>
                  <a:cubicBezTo>
                    <a:pt x="22" y="29"/>
                    <a:pt x="21" y="30"/>
                    <a:pt x="20" y="31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61" name="Freeform 69"/>
            <p:cNvSpPr>
              <a:spLocks/>
            </p:cNvSpPr>
            <p:nvPr/>
          </p:nvSpPr>
          <p:spPr bwMode="gray">
            <a:xfrm>
              <a:off x="4165601" y="3319463"/>
              <a:ext cx="161925" cy="128588"/>
            </a:xfrm>
            <a:custGeom>
              <a:avLst/>
              <a:gdLst>
                <a:gd name="T0" fmla="*/ 7 w 43"/>
                <a:gd name="T1" fmla="*/ 34 h 34"/>
                <a:gd name="T2" fmla="*/ 0 w 43"/>
                <a:gd name="T3" fmla="*/ 19 h 34"/>
                <a:gd name="T4" fmla="*/ 43 w 43"/>
                <a:gd name="T5" fmla="*/ 0 h 34"/>
                <a:gd name="T6" fmla="*/ 7 w 43"/>
                <a:gd name="T7" fmla="*/ 34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3" h="34">
                  <a:moveTo>
                    <a:pt x="7" y="34"/>
                  </a:moveTo>
                  <a:cubicBezTo>
                    <a:pt x="7" y="30"/>
                    <a:pt x="3" y="21"/>
                    <a:pt x="0" y="19"/>
                  </a:cubicBezTo>
                  <a:cubicBezTo>
                    <a:pt x="43" y="0"/>
                    <a:pt x="43" y="0"/>
                    <a:pt x="43" y="0"/>
                  </a:cubicBezTo>
                  <a:lnTo>
                    <a:pt x="7" y="3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62" name="Freeform 70"/>
            <p:cNvSpPr>
              <a:spLocks/>
            </p:cNvSpPr>
            <p:nvPr/>
          </p:nvSpPr>
          <p:spPr bwMode="gray">
            <a:xfrm>
              <a:off x="3756026" y="3179763"/>
              <a:ext cx="136525" cy="166688"/>
            </a:xfrm>
            <a:custGeom>
              <a:avLst/>
              <a:gdLst>
                <a:gd name="T0" fmla="*/ 0 w 36"/>
                <a:gd name="T1" fmla="*/ 0 h 44"/>
                <a:gd name="T2" fmla="*/ 36 w 36"/>
                <a:gd name="T3" fmla="*/ 33 h 44"/>
                <a:gd name="T4" fmla="*/ 26 w 36"/>
                <a:gd name="T5" fmla="*/ 44 h 44"/>
                <a:gd name="T6" fmla="*/ 0 w 36"/>
                <a:gd name="T7" fmla="*/ 0 h 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44">
                  <a:moveTo>
                    <a:pt x="0" y="0"/>
                  </a:moveTo>
                  <a:cubicBezTo>
                    <a:pt x="36" y="33"/>
                    <a:pt x="36" y="33"/>
                    <a:pt x="36" y="33"/>
                  </a:cubicBezTo>
                  <a:cubicBezTo>
                    <a:pt x="32" y="35"/>
                    <a:pt x="27" y="40"/>
                    <a:pt x="26" y="44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63" name="Freeform 71"/>
            <p:cNvSpPr>
              <a:spLocks/>
            </p:cNvSpPr>
            <p:nvPr/>
          </p:nvSpPr>
          <p:spPr bwMode="gray">
            <a:xfrm>
              <a:off x="3783013" y="3398838"/>
              <a:ext cx="52388" cy="68263"/>
            </a:xfrm>
            <a:custGeom>
              <a:avLst/>
              <a:gdLst>
                <a:gd name="T0" fmla="*/ 14 w 14"/>
                <a:gd name="T1" fmla="*/ 7 h 18"/>
                <a:gd name="T2" fmla="*/ 12 w 14"/>
                <a:gd name="T3" fmla="*/ 12 h 18"/>
                <a:gd name="T4" fmla="*/ 12 w 14"/>
                <a:gd name="T5" fmla="*/ 18 h 18"/>
                <a:gd name="T6" fmla="*/ 1 w 14"/>
                <a:gd name="T7" fmla="*/ 10 h 18"/>
                <a:gd name="T8" fmla="*/ 0 w 14"/>
                <a:gd name="T9" fmla="*/ 1 h 18"/>
                <a:gd name="T10" fmla="*/ 0 w 14"/>
                <a:gd name="T11" fmla="*/ 0 h 18"/>
                <a:gd name="T12" fmla="*/ 14 w 14"/>
                <a:gd name="T13" fmla="*/ 7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4" h="18">
                  <a:moveTo>
                    <a:pt x="14" y="7"/>
                  </a:moveTo>
                  <a:cubicBezTo>
                    <a:pt x="13" y="9"/>
                    <a:pt x="12" y="10"/>
                    <a:pt x="12" y="12"/>
                  </a:cubicBezTo>
                  <a:cubicBezTo>
                    <a:pt x="11" y="15"/>
                    <a:pt x="12" y="16"/>
                    <a:pt x="12" y="18"/>
                  </a:cubicBezTo>
                  <a:cubicBezTo>
                    <a:pt x="1" y="10"/>
                    <a:pt x="1" y="10"/>
                    <a:pt x="1" y="10"/>
                  </a:cubicBezTo>
                  <a:cubicBezTo>
                    <a:pt x="1" y="8"/>
                    <a:pt x="0" y="3"/>
                    <a:pt x="0" y="1"/>
                  </a:cubicBezTo>
                  <a:cubicBezTo>
                    <a:pt x="0" y="1"/>
                    <a:pt x="0" y="1"/>
                    <a:pt x="0" y="0"/>
                  </a:cubicBezTo>
                  <a:lnTo>
                    <a:pt x="14" y="7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64" name="Freeform 72"/>
            <p:cNvSpPr>
              <a:spLocks/>
            </p:cNvSpPr>
            <p:nvPr/>
          </p:nvSpPr>
          <p:spPr bwMode="gray">
            <a:xfrm>
              <a:off x="3535363" y="3035300"/>
              <a:ext cx="247650" cy="601663"/>
            </a:xfrm>
            <a:custGeom>
              <a:avLst/>
              <a:gdLst>
                <a:gd name="T0" fmla="*/ 19 w 66"/>
                <a:gd name="T1" fmla="*/ 106 h 159"/>
                <a:gd name="T2" fmla="*/ 15 w 66"/>
                <a:gd name="T3" fmla="*/ 36 h 159"/>
                <a:gd name="T4" fmla="*/ 19 w 66"/>
                <a:gd name="T5" fmla="*/ 34 h 159"/>
                <a:gd name="T6" fmla="*/ 19 w 66"/>
                <a:gd name="T7" fmla="*/ 33 h 159"/>
                <a:gd name="T8" fmla="*/ 12 w 66"/>
                <a:gd name="T9" fmla="*/ 30 h 159"/>
                <a:gd name="T10" fmla="*/ 11 w 66"/>
                <a:gd name="T11" fmla="*/ 10 h 159"/>
                <a:gd name="T12" fmla="*/ 3 w 66"/>
                <a:gd name="T13" fmla="*/ 7 h 159"/>
                <a:gd name="T14" fmla="*/ 2 w 66"/>
                <a:gd name="T15" fmla="*/ 0 h 159"/>
                <a:gd name="T16" fmla="*/ 13 w 66"/>
                <a:gd name="T17" fmla="*/ 3 h 159"/>
                <a:gd name="T18" fmla="*/ 17 w 66"/>
                <a:gd name="T19" fmla="*/ 5 h 159"/>
                <a:gd name="T20" fmla="*/ 22 w 66"/>
                <a:gd name="T21" fmla="*/ 7 h 159"/>
                <a:gd name="T22" fmla="*/ 23 w 66"/>
                <a:gd name="T23" fmla="*/ 11 h 159"/>
                <a:gd name="T24" fmla="*/ 57 w 66"/>
                <a:gd name="T25" fmla="*/ 98 h 159"/>
                <a:gd name="T26" fmla="*/ 60 w 66"/>
                <a:gd name="T27" fmla="*/ 114 h 159"/>
                <a:gd name="T28" fmla="*/ 66 w 66"/>
                <a:gd name="T29" fmla="*/ 128 h 159"/>
                <a:gd name="T30" fmla="*/ 48 w 66"/>
                <a:gd name="T31" fmla="*/ 136 h 159"/>
                <a:gd name="T32" fmla="*/ 36 w 66"/>
                <a:gd name="T33" fmla="*/ 159 h 159"/>
                <a:gd name="T34" fmla="*/ 19 w 66"/>
                <a:gd name="T35" fmla="*/ 106 h 1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66" h="159">
                  <a:moveTo>
                    <a:pt x="19" y="106"/>
                  </a:moveTo>
                  <a:cubicBezTo>
                    <a:pt x="19" y="105"/>
                    <a:pt x="15" y="39"/>
                    <a:pt x="15" y="36"/>
                  </a:cubicBezTo>
                  <a:cubicBezTo>
                    <a:pt x="19" y="34"/>
                    <a:pt x="19" y="34"/>
                    <a:pt x="19" y="34"/>
                  </a:cubicBezTo>
                  <a:cubicBezTo>
                    <a:pt x="19" y="33"/>
                    <a:pt x="19" y="33"/>
                    <a:pt x="19" y="33"/>
                  </a:cubicBezTo>
                  <a:cubicBezTo>
                    <a:pt x="16" y="33"/>
                    <a:pt x="13" y="32"/>
                    <a:pt x="12" y="30"/>
                  </a:cubicBezTo>
                  <a:cubicBezTo>
                    <a:pt x="11" y="10"/>
                    <a:pt x="11" y="10"/>
                    <a:pt x="11" y="10"/>
                  </a:cubicBezTo>
                  <a:cubicBezTo>
                    <a:pt x="8" y="10"/>
                    <a:pt x="4" y="9"/>
                    <a:pt x="3" y="7"/>
                  </a:cubicBezTo>
                  <a:cubicBezTo>
                    <a:pt x="1" y="6"/>
                    <a:pt x="0" y="4"/>
                    <a:pt x="2" y="0"/>
                  </a:cubicBezTo>
                  <a:cubicBezTo>
                    <a:pt x="3" y="1"/>
                    <a:pt x="9" y="3"/>
                    <a:pt x="13" y="3"/>
                  </a:cubicBezTo>
                  <a:cubicBezTo>
                    <a:pt x="14" y="3"/>
                    <a:pt x="16" y="5"/>
                    <a:pt x="17" y="5"/>
                  </a:cubicBezTo>
                  <a:cubicBezTo>
                    <a:pt x="18" y="6"/>
                    <a:pt x="21" y="7"/>
                    <a:pt x="22" y="7"/>
                  </a:cubicBezTo>
                  <a:cubicBezTo>
                    <a:pt x="23" y="8"/>
                    <a:pt x="23" y="10"/>
                    <a:pt x="23" y="11"/>
                  </a:cubicBezTo>
                  <a:cubicBezTo>
                    <a:pt x="24" y="12"/>
                    <a:pt x="57" y="97"/>
                    <a:pt x="57" y="98"/>
                  </a:cubicBezTo>
                  <a:cubicBezTo>
                    <a:pt x="58" y="99"/>
                    <a:pt x="60" y="113"/>
                    <a:pt x="60" y="114"/>
                  </a:cubicBezTo>
                  <a:cubicBezTo>
                    <a:pt x="60" y="115"/>
                    <a:pt x="65" y="127"/>
                    <a:pt x="66" y="128"/>
                  </a:cubicBezTo>
                  <a:cubicBezTo>
                    <a:pt x="61" y="128"/>
                    <a:pt x="54" y="130"/>
                    <a:pt x="48" y="136"/>
                  </a:cubicBezTo>
                  <a:cubicBezTo>
                    <a:pt x="43" y="141"/>
                    <a:pt x="38" y="154"/>
                    <a:pt x="36" y="159"/>
                  </a:cubicBezTo>
                  <a:cubicBezTo>
                    <a:pt x="36" y="156"/>
                    <a:pt x="20" y="107"/>
                    <a:pt x="19" y="106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65" name="Freeform 73"/>
            <p:cNvSpPr>
              <a:spLocks/>
            </p:cNvSpPr>
            <p:nvPr/>
          </p:nvSpPr>
          <p:spPr bwMode="gray">
            <a:xfrm>
              <a:off x="3673476" y="3535363"/>
              <a:ext cx="206375" cy="407988"/>
            </a:xfrm>
            <a:custGeom>
              <a:avLst/>
              <a:gdLst>
                <a:gd name="T0" fmla="*/ 24 w 55"/>
                <a:gd name="T1" fmla="*/ 55 h 108"/>
                <a:gd name="T2" fmla="*/ 14 w 55"/>
                <a:gd name="T3" fmla="*/ 88 h 108"/>
                <a:gd name="T4" fmla="*/ 0 w 55"/>
                <a:gd name="T5" fmla="*/ 108 h 108"/>
                <a:gd name="T6" fmla="*/ 5 w 55"/>
                <a:gd name="T7" fmla="*/ 73 h 108"/>
                <a:gd name="T8" fmla="*/ 5 w 55"/>
                <a:gd name="T9" fmla="*/ 36 h 108"/>
                <a:gd name="T10" fmla="*/ 19 w 55"/>
                <a:gd name="T11" fmla="*/ 9 h 108"/>
                <a:gd name="T12" fmla="*/ 44 w 55"/>
                <a:gd name="T13" fmla="*/ 3 h 108"/>
                <a:gd name="T14" fmla="*/ 55 w 55"/>
                <a:gd name="T15" fmla="*/ 22 h 108"/>
                <a:gd name="T16" fmla="*/ 37 w 55"/>
                <a:gd name="T17" fmla="*/ 26 h 108"/>
                <a:gd name="T18" fmla="*/ 24 w 55"/>
                <a:gd name="T19" fmla="*/ 55 h 1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55" h="108">
                  <a:moveTo>
                    <a:pt x="24" y="55"/>
                  </a:moveTo>
                  <a:cubicBezTo>
                    <a:pt x="22" y="68"/>
                    <a:pt x="19" y="80"/>
                    <a:pt x="14" y="88"/>
                  </a:cubicBezTo>
                  <a:cubicBezTo>
                    <a:pt x="11" y="93"/>
                    <a:pt x="3" y="104"/>
                    <a:pt x="0" y="108"/>
                  </a:cubicBezTo>
                  <a:cubicBezTo>
                    <a:pt x="3" y="101"/>
                    <a:pt x="6" y="85"/>
                    <a:pt x="5" y="73"/>
                  </a:cubicBezTo>
                  <a:cubicBezTo>
                    <a:pt x="5" y="65"/>
                    <a:pt x="3" y="48"/>
                    <a:pt x="5" y="36"/>
                  </a:cubicBezTo>
                  <a:cubicBezTo>
                    <a:pt x="7" y="24"/>
                    <a:pt x="11" y="17"/>
                    <a:pt x="19" y="9"/>
                  </a:cubicBezTo>
                  <a:cubicBezTo>
                    <a:pt x="23" y="5"/>
                    <a:pt x="32" y="0"/>
                    <a:pt x="44" y="3"/>
                  </a:cubicBezTo>
                  <a:cubicBezTo>
                    <a:pt x="55" y="22"/>
                    <a:pt x="55" y="22"/>
                    <a:pt x="55" y="22"/>
                  </a:cubicBezTo>
                  <a:cubicBezTo>
                    <a:pt x="49" y="21"/>
                    <a:pt x="42" y="22"/>
                    <a:pt x="37" y="26"/>
                  </a:cubicBezTo>
                  <a:cubicBezTo>
                    <a:pt x="28" y="33"/>
                    <a:pt x="25" y="42"/>
                    <a:pt x="24" y="55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66" name="Freeform 74"/>
            <p:cNvSpPr>
              <a:spLocks/>
            </p:cNvSpPr>
            <p:nvPr/>
          </p:nvSpPr>
          <p:spPr bwMode="gray">
            <a:xfrm>
              <a:off x="3767138" y="3640138"/>
              <a:ext cx="180975" cy="201613"/>
            </a:xfrm>
            <a:custGeom>
              <a:avLst/>
              <a:gdLst>
                <a:gd name="T0" fmla="*/ 0 w 48"/>
                <a:gd name="T1" fmla="*/ 53 h 53"/>
                <a:gd name="T2" fmla="*/ 6 w 48"/>
                <a:gd name="T3" fmla="*/ 27 h 53"/>
                <a:gd name="T4" fmla="*/ 17 w 48"/>
                <a:gd name="T5" fmla="*/ 3 h 53"/>
                <a:gd name="T6" fmla="*/ 30 w 48"/>
                <a:gd name="T7" fmla="*/ 0 h 53"/>
                <a:gd name="T8" fmla="*/ 41 w 48"/>
                <a:gd name="T9" fmla="*/ 24 h 53"/>
                <a:gd name="T10" fmla="*/ 48 w 48"/>
                <a:gd name="T11" fmla="*/ 27 h 53"/>
                <a:gd name="T12" fmla="*/ 0 w 48"/>
                <a:gd name="T13" fmla="*/ 53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8" h="53">
                  <a:moveTo>
                    <a:pt x="0" y="53"/>
                  </a:moveTo>
                  <a:cubicBezTo>
                    <a:pt x="2" y="48"/>
                    <a:pt x="6" y="32"/>
                    <a:pt x="6" y="27"/>
                  </a:cubicBezTo>
                  <a:cubicBezTo>
                    <a:pt x="8" y="20"/>
                    <a:pt x="9" y="10"/>
                    <a:pt x="17" y="3"/>
                  </a:cubicBezTo>
                  <a:cubicBezTo>
                    <a:pt x="21" y="0"/>
                    <a:pt x="27" y="0"/>
                    <a:pt x="30" y="0"/>
                  </a:cubicBezTo>
                  <a:cubicBezTo>
                    <a:pt x="41" y="24"/>
                    <a:pt x="41" y="24"/>
                    <a:pt x="41" y="24"/>
                  </a:cubicBezTo>
                  <a:cubicBezTo>
                    <a:pt x="42" y="26"/>
                    <a:pt x="45" y="27"/>
                    <a:pt x="48" y="27"/>
                  </a:cubicBezTo>
                  <a:cubicBezTo>
                    <a:pt x="37" y="30"/>
                    <a:pt x="10" y="43"/>
                    <a:pt x="0" y="5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67" name="Freeform 75"/>
            <p:cNvSpPr>
              <a:spLocks/>
            </p:cNvSpPr>
            <p:nvPr/>
          </p:nvSpPr>
          <p:spPr bwMode="gray">
            <a:xfrm>
              <a:off x="4124326" y="3530600"/>
              <a:ext cx="95250" cy="152400"/>
            </a:xfrm>
            <a:custGeom>
              <a:avLst/>
              <a:gdLst>
                <a:gd name="T0" fmla="*/ 2 w 25"/>
                <a:gd name="T1" fmla="*/ 8 h 40"/>
                <a:gd name="T2" fmla="*/ 2 w 25"/>
                <a:gd name="T3" fmla="*/ 16 h 40"/>
                <a:gd name="T4" fmla="*/ 9 w 25"/>
                <a:gd name="T5" fmla="*/ 29 h 40"/>
                <a:gd name="T6" fmla="*/ 14 w 25"/>
                <a:gd name="T7" fmla="*/ 40 h 40"/>
                <a:gd name="T8" fmla="*/ 25 w 25"/>
                <a:gd name="T9" fmla="*/ 40 h 40"/>
                <a:gd name="T10" fmla="*/ 11 w 25"/>
                <a:gd name="T11" fmla="*/ 14 h 40"/>
                <a:gd name="T12" fmla="*/ 11 w 25"/>
                <a:gd name="T13" fmla="*/ 0 h 40"/>
                <a:gd name="T14" fmla="*/ 2 w 25"/>
                <a:gd name="T15" fmla="*/ 8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5" h="40">
                  <a:moveTo>
                    <a:pt x="2" y="8"/>
                  </a:moveTo>
                  <a:cubicBezTo>
                    <a:pt x="0" y="11"/>
                    <a:pt x="1" y="14"/>
                    <a:pt x="2" y="16"/>
                  </a:cubicBezTo>
                  <a:cubicBezTo>
                    <a:pt x="3" y="18"/>
                    <a:pt x="9" y="29"/>
                    <a:pt x="9" y="29"/>
                  </a:cubicBezTo>
                  <a:cubicBezTo>
                    <a:pt x="11" y="34"/>
                    <a:pt x="12" y="36"/>
                    <a:pt x="14" y="40"/>
                  </a:cubicBezTo>
                  <a:cubicBezTo>
                    <a:pt x="17" y="40"/>
                    <a:pt x="21" y="40"/>
                    <a:pt x="25" y="40"/>
                  </a:cubicBezTo>
                  <a:cubicBezTo>
                    <a:pt x="21" y="31"/>
                    <a:pt x="11" y="14"/>
                    <a:pt x="11" y="14"/>
                  </a:cubicBezTo>
                  <a:cubicBezTo>
                    <a:pt x="11" y="0"/>
                    <a:pt x="11" y="0"/>
                    <a:pt x="11" y="0"/>
                  </a:cubicBezTo>
                  <a:cubicBezTo>
                    <a:pt x="8" y="1"/>
                    <a:pt x="4" y="5"/>
                    <a:pt x="2" y="8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68" name="Freeform 76"/>
            <p:cNvSpPr>
              <a:spLocks/>
            </p:cNvSpPr>
            <p:nvPr/>
          </p:nvSpPr>
          <p:spPr bwMode="gray">
            <a:xfrm>
              <a:off x="3948113" y="3065463"/>
              <a:ext cx="68263" cy="223838"/>
            </a:xfrm>
            <a:custGeom>
              <a:avLst/>
              <a:gdLst>
                <a:gd name="T0" fmla="*/ 0 w 18"/>
                <a:gd name="T1" fmla="*/ 57 h 59"/>
                <a:gd name="T2" fmla="*/ 18 w 18"/>
                <a:gd name="T3" fmla="*/ 59 h 59"/>
                <a:gd name="T4" fmla="*/ 8 w 18"/>
                <a:gd name="T5" fmla="*/ 0 h 59"/>
                <a:gd name="T6" fmla="*/ 0 w 18"/>
                <a:gd name="T7" fmla="*/ 57 h 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8" h="59">
                  <a:moveTo>
                    <a:pt x="0" y="57"/>
                  </a:moveTo>
                  <a:cubicBezTo>
                    <a:pt x="5" y="56"/>
                    <a:pt x="15" y="57"/>
                    <a:pt x="18" y="59"/>
                  </a:cubicBezTo>
                  <a:cubicBezTo>
                    <a:pt x="8" y="0"/>
                    <a:pt x="8" y="0"/>
                    <a:pt x="8" y="0"/>
                  </a:cubicBezTo>
                  <a:lnTo>
                    <a:pt x="0" y="57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69" name="Freeform 77"/>
            <p:cNvSpPr>
              <a:spLocks/>
            </p:cNvSpPr>
            <p:nvPr/>
          </p:nvSpPr>
          <p:spPr bwMode="gray">
            <a:xfrm>
              <a:off x="3535363" y="3035300"/>
              <a:ext cx="247650" cy="601663"/>
            </a:xfrm>
            <a:custGeom>
              <a:avLst/>
              <a:gdLst>
                <a:gd name="T0" fmla="*/ 23 w 66"/>
                <a:gd name="T1" fmla="*/ 11 h 159"/>
                <a:gd name="T2" fmla="*/ 22 w 66"/>
                <a:gd name="T3" fmla="*/ 7 h 159"/>
                <a:gd name="T4" fmla="*/ 17 w 66"/>
                <a:gd name="T5" fmla="*/ 5 h 159"/>
                <a:gd name="T6" fmla="*/ 13 w 66"/>
                <a:gd name="T7" fmla="*/ 3 h 159"/>
                <a:gd name="T8" fmla="*/ 2 w 66"/>
                <a:gd name="T9" fmla="*/ 0 h 159"/>
                <a:gd name="T10" fmla="*/ 3 w 66"/>
                <a:gd name="T11" fmla="*/ 7 h 159"/>
                <a:gd name="T12" fmla="*/ 11 w 66"/>
                <a:gd name="T13" fmla="*/ 10 h 159"/>
                <a:gd name="T14" fmla="*/ 12 w 66"/>
                <a:gd name="T15" fmla="*/ 30 h 159"/>
                <a:gd name="T16" fmla="*/ 19 w 66"/>
                <a:gd name="T17" fmla="*/ 33 h 159"/>
                <a:gd name="T18" fmla="*/ 19 w 66"/>
                <a:gd name="T19" fmla="*/ 34 h 159"/>
                <a:gd name="T20" fmla="*/ 15 w 66"/>
                <a:gd name="T21" fmla="*/ 36 h 159"/>
                <a:gd name="T22" fmla="*/ 19 w 66"/>
                <a:gd name="T23" fmla="*/ 106 h 159"/>
                <a:gd name="T24" fmla="*/ 36 w 66"/>
                <a:gd name="T25" fmla="*/ 159 h 159"/>
                <a:gd name="T26" fmla="*/ 48 w 66"/>
                <a:gd name="T27" fmla="*/ 136 h 159"/>
                <a:gd name="T28" fmla="*/ 66 w 66"/>
                <a:gd name="T29" fmla="*/ 128 h 159"/>
                <a:gd name="T30" fmla="*/ 60 w 66"/>
                <a:gd name="T31" fmla="*/ 114 h 159"/>
                <a:gd name="T32" fmla="*/ 57 w 66"/>
                <a:gd name="T33" fmla="*/ 98 h 159"/>
                <a:gd name="T34" fmla="*/ 23 w 66"/>
                <a:gd name="T35" fmla="*/ 11 h 1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66" h="159">
                  <a:moveTo>
                    <a:pt x="23" y="11"/>
                  </a:moveTo>
                  <a:cubicBezTo>
                    <a:pt x="23" y="10"/>
                    <a:pt x="23" y="8"/>
                    <a:pt x="22" y="7"/>
                  </a:cubicBezTo>
                  <a:cubicBezTo>
                    <a:pt x="21" y="7"/>
                    <a:pt x="18" y="6"/>
                    <a:pt x="17" y="5"/>
                  </a:cubicBezTo>
                  <a:cubicBezTo>
                    <a:pt x="16" y="5"/>
                    <a:pt x="14" y="3"/>
                    <a:pt x="13" y="3"/>
                  </a:cubicBezTo>
                  <a:cubicBezTo>
                    <a:pt x="9" y="3"/>
                    <a:pt x="3" y="1"/>
                    <a:pt x="2" y="0"/>
                  </a:cubicBezTo>
                  <a:cubicBezTo>
                    <a:pt x="0" y="4"/>
                    <a:pt x="1" y="6"/>
                    <a:pt x="3" y="7"/>
                  </a:cubicBezTo>
                  <a:cubicBezTo>
                    <a:pt x="4" y="9"/>
                    <a:pt x="8" y="10"/>
                    <a:pt x="11" y="10"/>
                  </a:cubicBezTo>
                  <a:cubicBezTo>
                    <a:pt x="12" y="30"/>
                    <a:pt x="12" y="30"/>
                    <a:pt x="12" y="30"/>
                  </a:cubicBezTo>
                  <a:cubicBezTo>
                    <a:pt x="13" y="32"/>
                    <a:pt x="16" y="33"/>
                    <a:pt x="19" y="33"/>
                  </a:cubicBezTo>
                  <a:cubicBezTo>
                    <a:pt x="19" y="34"/>
                    <a:pt x="19" y="34"/>
                    <a:pt x="19" y="34"/>
                  </a:cubicBezTo>
                  <a:cubicBezTo>
                    <a:pt x="15" y="36"/>
                    <a:pt x="15" y="36"/>
                    <a:pt x="15" y="36"/>
                  </a:cubicBezTo>
                  <a:cubicBezTo>
                    <a:pt x="15" y="39"/>
                    <a:pt x="19" y="105"/>
                    <a:pt x="19" y="106"/>
                  </a:cubicBezTo>
                  <a:cubicBezTo>
                    <a:pt x="20" y="107"/>
                    <a:pt x="36" y="156"/>
                    <a:pt x="36" y="159"/>
                  </a:cubicBezTo>
                  <a:cubicBezTo>
                    <a:pt x="38" y="154"/>
                    <a:pt x="43" y="141"/>
                    <a:pt x="48" y="136"/>
                  </a:cubicBezTo>
                  <a:cubicBezTo>
                    <a:pt x="54" y="130"/>
                    <a:pt x="61" y="128"/>
                    <a:pt x="66" y="128"/>
                  </a:cubicBezTo>
                  <a:cubicBezTo>
                    <a:pt x="65" y="127"/>
                    <a:pt x="60" y="115"/>
                    <a:pt x="60" y="114"/>
                  </a:cubicBezTo>
                  <a:cubicBezTo>
                    <a:pt x="60" y="113"/>
                    <a:pt x="58" y="99"/>
                    <a:pt x="57" y="98"/>
                  </a:cubicBezTo>
                  <a:cubicBezTo>
                    <a:pt x="57" y="97"/>
                    <a:pt x="24" y="12"/>
                    <a:pt x="23" y="11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70" name="Freeform 78"/>
            <p:cNvSpPr>
              <a:spLocks/>
            </p:cNvSpPr>
            <p:nvPr/>
          </p:nvSpPr>
          <p:spPr bwMode="gray">
            <a:xfrm>
              <a:off x="3489326" y="2994025"/>
              <a:ext cx="117475" cy="46038"/>
            </a:xfrm>
            <a:custGeom>
              <a:avLst/>
              <a:gdLst>
                <a:gd name="T0" fmla="*/ 15 w 31"/>
                <a:gd name="T1" fmla="*/ 6 h 12"/>
                <a:gd name="T2" fmla="*/ 30 w 31"/>
                <a:gd name="T3" fmla="*/ 12 h 12"/>
                <a:gd name="T4" fmla="*/ 27 w 31"/>
                <a:gd name="T5" fmla="*/ 3 h 12"/>
                <a:gd name="T6" fmla="*/ 14 w 31"/>
                <a:gd name="T7" fmla="*/ 0 h 12"/>
                <a:gd name="T8" fmla="*/ 3 w 31"/>
                <a:gd name="T9" fmla="*/ 3 h 12"/>
                <a:gd name="T10" fmla="*/ 0 w 31"/>
                <a:gd name="T11" fmla="*/ 11 h 12"/>
                <a:gd name="T12" fmla="*/ 15 w 31"/>
                <a:gd name="T13" fmla="*/ 6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1" h="12">
                  <a:moveTo>
                    <a:pt x="15" y="6"/>
                  </a:moveTo>
                  <a:cubicBezTo>
                    <a:pt x="24" y="6"/>
                    <a:pt x="28" y="10"/>
                    <a:pt x="30" y="12"/>
                  </a:cubicBezTo>
                  <a:cubicBezTo>
                    <a:pt x="31" y="8"/>
                    <a:pt x="30" y="6"/>
                    <a:pt x="27" y="3"/>
                  </a:cubicBezTo>
                  <a:cubicBezTo>
                    <a:pt x="25" y="1"/>
                    <a:pt x="21" y="0"/>
                    <a:pt x="14" y="0"/>
                  </a:cubicBezTo>
                  <a:cubicBezTo>
                    <a:pt x="10" y="0"/>
                    <a:pt x="5" y="1"/>
                    <a:pt x="3" y="3"/>
                  </a:cubicBezTo>
                  <a:cubicBezTo>
                    <a:pt x="0" y="5"/>
                    <a:pt x="0" y="8"/>
                    <a:pt x="0" y="11"/>
                  </a:cubicBezTo>
                  <a:cubicBezTo>
                    <a:pt x="1" y="9"/>
                    <a:pt x="7" y="6"/>
                    <a:pt x="15" y="6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71" name="Freeform 79"/>
            <p:cNvSpPr>
              <a:spLocks/>
            </p:cNvSpPr>
            <p:nvPr/>
          </p:nvSpPr>
          <p:spPr bwMode="gray">
            <a:xfrm>
              <a:off x="3482976" y="2778125"/>
              <a:ext cx="242888" cy="106363"/>
            </a:xfrm>
            <a:custGeom>
              <a:avLst/>
              <a:gdLst>
                <a:gd name="T0" fmla="*/ 0 w 65"/>
                <a:gd name="T1" fmla="*/ 14 h 28"/>
                <a:gd name="T2" fmla="*/ 2 w 65"/>
                <a:gd name="T3" fmla="*/ 24 h 28"/>
                <a:gd name="T4" fmla="*/ 7 w 65"/>
                <a:gd name="T5" fmla="*/ 27 h 28"/>
                <a:gd name="T6" fmla="*/ 17 w 65"/>
                <a:gd name="T7" fmla="*/ 23 h 28"/>
                <a:gd name="T8" fmla="*/ 26 w 65"/>
                <a:gd name="T9" fmla="*/ 28 h 28"/>
                <a:gd name="T10" fmla="*/ 32 w 65"/>
                <a:gd name="T11" fmla="*/ 26 h 28"/>
                <a:gd name="T12" fmla="*/ 36 w 65"/>
                <a:gd name="T13" fmla="*/ 28 h 28"/>
                <a:gd name="T14" fmla="*/ 41 w 65"/>
                <a:gd name="T15" fmla="*/ 22 h 28"/>
                <a:gd name="T16" fmla="*/ 62 w 65"/>
                <a:gd name="T17" fmla="*/ 12 h 28"/>
                <a:gd name="T18" fmla="*/ 65 w 65"/>
                <a:gd name="T19" fmla="*/ 2 h 28"/>
                <a:gd name="T20" fmla="*/ 52 w 65"/>
                <a:gd name="T21" fmla="*/ 8 h 28"/>
                <a:gd name="T22" fmla="*/ 40 w 65"/>
                <a:gd name="T23" fmla="*/ 6 h 28"/>
                <a:gd name="T24" fmla="*/ 41 w 65"/>
                <a:gd name="T25" fmla="*/ 0 h 28"/>
                <a:gd name="T26" fmla="*/ 28 w 65"/>
                <a:gd name="T27" fmla="*/ 2 h 28"/>
                <a:gd name="T28" fmla="*/ 15 w 65"/>
                <a:gd name="T29" fmla="*/ 1 h 28"/>
                <a:gd name="T30" fmla="*/ 0 w 65"/>
                <a:gd name="T31" fmla="*/ 14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65" h="28">
                  <a:moveTo>
                    <a:pt x="0" y="14"/>
                  </a:moveTo>
                  <a:cubicBezTo>
                    <a:pt x="0" y="18"/>
                    <a:pt x="1" y="21"/>
                    <a:pt x="2" y="24"/>
                  </a:cubicBezTo>
                  <a:cubicBezTo>
                    <a:pt x="3" y="25"/>
                    <a:pt x="5" y="27"/>
                    <a:pt x="7" y="27"/>
                  </a:cubicBezTo>
                  <a:cubicBezTo>
                    <a:pt x="9" y="27"/>
                    <a:pt x="12" y="22"/>
                    <a:pt x="17" y="23"/>
                  </a:cubicBezTo>
                  <a:cubicBezTo>
                    <a:pt x="21" y="23"/>
                    <a:pt x="23" y="28"/>
                    <a:pt x="26" y="28"/>
                  </a:cubicBezTo>
                  <a:cubicBezTo>
                    <a:pt x="28" y="28"/>
                    <a:pt x="29" y="26"/>
                    <a:pt x="32" y="26"/>
                  </a:cubicBezTo>
                  <a:cubicBezTo>
                    <a:pt x="34" y="25"/>
                    <a:pt x="34" y="26"/>
                    <a:pt x="36" y="28"/>
                  </a:cubicBezTo>
                  <a:cubicBezTo>
                    <a:pt x="36" y="26"/>
                    <a:pt x="38" y="24"/>
                    <a:pt x="41" y="22"/>
                  </a:cubicBezTo>
                  <a:cubicBezTo>
                    <a:pt x="44" y="19"/>
                    <a:pt x="57" y="17"/>
                    <a:pt x="62" y="12"/>
                  </a:cubicBezTo>
                  <a:cubicBezTo>
                    <a:pt x="65" y="10"/>
                    <a:pt x="65" y="5"/>
                    <a:pt x="65" y="2"/>
                  </a:cubicBezTo>
                  <a:cubicBezTo>
                    <a:pt x="63" y="5"/>
                    <a:pt x="57" y="8"/>
                    <a:pt x="52" y="8"/>
                  </a:cubicBezTo>
                  <a:cubicBezTo>
                    <a:pt x="49" y="9"/>
                    <a:pt x="42" y="7"/>
                    <a:pt x="40" y="6"/>
                  </a:cubicBezTo>
                  <a:cubicBezTo>
                    <a:pt x="41" y="4"/>
                    <a:pt x="42" y="2"/>
                    <a:pt x="41" y="0"/>
                  </a:cubicBezTo>
                  <a:cubicBezTo>
                    <a:pt x="39" y="1"/>
                    <a:pt x="31" y="2"/>
                    <a:pt x="28" y="2"/>
                  </a:cubicBezTo>
                  <a:cubicBezTo>
                    <a:pt x="25" y="2"/>
                    <a:pt x="19" y="1"/>
                    <a:pt x="15" y="1"/>
                  </a:cubicBezTo>
                  <a:cubicBezTo>
                    <a:pt x="5" y="1"/>
                    <a:pt x="0" y="8"/>
                    <a:pt x="0" y="14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72" name="Freeform 80"/>
            <p:cNvSpPr>
              <a:spLocks/>
            </p:cNvSpPr>
            <p:nvPr/>
          </p:nvSpPr>
          <p:spPr bwMode="gray">
            <a:xfrm>
              <a:off x="3422651" y="2895600"/>
              <a:ext cx="247650" cy="125413"/>
            </a:xfrm>
            <a:custGeom>
              <a:avLst/>
              <a:gdLst>
                <a:gd name="T0" fmla="*/ 33 w 66"/>
                <a:gd name="T1" fmla="*/ 14 h 33"/>
                <a:gd name="T2" fmla="*/ 65 w 66"/>
                <a:gd name="T3" fmla="*/ 32 h 33"/>
                <a:gd name="T4" fmla="*/ 65 w 66"/>
                <a:gd name="T5" fmla="*/ 25 h 33"/>
                <a:gd name="T6" fmla="*/ 62 w 66"/>
                <a:gd name="T7" fmla="*/ 15 h 33"/>
                <a:gd name="T8" fmla="*/ 63 w 66"/>
                <a:gd name="T9" fmla="*/ 9 h 33"/>
                <a:gd name="T10" fmla="*/ 55 w 66"/>
                <a:gd name="T11" fmla="*/ 10 h 33"/>
                <a:gd name="T12" fmla="*/ 51 w 66"/>
                <a:gd name="T13" fmla="*/ 3 h 33"/>
                <a:gd name="T14" fmla="*/ 41 w 66"/>
                <a:gd name="T15" fmla="*/ 5 h 33"/>
                <a:gd name="T16" fmla="*/ 33 w 66"/>
                <a:gd name="T17" fmla="*/ 0 h 33"/>
                <a:gd name="T18" fmla="*/ 24 w 66"/>
                <a:gd name="T19" fmla="*/ 5 h 33"/>
                <a:gd name="T20" fmla="*/ 16 w 66"/>
                <a:gd name="T21" fmla="*/ 4 h 33"/>
                <a:gd name="T22" fmla="*/ 13 w 66"/>
                <a:gd name="T23" fmla="*/ 7 h 33"/>
                <a:gd name="T24" fmla="*/ 9 w 66"/>
                <a:gd name="T25" fmla="*/ 10 h 33"/>
                <a:gd name="T26" fmla="*/ 4 w 66"/>
                <a:gd name="T27" fmla="*/ 9 h 33"/>
                <a:gd name="T28" fmla="*/ 4 w 66"/>
                <a:gd name="T29" fmla="*/ 16 h 33"/>
                <a:gd name="T30" fmla="*/ 0 w 66"/>
                <a:gd name="T31" fmla="*/ 26 h 33"/>
                <a:gd name="T32" fmla="*/ 2 w 66"/>
                <a:gd name="T33" fmla="*/ 33 h 33"/>
                <a:gd name="T34" fmla="*/ 33 w 66"/>
                <a:gd name="T35" fmla="*/ 14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66" h="33">
                  <a:moveTo>
                    <a:pt x="33" y="14"/>
                  </a:moveTo>
                  <a:cubicBezTo>
                    <a:pt x="55" y="14"/>
                    <a:pt x="64" y="24"/>
                    <a:pt x="65" y="32"/>
                  </a:cubicBezTo>
                  <a:cubicBezTo>
                    <a:pt x="66" y="30"/>
                    <a:pt x="66" y="28"/>
                    <a:pt x="65" y="25"/>
                  </a:cubicBezTo>
                  <a:cubicBezTo>
                    <a:pt x="65" y="23"/>
                    <a:pt x="62" y="17"/>
                    <a:pt x="62" y="15"/>
                  </a:cubicBezTo>
                  <a:cubicBezTo>
                    <a:pt x="62" y="13"/>
                    <a:pt x="62" y="11"/>
                    <a:pt x="63" y="9"/>
                  </a:cubicBezTo>
                  <a:cubicBezTo>
                    <a:pt x="61" y="10"/>
                    <a:pt x="57" y="12"/>
                    <a:pt x="55" y="10"/>
                  </a:cubicBezTo>
                  <a:cubicBezTo>
                    <a:pt x="52" y="8"/>
                    <a:pt x="54" y="4"/>
                    <a:pt x="51" y="3"/>
                  </a:cubicBezTo>
                  <a:cubicBezTo>
                    <a:pt x="48" y="2"/>
                    <a:pt x="44" y="5"/>
                    <a:pt x="41" y="5"/>
                  </a:cubicBezTo>
                  <a:cubicBezTo>
                    <a:pt x="38" y="4"/>
                    <a:pt x="35" y="0"/>
                    <a:pt x="33" y="0"/>
                  </a:cubicBezTo>
                  <a:cubicBezTo>
                    <a:pt x="29" y="0"/>
                    <a:pt x="28" y="4"/>
                    <a:pt x="24" y="5"/>
                  </a:cubicBezTo>
                  <a:cubicBezTo>
                    <a:pt x="21" y="5"/>
                    <a:pt x="18" y="4"/>
                    <a:pt x="16" y="4"/>
                  </a:cubicBezTo>
                  <a:cubicBezTo>
                    <a:pt x="15" y="4"/>
                    <a:pt x="13" y="5"/>
                    <a:pt x="13" y="7"/>
                  </a:cubicBezTo>
                  <a:cubicBezTo>
                    <a:pt x="12" y="9"/>
                    <a:pt x="11" y="10"/>
                    <a:pt x="9" y="10"/>
                  </a:cubicBezTo>
                  <a:cubicBezTo>
                    <a:pt x="7" y="11"/>
                    <a:pt x="5" y="9"/>
                    <a:pt x="4" y="9"/>
                  </a:cubicBezTo>
                  <a:cubicBezTo>
                    <a:pt x="4" y="10"/>
                    <a:pt x="5" y="14"/>
                    <a:pt x="4" y="16"/>
                  </a:cubicBezTo>
                  <a:cubicBezTo>
                    <a:pt x="3" y="19"/>
                    <a:pt x="1" y="22"/>
                    <a:pt x="0" y="26"/>
                  </a:cubicBezTo>
                  <a:cubicBezTo>
                    <a:pt x="0" y="29"/>
                    <a:pt x="1" y="30"/>
                    <a:pt x="2" y="33"/>
                  </a:cubicBezTo>
                  <a:cubicBezTo>
                    <a:pt x="1" y="21"/>
                    <a:pt x="14" y="14"/>
                    <a:pt x="33" y="14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73" name="Freeform 81"/>
            <p:cNvSpPr>
              <a:spLocks/>
            </p:cNvSpPr>
            <p:nvPr/>
          </p:nvSpPr>
          <p:spPr bwMode="gray">
            <a:xfrm>
              <a:off x="3463926" y="3046413"/>
              <a:ext cx="71438" cy="103188"/>
            </a:xfrm>
            <a:custGeom>
              <a:avLst/>
              <a:gdLst>
                <a:gd name="T0" fmla="*/ 9 w 19"/>
                <a:gd name="T1" fmla="*/ 15 h 27"/>
                <a:gd name="T2" fmla="*/ 2 w 19"/>
                <a:gd name="T3" fmla="*/ 20 h 27"/>
                <a:gd name="T4" fmla="*/ 6 w 19"/>
                <a:gd name="T5" fmla="*/ 27 h 27"/>
                <a:gd name="T6" fmla="*/ 10 w 19"/>
                <a:gd name="T7" fmla="*/ 22 h 27"/>
                <a:gd name="T8" fmla="*/ 13 w 19"/>
                <a:gd name="T9" fmla="*/ 19 h 27"/>
                <a:gd name="T10" fmla="*/ 15 w 19"/>
                <a:gd name="T11" fmla="*/ 17 h 27"/>
                <a:gd name="T12" fmla="*/ 14 w 19"/>
                <a:gd name="T13" fmla="*/ 14 h 27"/>
                <a:gd name="T14" fmla="*/ 18 w 19"/>
                <a:gd name="T15" fmla="*/ 13 h 27"/>
                <a:gd name="T16" fmla="*/ 19 w 19"/>
                <a:gd name="T17" fmla="*/ 10 h 27"/>
                <a:gd name="T18" fmla="*/ 17 w 19"/>
                <a:gd name="T19" fmla="*/ 8 h 27"/>
                <a:gd name="T20" fmla="*/ 11 w 19"/>
                <a:gd name="T21" fmla="*/ 8 h 27"/>
                <a:gd name="T22" fmla="*/ 14 w 19"/>
                <a:gd name="T23" fmla="*/ 6 h 27"/>
                <a:gd name="T24" fmla="*/ 16 w 19"/>
                <a:gd name="T25" fmla="*/ 4 h 27"/>
                <a:gd name="T26" fmla="*/ 15 w 19"/>
                <a:gd name="T27" fmla="*/ 0 h 27"/>
                <a:gd name="T28" fmla="*/ 2 w 19"/>
                <a:gd name="T29" fmla="*/ 6 h 27"/>
                <a:gd name="T30" fmla="*/ 4 w 19"/>
                <a:gd name="T31" fmla="*/ 9 h 27"/>
                <a:gd name="T32" fmla="*/ 1 w 19"/>
                <a:gd name="T33" fmla="*/ 9 h 27"/>
                <a:gd name="T34" fmla="*/ 1 w 19"/>
                <a:gd name="T35" fmla="*/ 16 h 27"/>
                <a:gd name="T36" fmla="*/ 9 w 19"/>
                <a:gd name="T37" fmla="*/ 15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9" h="27">
                  <a:moveTo>
                    <a:pt x="9" y="15"/>
                  </a:moveTo>
                  <a:cubicBezTo>
                    <a:pt x="7" y="16"/>
                    <a:pt x="4" y="18"/>
                    <a:pt x="2" y="20"/>
                  </a:cubicBezTo>
                  <a:cubicBezTo>
                    <a:pt x="3" y="22"/>
                    <a:pt x="5" y="26"/>
                    <a:pt x="6" y="27"/>
                  </a:cubicBezTo>
                  <a:cubicBezTo>
                    <a:pt x="7" y="25"/>
                    <a:pt x="9" y="22"/>
                    <a:pt x="10" y="22"/>
                  </a:cubicBezTo>
                  <a:cubicBezTo>
                    <a:pt x="11" y="21"/>
                    <a:pt x="12" y="20"/>
                    <a:pt x="13" y="19"/>
                  </a:cubicBezTo>
                  <a:cubicBezTo>
                    <a:pt x="15" y="19"/>
                    <a:pt x="15" y="18"/>
                    <a:pt x="15" y="17"/>
                  </a:cubicBezTo>
                  <a:cubicBezTo>
                    <a:pt x="15" y="16"/>
                    <a:pt x="15" y="15"/>
                    <a:pt x="14" y="14"/>
                  </a:cubicBezTo>
                  <a:cubicBezTo>
                    <a:pt x="15" y="14"/>
                    <a:pt x="17" y="14"/>
                    <a:pt x="18" y="13"/>
                  </a:cubicBezTo>
                  <a:cubicBezTo>
                    <a:pt x="19" y="12"/>
                    <a:pt x="19" y="11"/>
                    <a:pt x="19" y="10"/>
                  </a:cubicBezTo>
                  <a:cubicBezTo>
                    <a:pt x="19" y="9"/>
                    <a:pt x="18" y="8"/>
                    <a:pt x="17" y="8"/>
                  </a:cubicBezTo>
                  <a:cubicBezTo>
                    <a:pt x="16" y="8"/>
                    <a:pt x="12" y="8"/>
                    <a:pt x="11" y="8"/>
                  </a:cubicBezTo>
                  <a:cubicBezTo>
                    <a:pt x="11" y="8"/>
                    <a:pt x="13" y="7"/>
                    <a:pt x="14" y="6"/>
                  </a:cubicBezTo>
                  <a:cubicBezTo>
                    <a:pt x="15" y="6"/>
                    <a:pt x="15" y="5"/>
                    <a:pt x="16" y="4"/>
                  </a:cubicBezTo>
                  <a:cubicBezTo>
                    <a:pt x="16" y="4"/>
                    <a:pt x="16" y="2"/>
                    <a:pt x="15" y="0"/>
                  </a:cubicBezTo>
                  <a:cubicBezTo>
                    <a:pt x="11" y="0"/>
                    <a:pt x="4" y="4"/>
                    <a:pt x="2" y="6"/>
                  </a:cubicBezTo>
                  <a:cubicBezTo>
                    <a:pt x="4" y="9"/>
                    <a:pt x="4" y="9"/>
                    <a:pt x="4" y="9"/>
                  </a:cubicBezTo>
                  <a:cubicBezTo>
                    <a:pt x="1" y="9"/>
                    <a:pt x="1" y="9"/>
                    <a:pt x="1" y="9"/>
                  </a:cubicBezTo>
                  <a:cubicBezTo>
                    <a:pt x="0" y="11"/>
                    <a:pt x="1" y="14"/>
                    <a:pt x="1" y="16"/>
                  </a:cubicBezTo>
                  <a:cubicBezTo>
                    <a:pt x="4" y="15"/>
                    <a:pt x="7" y="15"/>
                    <a:pt x="9" y="15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74" name="Freeform 82"/>
            <p:cNvSpPr>
              <a:spLocks noEditPoints="1"/>
            </p:cNvSpPr>
            <p:nvPr/>
          </p:nvSpPr>
          <p:spPr bwMode="gray">
            <a:xfrm>
              <a:off x="3846513" y="3303588"/>
              <a:ext cx="312738" cy="431800"/>
            </a:xfrm>
            <a:custGeom>
              <a:avLst/>
              <a:gdLst>
                <a:gd name="T0" fmla="*/ 64 w 83"/>
                <a:gd name="T1" fmla="*/ 13 h 114"/>
                <a:gd name="T2" fmla="*/ 5 w 83"/>
                <a:gd name="T3" fmla="*/ 19 h 114"/>
                <a:gd name="T4" fmla="*/ 1 w 83"/>
                <a:gd name="T5" fmla="*/ 37 h 114"/>
                <a:gd name="T6" fmla="*/ 6 w 83"/>
                <a:gd name="T7" fmla="*/ 36 h 114"/>
                <a:gd name="T8" fmla="*/ 13 w 83"/>
                <a:gd name="T9" fmla="*/ 36 h 114"/>
                <a:gd name="T10" fmla="*/ 8 w 83"/>
                <a:gd name="T11" fmla="*/ 50 h 114"/>
                <a:gd name="T12" fmla="*/ 15 w 83"/>
                <a:gd name="T13" fmla="*/ 48 h 114"/>
                <a:gd name="T14" fmla="*/ 16 w 83"/>
                <a:gd name="T15" fmla="*/ 62 h 114"/>
                <a:gd name="T16" fmla="*/ 16 w 83"/>
                <a:gd name="T17" fmla="*/ 70 h 114"/>
                <a:gd name="T18" fmla="*/ 20 w 83"/>
                <a:gd name="T19" fmla="*/ 71 h 114"/>
                <a:gd name="T20" fmla="*/ 27 w 83"/>
                <a:gd name="T21" fmla="*/ 75 h 114"/>
                <a:gd name="T22" fmla="*/ 16 w 83"/>
                <a:gd name="T23" fmla="*/ 75 h 114"/>
                <a:gd name="T24" fmla="*/ 22 w 83"/>
                <a:gd name="T25" fmla="*/ 77 h 114"/>
                <a:gd name="T26" fmla="*/ 24 w 83"/>
                <a:gd name="T27" fmla="*/ 80 h 114"/>
                <a:gd name="T28" fmla="*/ 19 w 83"/>
                <a:gd name="T29" fmla="*/ 83 h 114"/>
                <a:gd name="T30" fmla="*/ 26 w 83"/>
                <a:gd name="T31" fmla="*/ 91 h 114"/>
                <a:gd name="T32" fmla="*/ 30 w 83"/>
                <a:gd name="T33" fmla="*/ 100 h 114"/>
                <a:gd name="T34" fmla="*/ 78 w 83"/>
                <a:gd name="T35" fmla="*/ 102 h 114"/>
                <a:gd name="T36" fmla="*/ 63 w 83"/>
                <a:gd name="T37" fmla="*/ 68 h 114"/>
                <a:gd name="T38" fmla="*/ 72 w 83"/>
                <a:gd name="T39" fmla="*/ 61 h 114"/>
                <a:gd name="T40" fmla="*/ 74 w 83"/>
                <a:gd name="T41" fmla="*/ 55 h 114"/>
                <a:gd name="T42" fmla="*/ 70 w 83"/>
                <a:gd name="T43" fmla="*/ 51 h 114"/>
                <a:gd name="T44" fmla="*/ 59 w 83"/>
                <a:gd name="T45" fmla="*/ 50 h 114"/>
                <a:gd name="T46" fmla="*/ 23 w 83"/>
                <a:gd name="T47" fmla="*/ 33 h 114"/>
                <a:gd name="T48" fmla="*/ 12 w 83"/>
                <a:gd name="T49" fmla="*/ 28 h 114"/>
                <a:gd name="T50" fmla="*/ 17 w 83"/>
                <a:gd name="T51" fmla="*/ 29 h 114"/>
                <a:gd name="T52" fmla="*/ 53 w 83"/>
                <a:gd name="T53" fmla="*/ 32 h 114"/>
                <a:gd name="T54" fmla="*/ 78 w 83"/>
                <a:gd name="T55" fmla="*/ 42 h 114"/>
                <a:gd name="T56" fmla="*/ 73 w 83"/>
                <a:gd name="T57" fmla="*/ 26 h 114"/>
                <a:gd name="T58" fmla="*/ 83 w 83"/>
                <a:gd name="T59" fmla="*/ 32 h 114"/>
                <a:gd name="T60" fmla="*/ 29 w 83"/>
                <a:gd name="T61" fmla="*/ 40 h 114"/>
                <a:gd name="T62" fmla="*/ 46 w 83"/>
                <a:gd name="T63" fmla="*/ 47 h 114"/>
                <a:gd name="T64" fmla="*/ 32 w 83"/>
                <a:gd name="T65" fmla="*/ 47 h 114"/>
                <a:gd name="T66" fmla="*/ 29 w 83"/>
                <a:gd name="T67" fmla="*/ 51 h 114"/>
                <a:gd name="T68" fmla="*/ 20 w 83"/>
                <a:gd name="T69" fmla="*/ 47 h 114"/>
                <a:gd name="T70" fmla="*/ 9 w 83"/>
                <a:gd name="T71" fmla="*/ 27 h 114"/>
                <a:gd name="T72" fmla="*/ 18 w 83"/>
                <a:gd name="T73" fmla="*/ 20 h 114"/>
                <a:gd name="T74" fmla="*/ 42 w 83"/>
                <a:gd name="T75" fmla="*/ 20 h 114"/>
                <a:gd name="T76" fmla="*/ 20 w 83"/>
                <a:gd name="T77" fmla="*/ 10 h 114"/>
                <a:gd name="T78" fmla="*/ 43 w 83"/>
                <a:gd name="T79" fmla="*/ 9 h 114"/>
                <a:gd name="T80" fmla="*/ 63 w 83"/>
                <a:gd name="T81" fmla="*/ 30 h 114"/>
                <a:gd name="T82" fmla="*/ 51 w 83"/>
                <a:gd name="T83" fmla="*/ 12 h 114"/>
                <a:gd name="T84" fmla="*/ 63 w 83"/>
                <a:gd name="T85" fmla="*/ 30 h 1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83" h="114">
                  <a:moveTo>
                    <a:pt x="83" y="32"/>
                  </a:moveTo>
                  <a:cubicBezTo>
                    <a:pt x="82" y="30"/>
                    <a:pt x="75" y="22"/>
                    <a:pt x="64" y="13"/>
                  </a:cubicBezTo>
                  <a:cubicBezTo>
                    <a:pt x="55" y="7"/>
                    <a:pt x="42" y="0"/>
                    <a:pt x="32" y="0"/>
                  </a:cubicBezTo>
                  <a:cubicBezTo>
                    <a:pt x="14" y="0"/>
                    <a:pt x="6" y="13"/>
                    <a:pt x="5" y="19"/>
                  </a:cubicBezTo>
                  <a:cubicBezTo>
                    <a:pt x="4" y="23"/>
                    <a:pt x="4" y="27"/>
                    <a:pt x="5" y="29"/>
                  </a:cubicBezTo>
                  <a:cubicBezTo>
                    <a:pt x="2" y="32"/>
                    <a:pt x="1" y="34"/>
                    <a:pt x="1" y="37"/>
                  </a:cubicBezTo>
                  <a:cubicBezTo>
                    <a:pt x="0" y="39"/>
                    <a:pt x="1" y="42"/>
                    <a:pt x="3" y="43"/>
                  </a:cubicBezTo>
                  <a:cubicBezTo>
                    <a:pt x="2" y="41"/>
                    <a:pt x="4" y="38"/>
                    <a:pt x="6" y="36"/>
                  </a:cubicBezTo>
                  <a:cubicBezTo>
                    <a:pt x="7" y="33"/>
                    <a:pt x="10" y="32"/>
                    <a:pt x="12" y="31"/>
                  </a:cubicBezTo>
                  <a:cubicBezTo>
                    <a:pt x="13" y="36"/>
                    <a:pt x="13" y="36"/>
                    <a:pt x="13" y="36"/>
                  </a:cubicBezTo>
                  <a:cubicBezTo>
                    <a:pt x="11" y="37"/>
                    <a:pt x="8" y="40"/>
                    <a:pt x="7" y="42"/>
                  </a:cubicBezTo>
                  <a:cubicBezTo>
                    <a:pt x="8" y="50"/>
                    <a:pt x="8" y="50"/>
                    <a:pt x="8" y="50"/>
                  </a:cubicBezTo>
                  <a:cubicBezTo>
                    <a:pt x="14" y="46"/>
                    <a:pt x="14" y="46"/>
                    <a:pt x="14" y="46"/>
                  </a:cubicBezTo>
                  <a:cubicBezTo>
                    <a:pt x="15" y="48"/>
                    <a:pt x="15" y="48"/>
                    <a:pt x="15" y="48"/>
                  </a:cubicBezTo>
                  <a:cubicBezTo>
                    <a:pt x="13" y="63"/>
                    <a:pt x="13" y="63"/>
                    <a:pt x="13" y="63"/>
                  </a:cubicBezTo>
                  <a:cubicBezTo>
                    <a:pt x="16" y="62"/>
                    <a:pt x="16" y="62"/>
                    <a:pt x="16" y="62"/>
                  </a:cubicBezTo>
                  <a:cubicBezTo>
                    <a:pt x="23" y="65"/>
                    <a:pt x="23" y="65"/>
                    <a:pt x="23" y="65"/>
                  </a:cubicBezTo>
                  <a:cubicBezTo>
                    <a:pt x="16" y="70"/>
                    <a:pt x="16" y="70"/>
                    <a:pt x="16" y="70"/>
                  </a:cubicBezTo>
                  <a:cubicBezTo>
                    <a:pt x="16" y="72"/>
                    <a:pt x="16" y="72"/>
                    <a:pt x="16" y="72"/>
                  </a:cubicBezTo>
                  <a:cubicBezTo>
                    <a:pt x="16" y="72"/>
                    <a:pt x="17" y="71"/>
                    <a:pt x="20" y="71"/>
                  </a:cubicBezTo>
                  <a:cubicBezTo>
                    <a:pt x="22" y="71"/>
                    <a:pt x="27" y="73"/>
                    <a:pt x="27" y="73"/>
                  </a:cubicBezTo>
                  <a:cubicBezTo>
                    <a:pt x="27" y="75"/>
                    <a:pt x="27" y="75"/>
                    <a:pt x="27" y="75"/>
                  </a:cubicBezTo>
                  <a:cubicBezTo>
                    <a:pt x="25" y="75"/>
                    <a:pt x="25" y="75"/>
                    <a:pt x="25" y="75"/>
                  </a:cubicBezTo>
                  <a:cubicBezTo>
                    <a:pt x="16" y="75"/>
                    <a:pt x="16" y="75"/>
                    <a:pt x="16" y="75"/>
                  </a:cubicBezTo>
                  <a:cubicBezTo>
                    <a:pt x="16" y="76"/>
                    <a:pt x="17" y="77"/>
                    <a:pt x="18" y="78"/>
                  </a:cubicBezTo>
                  <a:cubicBezTo>
                    <a:pt x="19" y="77"/>
                    <a:pt x="21" y="77"/>
                    <a:pt x="22" y="77"/>
                  </a:cubicBezTo>
                  <a:cubicBezTo>
                    <a:pt x="22" y="77"/>
                    <a:pt x="24" y="77"/>
                    <a:pt x="26" y="77"/>
                  </a:cubicBezTo>
                  <a:cubicBezTo>
                    <a:pt x="24" y="80"/>
                    <a:pt x="24" y="80"/>
                    <a:pt x="24" y="80"/>
                  </a:cubicBezTo>
                  <a:cubicBezTo>
                    <a:pt x="24" y="80"/>
                    <a:pt x="23" y="81"/>
                    <a:pt x="21" y="80"/>
                  </a:cubicBezTo>
                  <a:cubicBezTo>
                    <a:pt x="20" y="80"/>
                    <a:pt x="19" y="81"/>
                    <a:pt x="19" y="83"/>
                  </a:cubicBezTo>
                  <a:cubicBezTo>
                    <a:pt x="19" y="84"/>
                    <a:pt x="20" y="87"/>
                    <a:pt x="20" y="87"/>
                  </a:cubicBezTo>
                  <a:cubicBezTo>
                    <a:pt x="21" y="92"/>
                    <a:pt x="26" y="91"/>
                    <a:pt x="26" y="91"/>
                  </a:cubicBezTo>
                  <a:cubicBezTo>
                    <a:pt x="29" y="90"/>
                    <a:pt x="39" y="87"/>
                    <a:pt x="39" y="87"/>
                  </a:cubicBezTo>
                  <a:cubicBezTo>
                    <a:pt x="30" y="100"/>
                    <a:pt x="30" y="100"/>
                    <a:pt x="30" y="100"/>
                  </a:cubicBezTo>
                  <a:cubicBezTo>
                    <a:pt x="34" y="114"/>
                    <a:pt x="34" y="114"/>
                    <a:pt x="34" y="114"/>
                  </a:cubicBezTo>
                  <a:cubicBezTo>
                    <a:pt x="40" y="111"/>
                    <a:pt x="58" y="105"/>
                    <a:pt x="78" y="102"/>
                  </a:cubicBezTo>
                  <a:cubicBezTo>
                    <a:pt x="76" y="98"/>
                    <a:pt x="76" y="96"/>
                    <a:pt x="73" y="91"/>
                  </a:cubicBezTo>
                  <a:cubicBezTo>
                    <a:pt x="63" y="68"/>
                    <a:pt x="63" y="68"/>
                    <a:pt x="63" y="68"/>
                  </a:cubicBezTo>
                  <a:cubicBezTo>
                    <a:pt x="64" y="64"/>
                    <a:pt x="64" y="64"/>
                    <a:pt x="64" y="64"/>
                  </a:cubicBezTo>
                  <a:cubicBezTo>
                    <a:pt x="66" y="65"/>
                    <a:pt x="70" y="63"/>
                    <a:pt x="72" y="61"/>
                  </a:cubicBezTo>
                  <a:cubicBezTo>
                    <a:pt x="74" y="60"/>
                    <a:pt x="77" y="56"/>
                    <a:pt x="78" y="54"/>
                  </a:cubicBezTo>
                  <a:cubicBezTo>
                    <a:pt x="77" y="54"/>
                    <a:pt x="75" y="54"/>
                    <a:pt x="74" y="55"/>
                  </a:cubicBezTo>
                  <a:cubicBezTo>
                    <a:pt x="73" y="55"/>
                    <a:pt x="72" y="57"/>
                    <a:pt x="70" y="56"/>
                  </a:cubicBezTo>
                  <a:cubicBezTo>
                    <a:pt x="68" y="55"/>
                    <a:pt x="69" y="53"/>
                    <a:pt x="70" y="51"/>
                  </a:cubicBezTo>
                  <a:cubicBezTo>
                    <a:pt x="70" y="50"/>
                    <a:pt x="67" y="50"/>
                    <a:pt x="66" y="51"/>
                  </a:cubicBezTo>
                  <a:cubicBezTo>
                    <a:pt x="64" y="52"/>
                    <a:pt x="61" y="52"/>
                    <a:pt x="59" y="50"/>
                  </a:cubicBezTo>
                  <a:cubicBezTo>
                    <a:pt x="56" y="47"/>
                    <a:pt x="45" y="38"/>
                    <a:pt x="42" y="36"/>
                  </a:cubicBezTo>
                  <a:cubicBezTo>
                    <a:pt x="36" y="33"/>
                    <a:pt x="28" y="32"/>
                    <a:pt x="23" y="33"/>
                  </a:cubicBezTo>
                  <a:cubicBezTo>
                    <a:pt x="20" y="34"/>
                    <a:pt x="17" y="35"/>
                    <a:pt x="16" y="35"/>
                  </a:cubicBezTo>
                  <a:cubicBezTo>
                    <a:pt x="12" y="28"/>
                    <a:pt x="12" y="28"/>
                    <a:pt x="12" y="28"/>
                  </a:cubicBezTo>
                  <a:cubicBezTo>
                    <a:pt x="13" y="28"/>
                    <a:pt x="13" y="28"/>
                    <a:pt x="13" y="28"/>
                  </a:cubicBezTo>
                  <a:cubicBezTo>
                    <a:pt x="14" y="28"/>
                    <a:pt x="16" y="30"/>
                    <a:pt x="17" y="29"/>
                  </a:cubicBezTo>
                  <a:cubicBezTo>
                    <a:pt x="19" y="28"/>
                    <a:pt x="25" y="27"/>
                    <a:pt x="31" y="27"/>
                  </a:cubicBezTo>
                  <a:cubicBezTo>
                    <a:pt x="39" y="27"/>
                    <a:pt x="49" y="30"/>
                    <a:pt x="53" y="32"/>
                  </a:cubicBezTo>
                  <a:cubicBezTo>
                    <a:pt x="53" y="37"/>
                    <a:pt x="64" y="44"/>
                    <a:pt x="69" y="44"/>
                  </a:cubicBezTo>
                  <a:cubicBezTo>
                    <a:pt x="73" y="45"/>
                    <a:pt x="75" y="44"/>
                    <a:pt x="78" y="42"/>
                  </a:cubicBezTo>
                  <a:cubicBezTo>
                    <a:pt x="67" y="33"/>
                    <a:pt x="67" y="33"/>
                    <a:pt x="67" y="33"/>
                  </a:cubicBezTo>
                  <a:cubicBezTo>
                    <a:pt x="73" y="26"/>
                    <a:pt x="73" y="26"/>
                    <a:pt x="73" y="26"/>
                  </a:cubicBezTo>
                  <a:cubicBezTo>
                    <a:pt x="73" y="26"/>
                    <a:pt x="82" y="35"/>
                    <a:pt x="83" y="36"/>
                  </a:cubicBezTo>
                  <a:cubicBezTo>
                    <a:pt x="83" y="35"/>
                    <a:pt x="83" y="34"/>
                    <a:pt x="83" y="32"/>
                  </a:cubicBezTo>
                  <a:moveTo>
                    <a:pt x="20" y="43"/>
                  </a:moveTo>
                  <a:cubicBezTo>
                    <a:pt x="20" y="43"/>
                    <a:pt x="24" y="41"/>
                    <a:pt x="29" y="40"/>
                  </a:cubicBezTo>
                  <a:cubicBezTo>
                    <a:pt x="35" y="38"/>
                    <a:pt x="42" y="42"/>
                    <a:pt x="47" y="46"/>
                  </a:cubicBezTo>
                  <a:cubicBezTo>
                    <a:pt x="46" y="47"/>
                    <a:pt x="46" y="47"/>
                    <a:pt x="46" y="47"/>
                  </a:cubicBezTo>
                  <a:cubicBezTo>
                    <a:pt x="39" y="49"/>
                    <a:pt x="39" y="49"/>
                    <a:pt x="39" y="49"/>
                  </a:cubicBezTo>
                  <a:cubicBezTo>
                    <a:pt x="37" y="48"/>
                    <a:pt x="35" y="47"/>
                    <a:pt x="32" y="47"/>
                  </a:cubicBezTo>
                  <a:cubicBezTo>
                    <a:pt x="29" y="47"/>
                    <a:pt x="27" y="48"/>
                    <a:pt x="27" y="48"/>
                  </a:cubicBezTo>
                  <a:cubicBezTo>
                    <a:pt x="29" y="51"/>
                    <a:pt x="29" y="51"/>
                    <a:pt x="29" y="51"/>
                  </a:cubicBezTo>
                  <a:cubicBezTo>
                    <a:pt x="26" y="51"/>
                    <a:pt x="26" y="51"/>
                    <a:pt x="26" y="51"/>
                  </a:cubicBezTo>
                  <a:cubicBezTo>
                    <a:pt x="24" y="50"/>
                    <a:pt x="22" y="47"/>
                    <a:pt x="20" y="47"/>
                  </a:cubicBezTo>
                  <a:lnTo>
                    <a:pt x="20" y="43"/>
                  </a:lnTo>
                  <a:close/>
                  <a:moveTo>
                    <a:pt x="9" y="27"/>
                  </a:moveTo>
                  <a:cubicBezTo>
                    <a:pt x="7" y="21"/>
                    <a:pt x="12" y="15"/>
                    <a:pt x="15" y="12"/>
                  </a:cubicBezTo>
                  <a:cubicBezTo>
                    <a:pt x="18" y="20"/>
                    <a:pt x="18" y="20"/>
                    <a:pt x="18" y="20"/>
                  </a:cubicBezTo>
                  <a:cubicBezTo>
                    <a:pt x="15" y="22"/>
                    <a:pt x="11" y="25"/>
                    <a:pt x="9" y="27"/>
                  </a:cubicBezTo>
                  <a:moveTo>
                    <a:pt x="42" y="20"/>
                  </a:moveTo>
                  <a:cubicBezTo>
                    <a:pt x="38" y="18"/>
                    <a:pt x="27" y="18"/>
                    <a:pt x="23" y="19"/>
                  </a:cubicBezTo>
                  <a:cubicBezTo>
                    <a:pt x="20" y="10"/>
                    <a:pt x="20" y="10"/>
                    <a:pt x="20" y="10"/>
                  </a:cubicBezTo>
                  <a:cubicBezTo>
                    <a:pt x="22" y="8"/>
                    <a:pt x="27" y="7"/>
                    <a:pt x="31" y="7"/>
                  </a:cubicBezTo>
                  <a:cubicBezTo>
                    <a:pt x="35" y="7"/>
                    <a:pt x="40" y="8"/>
                    <a:pt x="43" y="9"/>
                  </a:cubicBezTo>
                  <a:lnTo>
                    <a:pt x="42" y="20"/>
                  </a:lnTo>
                  <a:close/>
                  <a:moveTo>
                    <a:pt x="63" y="30"/>
                  </a:moveTo>
                  <a:cubicBezTo>
                    <a:pt x="58" y="27"/>
                    <a:pt x="50" y="22"/>
                    <a:pt x="47" y="22"/>
                  </a:cubicBezTo>
                  <a:cubicBezTo>
                    <a:pt x="51" y="12"/>
                    <a:pt x="51" y="12"/>
                    <a:pt x="51" y="12"/>
                  </a:cubicBezTo>
                  <a:cubicBezTo>
                    <a:pt x="54" y="13"/>
                    <a:pt x="66" y="21"/>
                    <a:pt x="68" y="22"/>
                  </a:cubicBezTo>
                  <a:lnTo>
                    <a:pt x="63" y="3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75" name="Freeform 83"/>
            <p:cNvSpPr>
              <a:spLocks/>
            </p:cNvSpPr>
            <p:nvPr/>
          </p:nvSpPr>
          <p:spPr bwMode="gray">
            <a:xfrm>
              <a:off x="4076701" y="3179763"/>
              <a:ext cx="138113" cy="173038"/>
            </a:xfrm>
            <a:custGeom>
              <a:avLst/>
              <a:gdLst>
                <a:gd name="T0" fmla="*/ 0 w 37"/>
                <a:gd name="T1" fmla="*/ 36 h 46"/>
                <a:gd name="T2" fmla="*/ 15 w 37"/>
                <a:gd name="T3" fmla="*/ 46 h 46"/>
                <a:gd name="T4" fmla="*/ 37 w 37"/>
                <a:gd name="T5" fmla="*/ 0 h 46"/>
                <a:gd name="T6" fmla="*/ 0 w 37"/>
                <a:gd name="T7" fmla="*/ 36 h 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7" h="46">
                  <a:moveTo>
                    <a:pt x="0" y="36"/>
                  </a:moveTo>
                  <a:cubicBezTo>
                    <a:pt x="4" y="38"/>
                    <a:pt x="13" y="45"/>
                    <a:pt x="15" y="46"/>
                  </a:cubicBezTo>
                  <a:cubicBezTo>
                    <a:pt x="37" y="0"/>
                    <a:pt x="37" y="0"/>
                    <a:pt x="37" y="0"/>
                  </a:cubicBezTo>
                  <a:lnTo>
                    <a:pt x="0" y="3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76" name="Freeform 84"/>
            <p:cNvSpPr>
              <a:spLocks noEditPoints="1"/>
            </p:cNvSpPr>
            <p:nvPr/>
          </p:nvSpPr>
          <p:spPr bwMode="gray">
            <a:xfrm>
              <a:off x="8705851" y="3481388"/>
              <a:ext cx="93663" cy="98425"/>
            </a:xfrm>
            <a:custGeom>
              <a:avLst/>
              <a:gdLst>
                <a:gd name="T0" fmla="*/ 12 w 25"/>
                <a:gd name="T1" fmla="*/ 0 h 26"/>
                <a:gd name="T2" fmla="*/ 25 w 25"/>
                <a:gd name="T3" fmla="*/ 13 h 26"/>
                <a:gd name="T4" fmla="*/ 12 w 25"/>
                <a:gd name="T5" fmla="*/ 26 h 26"/>
                <a:gd name="T6" fmla="*/ 0 w 25"/>
                <a:gd name="T7" fmla="*/ 13 h 26"/>
                <a:gd name="T8" fmla="*/ 12 w 25"/>
                <a:gd name="T9" fmla="*/ 0 h 26"/>
                <a:gd name="T10" fmla="*/ 12 w 25"/>
                <a:gd name="T11" fmla="*/ 23 h 26"/>
                <a:gd name="T12" fmla="*/ 22 w 25"/>
                <a:gd name="T13" fmla="*/ 13 h 26"/>
                <a:gd name="T14" fmla="*/ 12 w 25"/>
                <a:gd name="T15" fmla="*/ 3 h 26"/>
                <a:gd name="T16" fmla="*/ 3 w 25"/>
                <a:gd name="T17" fmla="*/ 13 h 26"/>
                <a:gd name="T18" fmla="*/ 12 w 25"/>
                <a:gd name="T19" fmla="*/ 23 h 26"/>
                <a:gd name="T20" fmla="*/ 8 w 25"/>
                <a:gd name="T21" fmla="*/ 6 h 26"/>
                <a:gd name="T22" fmla="*/ 13 w 25"/>
                <a:gd name="T23" fmla="*/ 6 h 26"/>
                <a:gd name="T24" fmla="*/ 18 w 25"/>
                <a:gd name="T25" fmla="*/ 10 h 26"/>
                <a:gd name="T26" fmla="*/ 15 w 25"/>
                <a:gd name="T27" fmla="*/ 14 h 26"/>
                <a:gd name="T28" fmla="*/ 18 w 25"/>
                <a:gd name="T29" fmla="*/ 20 h 26"/>
                <a:gd name="T30" fmla="*/ 16 w 25"/>
                <a:gd name="T31" fmla="*/ 20 h 26"/>
                <a:gd name="T32" fmla="*/ 12 w 25"/>
                <a:gd name="T33" fmla="*/ 14 h 26"/>
                <a:gd name="T34" fmla="*/ 10 w 25"/>
                <a:gd name="T35" fmla="*/ 14 h 26"/>
                <a:gd name="T36" fmla="*/ 10 w 25"/>
                <a:gd name="T37" fmla="*/ 20 h 26"/>
                <a:gd name="T38" fmla="*/ 8 w 25"/>
                <a:gd name="T39" fmla="*/ 20 h 26"/>
                <a:gd name="T40" fmla="*/ 8 w 25"/>
                <a:gd name="T41" fmla="*/ 6 h 26"/>
                <a:gd name="T42" fmla="*/ 10 w 25"/>
                <a:gd name="T43" fmla="*/ 12 h 26"/>
                <a:gd name="T44" fmla="*/ 13 w 25"/>
                <a:gd name="T45" fmla="*/ 12 h 26"/>
                <a:gd name="T46" fmla="*/ 16 w 25"/>
                <a:gd name="T47" fmla="*/ 10 h 26"/>
                <a:gd name="T48" fmla="*/ 13 w 25"/>
                <a:gd name="T49" fmla="*/ 8 h 26"/>
                <a:gd name="T50" fmla="*/ 10 w 25"/>
                <a:gd name="T51" fmla="*/ 8 h 26"/>
                <a:gd name="T52" fmla="*/ 10 w 25"/>
                <a:gd name="T53" fmla="*/ 12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5" h="26">
                  <a:moveTo>
                    <a:pt x="12" y="0"/>
                  </a:moveTo>
                  <a:cubicBezTo>
                    <a:pt x="19" y="0"/>
                    <a:pt x="25" y="5"/>
                    <a:pt x="25" y="13"/>
                  </a:cubicBezTo>
                  <a:cubicBezTo>
                    <a:pt x="25" y="20"/>
                    <a:pt x="19" y="26"/>
                    <a:pt x="12" y="26"/>
                  </a:cubicBezTo>
                  <a:cubicBezTo>
                    <a:pt x="6" y="26"/>
                    <a:pt x="0" y="20"/>
                    <a:pt x="0" y="13"/>
                  </a:cubicBezTo>
                  <a:cubicBezTo>
                    <a:pt x="0" y="5"/>
                    <a:pt x="6" y="0"/>
                    <a:pt x="12" y="0"/>
                  </a:cubicBezTo>
                  <a:moveTo>
                    <a:pt x="12" y="23"/>
                  </a:moveTo>
                  <a:cubicBezTo>
                    <a:pt x="18" y="23"/>
                    <a:pt x="22" y="19"/>
                    <a:pt x="22" y="13"/>
                  </a:cubicBezTo>
                  <a:cubicBezTo>
                    <a:pt x="22" y="7"/>
                    <a:pt x="18" y="3"/>
                    <a:pt x="12" y="3"/>
                  </a:cubicBezTo>
                  <a:cubicBezTo>
                    <a:pt x="7" y="3"/>
                    <a:pt x="3" y="7"/>
                    <a:pt x="3" y="13"/>
                  </a:cubicBezTo>
                  <a:cubicBezTo>
                    <a:pt x="3" y="19"/>
                    <a:pt x="7" y="23"/>
                    <a:pt x="12" y="23"/>
                  </a:cubicBezTo>
                  <a:moveTo>
                    <a:pt x="8" y="6"/>
                  </a:moveTo>
                  <a:cubicBezTo>
                    <a:pt x="13" y="6"/>
                    <a:pt x="13" y="6"/>
                    <a:pt x="13" y="6"/>
                  </a:cubicBezTo>
                  <a:cubicBezTo>
                    <a:pt x="16" y="6"/>
                    <a:pt x="18" y="7"/>
                    <a:pt x="18" y="10"/>
                  </a:cubicBezTo>
                  <a:cubicBezTo>
                    <a:pt x="18" y="13"/>
                    <a:pt x="17" y="14"/>
                    <a:pt x="15" y="14"/>
                  </a:cubicBezTo>
                  <a:cubicBezTo>
                    <a:pt x="18" y="20"/>
                    <a:pt x="18" y="20"/>
                    <a:pt x="18" y="20"/>
                  </a:cubicBezTo>
                  <a:cubicBezTo>
                    <a:pt x="16" y="20"/>
                    <a:pt x="16" y="20"/>
                    <a:pt x="16" y="20"/>
                  </a:cubicBezTo>
                  <a:cubicBezTo>
                    <a:pt x="12" y="14"/>
                    <a:pt x="12" y="14"/>
                    <a:pt x="12" y="14"/>
                  </a:cubicBezTo>
                  <a:cubicBezTo>
                    <a:pt x="10" y="14"/>
                    <a:pt x="10" y="14"/>
                    <a:pt x="10" y="14"/>
                  </a:cubicBezTo>
                  <a:cubicBezTo>
                    <a:pt x="10" y="20"/>
                    <a:pt x="10" y="20"/>
                    <a:pt x="10" y="20"/>
                  </a:cubicBezTo>
                  <a:cubicBezTo>
                    <a:pt x="8" y="20"/>
                    <a:pt x="8" y="20"/>
                    <a:pt x="8" y="20"/>
                  </a:cubicBezTo>
                  <a:lnTo>
                    <a:pt x="8" y="6"/>
                  </a:lnTo>
                  <a:close/>
                  <a:moveTo>
                    <a:pt x="10" y="12"/>
                  </a:moveTo>
                  <a:cubicBezTo>
                    <a:pt x="13" y="12"/>
                    <a:pt x="13" y="12"/>
                    <a:pt x="13" y="12"/>
                  </a:cubicBezTo>
                  <a:cubicBezTo>
                    <a:pt x="14" y="12"/>
                    <a:pt x="16" y="12"/>
                    <a:pt x="16" y="10"/>
                  </a:cubicBezTo>
                  <a:cubicBezTo>
                    <a:pt x="16" y="8"/>
                    <a:pt x="14" y="8"/>
                    <a:pt x="13" y="8"/>
                  </a:cubicBezTo>
                  <a:cubicBezTo>
                    <a:pt x="10" y="8"/>
                    <a:pt x="10" y="8"/>
                    <a:pt x="10" y="8"/>
                  </a:cubicBezTo>
                  <a:lnTo>
                    <a:pt x="10" y="12"/>
                  </a:lnTo>
                  <a:close/>
                </a:path>
              </a:pathLst>
            </a:custGeom>
            <a:solidFill>
              <a:srgbClr val="1A144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77" name="Rectangle 85"/>
            <p:cNvSpPr>
              <a:spLocks noChangeArrowheads="1"/>
            </p:cNvSpPr>
            <p:nvPr/>
          </p:nvSpPr>
          <p:spPr bwMode="gray">
            <a:xfrm>
              <a:off x="4470401" y="3727450"/>
              <a:ext cx="1631950" cy="15875"/>
            </a:xfrm>
            <a:prstGeom prst="rect">
              <a:avLst/>
            </a:prstGeom>
            <a:solidFill>
              <a:srgbClr val="1A144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78" name="Rectangle 86"/>
            <p:cNvSpPr>
              <a:spLocks noChangeArrowheads="1"/>
            </p:cNvSpPr>
            <p:nvPr/>
          </p:nvSpPr>
          <p:spPr bwMode="gray">
            <a:xfrm>
              <a:off x="6327776" y="3727450"/>
              <a:ext cx="2352675" cy="15875"/>
            </a:xfrm>
            <a:prstGeom prst="rect">
              <a:avLst/>
            </a:prstGeom>
            <a:solidFill>
              <a:srgbClr val="1A144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79" name="Rectangle 87"/>
            <p:cNvSpPr>
              <a:spLocks noChangeArrowheads="1"/>
            </p:cNvSpPr>
            <p:nvPr/>
          </p:nvSpPr>
          <p:spPr bwMode="gray">
            <a:xfrm>
              <a:off x="5410201" y="3886200"/>
              <a:ext cx="44450" cy="231775"/>
            </a:xfrm>
            <a:prstGeom prst="rect">
              <a:avLst/>
            </a:prstGeom>
            <a:solidFill>
              <a:srgbClr val="1A144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80" name="Freeform 88"/>
            <p:cNvSpPr>
              <a:spLocks/>
            </p:cNvSpPr>
            <p:nvPr/>
          </p:nvSpPr>
          <p:spPr bwMode="gray">
            <a:xfrm>
              <a:off x="5580063" y="3886200"/>
              <a:ext cx="171450" cy="231775"/>
            </a:xfrm>
            <a:custGeom>
              <a:avLst/>
              <a:gdLst>
                <a:gd name="T0" fmla="*/ 0 w 108"/>
                <a:gd name="T1" fmla="*/ 0 h 146"/>
                <a:gd name="T2" fmla="*/ 23 w 108"/>
                <a:gd name="T3" fmla="*/ 0 h 146"/>
                <a:gd name="T4" fmla="*/ 85 w 108"/>
                <a:gd name="T5" fmla="*/ 103 h 146"/>
                <a:gd name="T6" fmla="*/ 85 w 108"/>
                <a:gd name="T7" fmla="*/ 103 h 146"/>
                <a:gd name="T8" fmla="*/ 85 w 108"/>
                <a:gd name="T9" fmla="*/ 0 h 146"/>
                <a:gd name="T10" fmla="*/ 108 w 108"/>
                <a:gd name="T11" fmla="*/ 0 h 146"/>
                <a:gd name="T12" fmla="*/ 108 w 108"/>
                <a:gd name="T13" fmla="*/ 146 h 146"/>
                <a:gd name="T14" fmla="*/ 85 w 108"/>
                <a:gd name="T15" fmla="*/ 146 h 146"/>
                <a:gd name="T16" fmla="*/ 26 w 108"/>
                <a:gd name="T17" fmla="*/ 43 h 146"/>
                <a:gd name="T18" fmla="*/ 23 w 108"/>
                <a:gd name="T19" fmla="*/ 43 h 146"/>
                <a:gd name="T20" fmla="*/ 23 w 108"/>
                <a:gd name="T21" fmla="*/ 146 h 146"/>
                <a:gd name="T22" fmla="*/ 0 w 108"/>
                <a:gd name="T23" fmla="*/ 146 h 146"/>
                <a:gd name="T24" fmla="*/ 0 w 108"/>
                <a:gd name="T25" fmla="*/ 0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08" h="146">
                  <a:moveTo>
                    <a:pt x="0" y="0"/>
                  </a:moveTo>
                  <a:lnTo>
                    <a:pt x="23" y="0"/>
                  </a:lnTo>
                  <a:lnTo>
                    <a:pt x="85" y="103"/>
                  </a:lnTo>
                  <a:lnTo>
                    <a:pt x="85" y="103"/>
                  </a:lnTo>
                  <a:lnTo>
                    <a:pt x="85" y="0"/>
                  </a:lnTo>
                  <a:lnTo>
                    <a:pt x="108" y="0"/>
                  </a:lnTo>
                  <a:lnTo>
                    <a:pt x="108" y="146"/>
                  </a:lnTo>
                  <a:lnTo>
                    <a:pt x="85" y="146"/>
                  </a:lnTo>
                  <a:lnTo>
                    <a:pt x="26" y="43"/>
                  </a:lnTo>
                  <a:lnTo>
                    <a:pt x="23" y="43"/>
                  </a:lnTo>
                  <a:lnTo>
                    <a:pt x="23" y="146"/>
                  </a:lnTo>
                  <a:lnTo>
                    <a:pt x="0" y="14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A144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81" name="Freeform 89"/>
            <p:cNvSpPr>
              <a:spLocks/>
            </p:cNvSpPr>
            <p:nvPr/>
          </p:nvSpPr>
          <p:spPr bwMode="gray">
            <a:xfrm>
              <a:off x="5849938" y="3883025"/>
              <a:ext cx="198438" cy="238125"/>
            </a:xfrm>
            <a:custGeom>
              <a:avLst/>
              <a:gdLst>
                <a:gd name="T0" fmla="*/ 10 w 53"/>
                <a:gd name="T1" fmla="*/ 43 h 63"/>
                <a:gd name="T2" fmla="*/ 28 w 53"/>
                <a:gd name="T3" fmla="*/ 53 h 63"/>
                <a:gd name="T4" fmla="*/ 41 w 53"/>
                <a:gd name="T5" fmla="*/ 45 h 63"/>
                <a:gd name="T6" fmla="*/ 28 w 53"/>
                <a:gd name="T7" fmla="*/ 37 h 63"/>
                <a:gd name="T8" fmla="*/ 22 w 53"/>
                <a:gd name="T9" fmla="*/ 35 h 63"/>
                <a:gd name="T10" fmla="*/ 3 w 53"/>
                <a:gd name="T11" fmla="*/ 18 h 63"/>
                <a:gd name="T12" fmla="*/ 27 w 53"/>
                <a:gd name="T13" fmla="*/ 0 h 63"/>
                <a:gd name="T14" fmla="*/ 52 w 53"/>
                <a:gd name="T15" fmla="*/ 12 h 63"/>
                <a:gd name="T16" fmla="*/ 43 w 53"/>
                <a:gd name="T17" fmla="*/ 19 h 63"/>
                <a:gd name="T18" fmla="*/ 27 w 53"/>
                <a:gd name="T19" fmla="*/ 10 h 63"/>
                <a:gd name="T20" fmla="*/ 15 w 53"/>
                <a:gd name="T21" fmla="*/ 17 h 63"/>
                <a:gd name="T22" fmla="*/ 28 w 53"/>
                <a:gd name="T23" fmla="*/ 25 h 63"/>
                <a:gd name="T24" fmla="*/ 35 w 53"/>
                <a:gd name="T25" fmla="*/ 26 h 63"/>
                <a:gd name="T26" fmla="*/ 53 w 53"/>
                <a:gd name="T27" fmla="*/ 43 h 63"/>
                <a:gd name="T28" fmla="*/ 26 w 53"/>
                <a:gd name="T29" fmla="*/ 63 h 63"/>
                <a:gd name="T30" fmla="*/ 0 w 53"/>
                <a:gd name="T31" fmla="*/ 50 h 63"/>
                <a:gd name="T32" fmla="*/ 10 w 53"/>
                <a:gd name="T33" fmla="*/ 43 h 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53" h="63">
                  <a:moveTo>
                    <a:pt x="10" y="43"/>
                  </a:moveTo>
                  <a:cubicBezTo>
                    <a:pt x="14" y="50"/>
                    <a:pt x="21" y="53"/>
                    <a:pt x="28" y="53"/>
                  </a:cubicBezTo>
                  <a:cubicBezTo>
                    <a:pt x="33" y="53"/>
                    <a:pt x="41" y="51"/>
                    <a:pt x="41" y="45"/>
                  </a:cubicBezTo>
                  <a:cubicBezTo>
                    <a:pt x="41" y="40"/>
                    <a:pt x="36" y="39"/>
                    <a:pt x="28" y="37"/>
                  </a:cubicBezTo>
                  <a:cubicBezTo>
                    <a:pt x="22" y="35"/>
                    <a:pt x="22" y="35"/>
                    <a:pt x="22" y="35"/>
                  </a:cubicBezTo>
                  <a:cubicBezTo>
                    <a:pt x="12" y="33"/>
                    <a:pt x="3" y="30"/>
                    <a:pt x="3" y="18"/>
                  </a:cubicBezTo>
                  <a:cubicBezTo>
                    <a:pt x="3" y="6"/>
                    <a:pt x="16" y="0"/>
                    <a:pt x="27" y="0"/>
                  </a:cubicBezTo>
                  <a:cubicBezTo>
                    <a:pt x="37" y="0"/>
                    <a:pt x="46" y="3"/>
                    <a:pt x="52" y="12"/>
                  </a:cubicBezTo>
                  <a:cubicBezTo>
                    <a:pt x="43" y="19"/>
                    <a:pt x="43" y="19"/>
                    <a:pt x="43" y="19"/>
                  </a:cubicBezTo>
                  <a:cubicBezTo>
                    <a:pt x="40" y="13"/>
                    <a:pt x="34" y="10"/>
                    <a:pt x="27" y="10"/>
                  </a:cubicBezTo>
                  <a:cubicBezTo>
                    <a:pt x="20" y="10"/>
                    <a:pt x="15" y="13"/>
                    <a:pt x="15" y="17"/>
                  </a:cubicBezTo>
                  <a:cubicBezTo>
                    <a:pt x="15" y="22"/>
                    <a:pt x="21" y="23"/>
                    <a:pt x="28" y="25"/>
                  </a:cubicBezTo>
                  <a:cubicBezTo>
                    <a:pt x="35" y="26"/>
                    <a:pt x="35" y="26"/>
                    <a:pt x="35" y="26"/>
                  </a:cubicBezTo>
                  <a:cubicBezTo>
                    <a:pt x="44" y="28"/>
                    <a:pt x="53" y="32"/>
                    <a:pt x="53" y="43"/>
                  </a:cubicBezTo>
                  <a:cubicBezTo>
                    <a:pt x="53" y="58"/>
                    <a:pt x="39" y="63"/>
                    <a:pt x="26" y="63"/>
                  </a:cubicBezTo>
                  <a:cubicBezTo>
                    <a:pt x="16" y="63"/>
                    <a:pt x="6" y="59"/>
                    <a:pt x="0" y="50"/>
                  </a:cubicBezTo>
                  <a:lnTo>
                    <a:pt x="10" y="43"/>
                  </a:lnTo>
                  <a:close/>
                </a:path>
              </a:pathLst>
            </a:custGeom>
            <a:solidFill>
              <a:srgbClr val="1A144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82" name="Freeform 90"/>
            <p:cNvSpPr>
              <a:spLocks/>
            </p:cNvSpPr>
            <p:nvPr/>
          </p:nvSpPr>
          <p:spPr bwMode="gray">
            <a:xfrm>
              <a:off x="6157913" y="3886200"/>
              <a:ext cx="184150" cy="234950"/>
            </a:xfrm>
            <a:custGeom>
              <a:avLst/>
              <a:gdLst>
                <a:gd name="T0" fmla="*/ 49 w 49"/>
                <a:gd name="T1" fmla="*/ 42 h 62"/>
                <a:gd name="T2" fmla="*/ 24 w 49"/>
                <a:gd name="T3" fmla="*/ 62 h 62"/>
                <a:gd name="T4" fmla="*/ 0 w 49"/>
                <a:gd name="T5" fmla="*/ 42 h 62"/>
                <a:gd name="T6" fmla="*/ 0 w 49"/>
                <a:gd name="T7" fmla="*/ 0 h 62"/>
                <a:gd name="T8" fmla="*/ 11 w 49"/>
                <a:gd name="T9" fmla="*/ 0 h 62"/>
                <a:gd name="T10" fmla="*/ 11 w 49"/>
                <a:gd name="T11" fmla="*/ 39 h 62"/>
                <a:gd name="T12" fmla="*/ 24 w 49"/>
                <a:gd name="T13" fmla="*/ 51 h 62"/>
                <a:gd name="T14" fmla="*/ 37 w 49"/>
                <a:gd name="T15" fmla="*/ 39 h 62"/>
                <a:gd name="T16" fmla="*/ 37 w 49"/>
                <a:gd name="T17" fmla="*/ 0 h 62"/>
                <a:gd name="T18" fmla="*/ 49 w 49"/>
                <a:gd name="T19" fmla="*/ 0 h 62"/>
                <a:gd name="T20" fmla="*/ 49 w 49"/>
                <a:gd name="T21" fmla="*/ 42 h 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49" h="62">
                  <a:moveTo>
                    <a:pt x="49" y="42"/>
                  </a:moveTo>
                  <a:cubicBezTo>
                    <a:pt x="49" y="54"/>
                    <a:pt x="39" y="62"/>
                    <a:pt x="24" y="62"/>
                  </a:cubicBezTo>
                  <a:cubicBezTo>
                    <a:pt x="10" y="62"/>
                    <a:pt x="0" y="54"/>
                    <a:pt x="0" y="42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1" y="0"/>
                    <a:pt x="11" y="0"/>
                    <a:pt x="11" y="0"/>
                  </a:cubicBezTo>
                  <a:cubicBezTo>
                    <a:pt x="11" y="39"/>
                    <a:pt x="11" y="39"/>
                    <a:pt x="11" y="39"/>
                  </a:cubicBezTo>
                  <a:cubicBezTo>
                    <a:pt x="11" y="46"/>
                    <a:pt x="14" y="51"/>
                    <a:pt x="24" y="51"/>
                  </a:cubicBezTo>
                  <a:cubicBezTo>
                    <a:pt x="34" y="51"/>
                    <a:pt x="37" y="46"/>
                    <a:pt x="37" y="39"/>
                  </a:cubicBezTo>
                  <a:cubicBezTo>
                    <a:pt x="37" y="0"/>
                    <a:pt x="37" y="0"/>
                    <a:pt x="37" y="0"/>
                  </a:cubicBezTo>
                  <a:cubicBezTo>
                    <a:pt x="49" y="0"/>
                    <a:pt x="49" y="0"/>
                    <a:pt x="49" y="0"/>
                  </a:cubicBezTo>
                  <a:lnTo>
                    <a:pt x="49" y="42"/>
                  </a:lnTo>
                  <a:close/>
                </a:path>
              </a:pathLst>
            </a:custGeom>
            <a:solidFill>
              <a:srgbClr val="1A144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83" name="Freeform 91"/>
            <p:cNvSpPr>
              <a:spLocks noEditPoints="1"/>
            </p:cNvSpPr>
            <p:nvPr/>
          </p:nvSpPr>
          <p:spPr bwMode="gray">
            <a:xfrm>
              <a:off x="6462713" y="3886200"/>
              <a:ext cx="176213" cy="231775"/>
            </a:xfrm>
            <a:custGeom>
              <a:avLst/>
              <a:gdLst>
                <a:gd name="T0" fmla="*/ 0 w 47"/>
                <a:gd name="T1" fmla="*/ 0 h 61"/>
                <a:gd name="T2" fmla="*/ 25 w 47"/>
                <a:gd name="T3" fmla="*/ 0 h 61"/>
                <a:gd name="T4" fmla="*/ 46 w 47"/>
                <a:gd name="T5" fmla="*/ 18 h 61"/>
                <a:gd name="T6" fmla="*/ 34 w 47"/>
                <a:gd name="T7" fmla="*/ 36 h 61"/>
                <a:gd name="T8" fmla="*/ 47 w 47"/>
                <a:gd name="T9" fmla="*/ 61 h 61"/>
                <a:gd name="T10" fmla="*/ 34 w 47"/>
                <a:gd name="T11" fmla="*/ 61 h 61"/>
                <a:gd name="T12" fmla="*/ 22 w 47"/>
                <a:gd name="T13" fmla="*/ 38 h 61"/>
                <a:gd name="T14" fmla="*/ 11 w 47"/>
                <a:gd name="T15" fmla="*/ 38 h 61"/>
                <a:gd name="T16" fmla="*/ 11 w 47"/>
                <a:gd name="T17" fmla="*/ 61 h 61"/>
                <a:gd name="T18" fmla="*/ 0 w 47"/>
                <a:gd name="T19" fmla="*/ 61 h 61"/>
                <a:gd name="T20" fmla="*/ 0 w 47"/>
                <a:gd name="T21" fmla="*/ 0 h 61"/>
                <a:gd name="T22" fmla="*/ 11 w 47"/>
                <a:gd name="T23" fmla="*/ 28 h 61"/>
                <a:gd name="T24" fmla="*/ 24 w 47"/>
                <a:gd name="T25" fmla="*/ 28 h 61"/>
                <a:gd name="T26" fmla="*/ 34 w 47"/>
                <a:gd name="T27" fmla="*/ 19 h 61"/>
                <a:gd name="T28" fmla="*/ 22 w 47"/>
                <a:gd name="T29" fmla="*/ 10 h 61"/>
                <a:gd name="T30" fmla="*/ 11 w 47"/>
                <a:gd name="T31" fmla="*/ 10 h 61"/>
                <a:gd name="T32" fmla="*/ 11 w 47"/>
                <a:gd name="T33" fmla="*/ 28 h 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7" h="61">
                  <a:moveTo>
                    <a:pt x="0" y="0"/>
                  </a:moveTo>
                  <a:cubicBezTo>
                    <a:pt x="25" y="0"/>
                    <a:pt x="25" y="0"/>
                    <a:pt x="25" y="0"/>
                  </a:cubicBezTo>
                  <a:cubicBezTo>
                    <a:pt x="38" y="0"/>
                    <a:pt x="46" y="8"/>
                    <a:pt x="46" y="18"/>
                  </a:cubicBezTo>
                  <a:cubicBezTo>
                    <a:pt x="46" y="32"/>
                    <a:pt x="37" y="35"/>
                    <a:pt x="34" y="36"/>
                  </a:cubicBezTo>
                  <a:cubicBezTo>
                    <a:pt x="47" y="61"/>
                    <a:pt x="47" y="61"/>
                    <a:pt x="47" y="61"/>
                  </a:cubicBezTo>
                  <a:cubicBezTo>
                    <a:pt x="34" y="61"/>
                    <a:pt x="34" y="61"/>
                    <a:pt x="34" y="61"/>
                  </a:cubicBezTo>
                  <a:cubicBezTo>
                    <a:pt x="22" y="38"/>
                    <a:pt x="22" y="38"/>
                    <a:pt x="22" y="38"/>
                  </a:cubicBezTo>
                  <a:cubicBezTo>
                    <a:pt x="11" y="38"/>
                    <a:pt x="11" y="38"/>
                    <a:pt x="11" y="38"/>
                  </a:cubicBezTo>
                  <a:cubicBezTo>
                    <a:pt x="11" y="61"/>
                    <a:pt x="11" y="61"/>
                    <a:pt x="11" y="61"/>
                  </a:cubicBezTo>
                  <a:cubicBezTo>
                    <a:pt x="0" y="61"/>
                    <a:pt x="0" y="61"/>
                    <a:pt x="0" y="61"/>
                  </a:cubicBezTo>
                  <a:lnTo>
                    <a:pt x="0" y="0"/>
                  </a:lnTo>
                  <a:close/>
                  <a:moveTo>
                    <a:pt x="11" y="28"/>
                  </a:moveTo>
                  <a:cubicBezTo>
                    <a:pt x="24" y="28"/>
                    <a:pt x="24" y="28"/>
                    <a:pt x="24" y="28"/>
                  </a:cubicBezTo>
                  <a:cubicBezTo>
                    <a:pt x="30" y="28"/>
                    <a:pt x="34" y="25"/>
                    <a:pt x="34" y="19"/>
                  </a:cubicBezTo>
                  <a:cubicBezTo>
                    <a:pt x="34" y="14"/>
                    <a:pt x="30" y="10"/>
                    <a:pt x="22" y="10"/>
                  </a:cubicBezTo>
                  <a:cubicBezTo>
                    <a:pt x="11" y="10"/>
                    <a:pt x="11" y="10"/>
                    <a:pt x="11" y="10"/>
                  </a:cubicBezTo>
                  <a:lnTo>
                    <a:pt x="11" y="28"/>
                  </a:lnTo>
                  <a:close/>
                </a:path>
              </a:pathLst>
            </a:custGeom>
            <a:solidFill>
              <a:srgbClr val="1A144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84" name="Freeform 92"/>
            <p:cNvSpPr>
              <a:spLocks noEditPoints="1"/>
            </p:cNvSpPr>
            <p:nvPr/>
          </p:nvSpPr>
          <p:spPr bwMode="gray">
            <a:xfrm>
              <a:off x="6721476" y="3886200"/>
              <a:ext cx="203200" cy="231775"/>
            </a:xfrm>
            <a:custGeom>
              <a:avLst/>
              <a:gdLst>
                <a:gd name="T0" fmla="*/ 50 w 128"/>
                <a:gd name="T1" fmla="*/ 0 h 146"/>
                <a:gd name="T2" fmla="*/ 81 w 128"/>
                <a:gd name="T3" fmla="*/ 0 h 146"/>
                <a:gd name="T4" fmla="*/ 128 w 128"/>
                <a:gd name="T5" fmla="*/ 146 h 146"/>
                <a:gd name="T6" fmla="*/ 100 w 128"/>
                <a:gd name="T7" fmla="*/ 146 h 146"/>
                <a:gd name="T8" fmla="*/ 93 w 128"/>
                <a:gd name="T9" fmla="*/ 117 h 146"/>
                <a:gd name="T10" fmla="*/ 38 w 128"/>
                <a:gd name="T11" fmla="*/ 117 h 146"/>
                <a:gd name="T12" fmla="*/ 29 w 128"/>
                <a:gd name="T13" fmla="*/ 146 h 146"/>
                <a:gd name="T14" fmla="*/ 0 w 128"/>
                <a:gd name="T15" fmla="*/ 146 h 146"/>
                <a:gd name="T16" fmla="*/ 50 w 128"/>
                <a:gd name="T17" fmla="*/ 0 h 146"/>
                <a:gd name="T18" fmla="*/ 64 w 128"/>
                <a:gd name="T19" fmla="*/ 26 h 146"/>
                <a:gd name="T20" fmla="*/ 64 w 128"/>
                <a:gd name="T21" fmla="*/ 26 h 146"/>
                <a:gd name="T22" fmla="*/ 45 w 128"/>
                <a:gd name="T23" fmla="*/ 93 h 146"/>
                <a:gd name="T24" fmla="*/ 85 w 128"/>
                <a:gd name="T25" fmla="*/ 93 h 146"/>
                <a:gd name="T26" fmla="*/ 64 w 128"/>
                <a:gd name="T27" fmla="*/ 26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28" h="146">
                  <a:moveTo>
                    <a:pt x="50" y="0"/>
                  </a:moveTo>
                  <a:lnTo>
                    <a:pt x="81" y="0"/>
                  </a:lnTo>
                  <a:lnTo>
                    <a:pt x="128" y="146"/>
                  </a:lnTo>
                  <a:lnTo>
                    <a:pt x="100" y="146"/>
                  </a:lnTo>
                  <a:lnTo>
                    <a:pt x="93" y="117"/>
                  </a:lnTo>
                  <a:lnTo>
                    <a:pt x="38" y="117"/>
                  </a:lnTo>
                  <a:lnTo>
                    <a:pt x="29" y="146"/>
                  </a:lnTo>
                  <a:lnTo>
                    <a:pt x="0" y="146"/>
                  </a:lnTo>
                  <a:lnTo>
                    <a:pt x="50" y="0"/>
                  </a:lnTo>
                  <a:close/>
                  <a:moveTo>
                    <a:pt x="64" y="26"/>
                  </a:moveTo>
                  <a:lnTo>
                    <a:pt x="64" y="26"/>
                  </a:lnTo>
                  <a:lnTo>
                    <a:pt x="45" y="93"/>
                  </a:lnTo>
                  <a:lnTo>
                    <a:pt x="85" y="93"/>
                  </a:lnTo>
                  <a:lnTo>
                    <a:pt x="64" y="26"/>
                  </a:lnTo>
                  <a:close/>
                </a:path>
              </a:pathLst>
            </a:custGeom>
            <a:solidFill>
              <a:srgbClr val="1A144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85" name="Freeform 93"/>
            <p:cNvSpPr>
              <a:spLocks/>
            </p:cNvSpPr>
            <p:nvPr/>
          </p:nvSpPr>
          <p:spPr bwMode="gray">
            <a:xfrm>
              <a:off x="7023101" y="3886200"/>
              <a:ext cx="171450" cy="231775"/>
            </a:xfrm>
            <a:custGeom>
              <a:avLst/>
              <a:gdLst>
                <a:gd name="T0" fmla="*/ 0 w 108"/>
                <a:gd name="T1" fmla="*/ 0 h 146"/>
                <a:gd name="T2" fmla="*/ 23 w 108"/>
                <a:gd name="T3" fmla="*/ 0 h 146"/>
                <a:gd name="T4" fmla="*/ 82 w 108"/>
                <a:gd name="T5" fmla="*/ 103 h 146"/>
                <a:gd name="T6" fmla="*/ 85 w 108"/>
                <a:gd name="T7" fmla="*/ 103 h 146"/>
                <a:gd name="T8" fmla="*/ 85 w 108"/>
                <a:gd name="T9" fmla="*/ 0 h 146"/>
                <a:gd name="T10" fmla="*/ 108 w 108"/>
                <a:gd name="T11" fmla="*/ 0 h 146"/>
                <a:gd name="T12" fmla="*/ 108 w 108"/>
                <a:gd name="T13" fmla="*/ 146 h 146"/>
                <a:gd name="T14" fmla="*/ 82 w 108"/>
                <a:gd name="T15" fmla="*/ 146 h 146"/>
                <a:gd name="T16" fmla="*/ 23 w 108"/>
                <a:gd name="T17" fmla="*/ 43 h 146"/>
                <a:gd name="T18" fmla="*/ 23 w 108"/>
                <a:gd name="T19" fmla="*/ 43 h 146"/>
                <a:gd name="T20" fmla="*/ 23 w 108"/>
                <a:gd name="T21" fmla="*/ 146 h 146"/>
                <a:gd name="T22" fmla="*/ 0 w 108"/>
                <a:gd name="T23" fmla="*/ 146 h 146"/>
                <a:gd name="T24" fmla="*/ 0 w 108"/>
                <a:gd name="T25" fmla="*/ 0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08" h="146">
                  <a:moveTo>
                    <a:pt x="0" y="0"/>
                  </a:moveTo>
                  <a:lnTo>
                    <a:pt x="23" y="0"/>
                  </a:lnTo>
                  <a:lnTo>
                    <a:pt x="82" y="103"/>
                  </a:lnTo>
                  <a:lnTo>
                    <a:pt x="85" y="103"/>
                  </a:lnTo>
                  <a:lnTo>
                    <a:pt x="85" y="0"/>
                  </a:lnTo>
                  <a:lnTo>
                    <a:pt x="108" y="0"/>
                  </a:lnTo>
                  <a:lnTo>
                    <a:pt x="108" y="146"/>
                  </a:lnTo>
                  <a:lnTo>
                    <a:pt x="82" y="146"/>
                  </a:lnTo>
                  <a:lnTo>
                    <a:pt x="23" y="43"/>
                  </a:lnTo>
                  <a:lnTo>
                    <a:pt x="23" y="43"/>
                  </a:lnTo>
                  <a:lnTo>
                    <a:pt x="23" y="146"/>
                  </a:lnTo>
                  <a:lnTo>
                    <a:pt x="0" y="14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A144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86" name="Freeform 94"/>
            <p:cNvSpPr>
              <a:spLocks/>
            </p:cNvSpPr>
            <p:nvPr/>
          </p:nvSpPr>
          <p:spPr bwMode="gray">
            <a:xfrm>
              <a:off x="7304088" y="3883025"/>
              <a:ext cx="203200" cy="238125"/>
            </a:xfrm>
            <a:custGeom>
              <a:avLst/>
              <a:gdLst>
                <a:gd name="T0" fmla="*/ 42 w 54"/>
                <a:gd name="T1" fmla="*/ 21 h 63"/>
                <a:gd name="T2" fmla="*/ 29 w 54"/>
                <a:gd name="T3" fmla="*/ 10 h 63"/>
                <a:gd name="T4" fmla="*/ 12 w 54"/>
                <a:gd name="T5" fmla="*/ 31 h 63"/>
                <a:gd name="T6" fmla="*/ 29 w 54"/>
                <a:gd name="T7" fmla="*/ 53 h 63"/>
                <a:gd name="T8" fmla="*/ 43 w 54"/>
                <a:gd name="T9" fmla="*/ 40 h 63"/>
                <a:gd name="T10" fmla="*/ 54 w 54"/>
                <a:gd name="T11" fmla="*/ 45 h 63"/>
                <a:gd name="T12" fmla="*/ 29 w 54"/>
                <a:gd name="T13" fmla="*/ 63 h 63"/>
                <a:gd name="T14" fmla="*/ 0 w 54"/>
                <a:gd name="T15" fmla="*/ 31 h 63"/>
                <a:gd name="T16" fmla="*/ 29 w 54"/>
                <a:gd name="T17" fmla="*/ 0 h 63"/>
                <a:gd name="T18" fmla="*/ 53 w 54"/>
                <a:gd name="T19" fmla="*/ 19 h 63"/>
                <a:gd name="T20" fmla="*/ 42 w 54"/>
                <a:gd name="T21" fmla="*/ 21 h 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4" h="63">
                  <a:moveTo>
                    <a:pt x="42" y="21"/>
                  </a:moveTo>
                  <a:cubicBezTo>
                    <a:pt x="41" y="15"/>
                    <a:pt x="36" y="10"/>
                    <a:pt x="29" y="10"/>
                  </a:cubicBezTo>
                  <a:cubicBezTo>
                    <a:pt x="17" y="10"/>
                    <a:pt x="12" y="21"/>
                    <a:pt x="12" y="31"/>
                  </a:cubicBezTo>
                  <a:cubicBezTo>
                    <a:pt x="12" y="42"/>
                    <a:pt x="17" y="53"/>
                    <a:pt x="29" y="53"/>
                  </a:cubicBezTo>
                  <a:cubicBezTo>
                    <a:pt x="37" y="53"/>
                    <a:pt x="41" y="47"/>
                    <a:pt x="43" y="40"/>
                  </a:cubicBezTo>
                  <a:cubicBezTo>
                    <a:pt x="54" y="45"/>
                    <a:pt x="54" y="45"/>
                    <a:pt x="54" y="45"/>
                  </a:cubicBezTo>
                  <a:cubicBezTo>
                    <a:pt x="49" y="57"/>
                    <a:pt x="41" y="63"/>
                    <a:pt x="29" y="63"/>
                  </a:cubicBezTo>
                  <a:cubicBezTo>
                    <a:pt x="9" y="63"/>
                    <a:pt x="0" y="48"/>
                    <a:pt x="0" y="31"/>
                  </a:cubicBezTo>
                  <a:cubicBezTo>
                    <a:pt x="0" y="14"/>
                    <a:pt x="11" y="0"/>
                    <a:pt x="29" y="0"/>
                  </a:cubicBezTo>
                  <a:cubicBezTo>
                    <a:pt x="41" y="0"/>
                    <a:pt x="50" y="6"/>
                    <a:pt x="53" y="19"/>
                  </a:cubicBezTo>
                  <a:lnTo>
                    <a:pt x="42" y="21"/>
                  </a:lnTo>
                  <a:close/>
                </a:path>
              </a:pathLst>
            </a:custGeom>
            <a:solidFill>
              <a:srgbClr val="1A144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87" name="Freeform 95"/>
            <p:cNvSpPr>
              <a:spLocks/>
            </p:cNvSpPr>
            <p:nvPr/>
          </p:nvSpPr>
          <p:spPr bwMode="gray">
            <a:xfrm>
              <a:off x="7597776" y="3886200"/>
              <a:ext cx="168275" cy="231775"/>
            </a:xfrm>
            <a:custGeom>
              <a:avLst/>
              <a:gdLst>
                <a:gd name="T0" fmla="*/ 0 w 106"/>
                <a:gd name="T1" fmla="*/ 0 h 146"/>
                <a:gd name="T2" fmla="*/ 102 w 106"/>
                <a:gd name="T3" fmla="*/ 0 h 146"/>
                <a:gd name="T4" fmla="*/ 102 w 106"/>
                <a:gd name="T5" fmla="*/ 26 h 146"/>
                <a:gd name="T6" fmla="*/ 28 w 106"/>
                <a:gd name="T7" fmla="*/ 26 h 146"/>
                <a:gd name="T8" fmla="*/ 28 w 106"/>
                <a:gd name="T9" fmla="*/ 57 h 146"/>
                <a:gd name="T10" fmla="*/ 95 w 106"/>
                <a:gd name="T11" fmla="*/ 57 h 146"/>
                <a:gd name="T12" fmla="*/ 95 w 106"/>
                <a:gd name="T13" fmla="*/ 81 h 146"/>
                <a:gd name="T14" fmla="*/ 28 w 106"/>
                <a:gd name="T15" fmla="*/ 81 h 146"/>
                <a:gd name="T16" fmla="*/ 28 w 106"/>
                <a:gd name="T17" fmla="*/ 119 h 146"/>
                <a:gd name="T18" fmla="*/ 106 w 106"/>
                <a:gd name="T19" fmla="*/ 119 h 146"/>
                <a:gd name="T20" fmla="*/ 106 w 106"/>
                <a:gd name="T21" fmla="*/ 146 h 146"/>
                <a:gd name="T22" fmla="*/ 0 w 106"/>
                <a:gd name="T23" fmla="*/ 146 h 146"/>
                <a:gd name="T24" fmla="*/ 0 w 106"/>
                <a:gd name="T25" fmla="*/ 0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06" h="146">
                  <a:moveTo>
                    <a:pt x="0" y="0"/>
                  </a:moveTo>
                  <a:lnTo>
                    <a:pt x="102" y="0"/>
                  </a:lnTo>
                  <a:lnTo>
                    <a:pt x="102" y="26"/>
                  </a:lnTo>
                  <a:lnTo>
                    <a:pt x="28" y="26"/>
                  </a:lnTo>
                  <a:lnTo>
                    <a:pt x="28" y="57"/>
                  </a:lnTo>
                  <a:lnTo>
                    <a:pt x="95" y="57"/>
                  </a:lnTo>
                  <a:lnTo>
                    <a:pt x="95" y="81"/>
                  </a:lnTo>
                  <a:lnTo>
                    <a:pt x="28" y="81"/>
                  </a:lnTo>
                  <a:lnTo>
                    <a:pt x="28" y="119"/>
                  </a:lnTo>
                  <a:lnTo>
                    <a:pt x="106" y="119"/>
                  </a:lnTo>
                  <a:lnTo>
                    <a:pt x="106" y="146"/>
                  </a:lnTo>
                  <a:lnTo>
                    <a:pt x="0" y="14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A144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</p:grpSp>
    </p:spTree>
    <p:extLst>
      <p:ext uri="{BB962C8B-B14F-4D97-AF65-F5344CB8AC3E}">
        <p14:creationId xmlns:p14="http://schemas.microsoft.com/office/powerpoint/2010/main" val="52758178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954BA5-570B-4BB5-B3E7-33BEEF6B99B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2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34F9F236-E5F1-497B-9D2D-66F8717F5B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>
              <a:lnSpc>
                <a:spcPct val="90000"/>
              </a:lnSpc>
              <a:spcBef>
                <a:spcPts val="1000"/>
              </a:spcBef>
            </a:pPr>
            <a:r>
              <a:rPr lang="en-US"/>
              <a:t>Confidential &amp; Proprietary – Not for Distribution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B199C20A-51FB-47CF-8539-89D6150A17E1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241300" y="1443037"/>
            <a:ext cx="11734800" cy="470675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83293682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954BA5-570B-4BB5-B3E7-33BEEF6B99B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algn="r"/>
            <a:fld id="{8FB4CE90-470A-43E3-A052-3E8AD880B4A5}" type="slidenum">
              <a:rPr lang="en-US" smtClean="0"/>
              <a:pPr algn="r"/>
              <a:t>‹#›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34F9F236-E5F1-497B-9D2D-66F8717F5B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>
              <a:lnSpc>
                <a:spcPct val="90000"/>
              </a:lnSpc>
              <a:spcBef>
                <a:spcPts val="1000"/>
              </a:spcBef>
            </a:pPr>
            <a:r>
              <a:rPr lang="en-US"/>
              <a:t>Confidential &amp; Proprietary – Not for Distribution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B199C20A-51FB-47CF-8539-89D6150A17E1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241300" y="1443037"/>
            <a:ext cx="5639547" cy="470675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E634D4D-039D-4270-8CBC-8D0ACEF7992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337859" y="1460500"/>
            <a:ext cx="5641848" cy="47069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16765805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Logo layou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6" name="Group 45"/>
          <p:cNvGrpSpPr/>
          <p:nvPr userDrawn="1"/>
        </p:nvGrpSpPr>
        <p:grpSpPr bwMode="gray">
          <a:xfrm>
            <a:off x="2631695" y="2432562"/>
            <a:ext cx="6928611" cy="1802376"/>
            <a:chOff x="3387726" y="2736850"/>
            <a:chExt cx="5411788" cy="1384300"/>
          </a:xfrm>
        </p:grpSpPr>
        <p:sp>
          <p:nvSpPr>
            <p:cNvPr id="47" name="Freeform 55"/>
            <p:cNvSpPr>
              <a:spLocks/>
            </p:cNvSpPr>
            <p:nvPr/>
          </p:nvSpPr>
          <p:spPr bwMode="gray">
            <a:xfrm>
              <a:off x="4462463" y="3157538"/>
              <a:ext cx="331788" cy="419100"/>
            </a:xfrm>
            <a:custGeom>
              <a:avLst/>
              <a:gdLst>
                <a:gd name="T0" fmla="*/ 39 w 88"/>
                <a:gd name="T1" fmla="*/ 92 h 111"/>
                <a:gd name="T2" fmla="*/ 56 w 88"/>
                <a:gd name="T3" fmla="*/ 104 h 111"/>
                <a:gd name="T4" fmla="*/ 85 w 88"/>
                <a:gd name="T5" fmla="*/ 82 h 111"/>
                <a:gd name="T6" fmla="*/ 88 w 88"/>
                <a:gd name="T7" fmla="*/ 82 h 111"/>
                <a:gd name="T8" fmla="*/ 85 w 88"/>
                <a:gd name="T9" fmla="*/ 111 h 111"/>
                <a:gd name="T10" fmla="*/ 0 w 88"/>
                <a:gd name="T11" fmla="*/ 111 h 111"/>
                <a:gd name="T12" fmla="*/ 0 w 88"/>
                <a:gd name="T13" fmla="*/ 107 h 111"/>
                <a:gd name="T14" fmla="*/ 14 w 88"/>
                <a:gd name="T15" fmla="*/ 89 h 111"/>
                <a:gd name="T16" fmla="*/ 14 w 88"/>
                <a:gd name="T17" fmla="*/ 18 h 111"/>
                <a:gd name="T18" fmla="*/ 0 w 88"/>
                <a:gd name="T19" fmla="*/ 3 h 111"/>
                <a:gd name="T20" fmla="*/ 0 w 88"/>
                <a:gd name="T21" fmla="*/ 0 h 111"/>
                <a:gd name="T22" fmla="*/ 53 w 88"/>
                <a:gd name="T23" fmla="*/ 0 h 111"/>
                <a:gd name="T24" fmla="*/ 53 w 88"/>
                <a:gd name="T25" fmla="*/ 3 h 111"/>
                <a:gd name="T26" fmla="*/ 39 w 88"/>
                <a:gd name="T27" fmla="*/ 18 h 111"/>
                <a:gd name="T28" fmla="*/ 39 w 88"/>
                <a:gd name="T29" fmla="*/ 92 h 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8" h="111">
                  <a:moveTo>
                    <a:pt x="39" y="92"/>
                  </a:moveTo>
                  <a:cubicBezTo>
                    <a:pt x="39" y="102"/>
                    <a:pt x="43" y="104"/>
                    <a:pt x="56" y="104"/>
                  </a:cubicBezTo>
                  <a:cubicBezTo>
                    <a:pt x="70" y="104"/>
                    <a:pt x="76" y="100"/>
                    <a:pt x="85" y="82"/>
                  </a:cubicBezTo>
                  <a:cubicBezTo>
                    <a:pt x="88" y="82"/>
                    <a:pt x="88" y="82"/>
                    <a:pt x="88" y="82"/>
                  </a:cubicBezTo>
                  <a:cubicBezTo>
                    <a:pt x="85" y="111"/>
                    <a:pt x="85" y="111"/>
                    <a:pt x="85" y="111"/>
                  </a:cubicBezTo>
                  <a:cubicBezTo>
                    <a:pt x="0" y="111"/>
                    <a:pt x="0" y="111"/>
                    <a:pt x="0" y="111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13" y="104"/>
                    <a:pt x="14" y="101"/>
                    <a:pt x="14" y="89"/>
                  </a:cubicBezTo>
                  <a:cubicBezTo>
                    <a:pt x="14" y="18"/>
                    <a:pt x="14" y="18"/>
                    <a:pt x="14" y="18"/>
                  </a:cubicBezTo>
                  <a:cubicBezTo>
                    <a:pt x="14" y="9"/>
                    <a:pt x="12" y="6"/>
                    <a:pt x="0" y="3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53" y="0"/>
                    <a:pt x="53" y="0"/>
                    <a:pt x="53" y="0"/>
                  </a:cubicBezTo>
                  <a:cubicBezTo>
                    <a:pt x="53" y="3"/>
                    <a:pt x="53" y="3"/>
                    <a:pt x="53" y="3"/>
                  </a:cubicBezTo>
                  <a:cubicBezTo>
                    <a:pt x="42" y="6"/>
                    <a:pt x="39" y="8"/>
                    <a:pt x="39" y="18"/>
                  </a:cubicBezTo>
                  <a:lnTo>
                    <a:pt x="39" y="92"/>
                  </a:lnTo>
                  <a:close/>
                </a:path>
              </a:pathLst>
            </a:custGeom>
            <a:solidFill>
              <a:srgbClr val="1A144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8" name="Freeform 56"/>
            <p:cNvSpPr>
              <a:spLocks noEditPoints="1"/>
            </p:cNvSpPr>
            <p:nvPr/>
          </p:nvSpPr>
          <p:spPr bwMode="gray">
            <a:xfrm>
              <a:off x="4800601" y="3125788"/>
              <a:ext cx="173038" cy="450850"/>
            </a:xfrm>
            <a:custGeom>
              <a:avLst/>
              <a:gdLst>
                <a:gd name="T0" fmla="*/ 34 w 46"/>
                <a:gd name="T1" fmla="*/ 103 h 119"/>
                <a:gd name="T2" fmla="*/ 46 w 46"/>
                <a:gd name="T3" fmla="*/ 115 h 119"/>
                <a:gd name="T4" fmla="*/ 46 w 46"/>
                <a:gd name="T5" fmla="*/ 119 h 119"/>
                <a:gd name="T6" fmla="*/ 1 w 46"/>
                <a:gd name="T7" fmla="*/ 119 h 119"/>
                <a:gd name="T8" fmla="*/ 1 w 46"/>
                <a:gd name="T9" fmla="*/ 115 h 119"/>
                <a:gd name="T10" fmla="*/ 13 w 46"/>
                <a:gd name="T11" fmla="*/ 102 h 119"/>
                <a:gd name="T12" fmla="*/ 13 w 46"/>
                <a:gd name="T13" fmla="*/ 64 h 119"/>
                <a:gd name="T14" fmla="*/ 0 w 46"/>
                <a:gd name="T15" fmla="*/ 50 h 119"/>
                <a:gd name="T16" fmla="*/ 0 w 46"/>
                <a:gd name="T17" fmla="*/ 47 h 119"/>
                <a:gd name="T18" fmla="*/ 31 w 46"/>
                <a:gd name="T19" fmla="*/ 44 h 119"/>
                <a:gd name="T20" fmla="*/ 34 w 46"/>
                <a:gd name="T21" fmla="*/ 44 h 119"/>
                <a:gd name="T22" fmla="*/ 34 w 46"/>
                <a:gd name="T23" fmla="*/ 103 h 119"/>
                <a:gd name="T24" fmla="*/ 23 w 46"/>
                <a:gd name="T25" fmla="*/ 0 h 119"/>
                <a:gd name="T26" fmla="*/ 36 w 46"/>
                <a:gd name="T27" fmla="*/ 12 h 119"/>
                <a:gd name="T28" fmla="*/ 23 w 46"/>
                <a:gd name="T29" fmla="*/ 25 h 119"/>
                <a:gd name="T30" fmla="*/ 11 w 46"/>
                <a:gd name="T31" fmla="*/ 12 h 119"/>
                <a:gd name="T32" fmla="*/ 23 w 46"/>
                <a:gd name="T33" fmla="*/ 0 h 1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6" h="119">
                  <a:moveTo>
                    <a:pt x="34" y="103"/>
                  </a:moveTo>
                  <a:cubicBezTo>
                    <a:pt x="34" y="110"/>
                    <a:pt x="38" y="114"/>
                    <a:pt x="46" y="115"/>
                  </a:cubicBezTo>
                  <a:cubicBezTo>
                    <a:pt x="46" y="119"/>
                    <a:pt x="46" y="119"/>
                    <a:pt x="46" y="119"/>
                  </a:cubicBezTo>
                  <a:cubicBezTo>
                    <a:pt x="1" y="119"/>
                    <a:pt x="1" y="119"/>
                    <a:pt x="1" y="119"/>
                  </a:cubicBezTo>
                  <a:cubicBezTo>
                    <a:pt x="1" y="115"/>
                    <a:pt x="1" y="115"/>
                    <a:pt x="1" y="115"/>
                  </a:cubicBezTo>
                  <a:cubicBezTo>
                    <a:pt x="10" y="114"/>
                    <a:pt x="13" y="111"/>
                    <a:pt x="13" y="102"/>
                  </a:cubicBezTo>
                  <a:cubicBezTo>
                    <a:pt x="13" y="64"/>
                    <a:pt x="13" y="64"/>
                    <a:pt x="13" y="64"/>
                  </a:cubicBezTo>
                  <a:cubicBezTo>
                    <a:pt x="13" y="55"/>
                    <a:pt x="10" y="52"/>
                    <a:pt x="0" y="50"/>
                  </a:cubicBezTo>
                  <a:cubicBezTo>
                    <a:pt x="0" y="47"/>
                    <a:pt x="0" y="47"/>
                    <a:pt x="0" y="47"/>
                  </a:cubicBezTo>
                  <a:cubicBezTo>
                    <a:pt x="31" y="44"/>
                    <a:pt x="31" y="44"/>
                    <a:pt x="31" y="44"/>
                  </a:cubicBezTo>
                  <a:cubicBezTo>
                    <a:pt x="34" y="44"/>
                    <a:pt x="34" y="44"/>
                    <a:pt x="34" y="44"/>
                  </a:cubicBezTo>
                  <a:lnTo>
                    <a:pt x="34" y="103"/>
                  </a:lnTo>
                  <a:close/>
                  <a:moveTo>
                    <a:pt x="23" y="0"/>
                  </a:moveTo>
                  <a:cubicBezTo>
                    <a:pt x="30" y="0"/>
                    <a:pt x="36" y="5"/>
                    <a:pt x="36" y="12"/>
                  </a:cubicBezTo>
                  <a:cubicBezTo>
                    <a:pt x="36" y="19"/>
                    <a:pt x="30" y="25"/>
                    <a:pt x="23" y="25"/>
                  </a:cubicBezTo>
                  <a:cubicBezTo>
                    <a:pt x="17" y="25"/>
                    <a:pt x="11" y="19"/>
                    <a:pt x="11" y="12"/>
                  </a:cubicBezTo>
                  <a:cubicBezTo>
                    <a:pt x="11" y="5"/>
                    <a:pt x="17" y="0"/>
                    <a:pt x="23" y="0"/>
                  </a:cubicBezTo>
                </a:path>
              </a:pathLst>
            </a:custGeom>
            <a:solidFill>
              <a:srgbClr val="1A144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9" name="Freeform 57"/>
            <p:cNvSpPr>
              <a:spLocks noEditPoints="1"/>
            </p:cNvSpPr>
            <p:nvPr/>
          </p:nvSpPr>
          <p:spPr bwMode="gray">
            <a:xfrm>
              <a:off x="4984751" y="3125788"/>
              <a:ext cx="354013" cy="458788"/>
            </a:xfrm>
            <a:custGeom>
              <a:avLst/>
              <a:gdLst>
                <a:gd name="T0" fmla="*/ 32 w 94"/>
                <a:gd name="T1" fmla="*/ 62 h 121"/>
                <a:gd name="T2" fmla="*/ 49 w 94"/>
                <a:gd name="T3" fmla="*/ 54 h 121"/>
                <a:gd name="T4" fmla="*/ 70 w 94"/>
                <a:gd name="T5" fmla="*/ 84 h 121"/>
                <a:gd name="T6" fmla="*/ 43 w 94"/>
                <a:gd name="T7" fmla="*/ 116 h 121"/>
                <a:gd name="T8" fmla="*/ 32 w 94"/>
                <a:gd name="T9" fmla="*/ 104 h 121"/>
                <a:gd name="T10" fmla="*/ 32 w 94"/>
                <a:gd name="T11" fmla="*/ 62 h 121"/>
                <a:gd name="T12" fmla="*/ 32 w 94"/>
                <a:gd name="T13" fmla="*/ 0 h 121"/>
                <a:gd name="T14" fmla="*/ 29 w 94"/>
                <a:gd name="T15" fmla="*/ 0 h 121"/>
                <a:gd name="T16" fmla="*/ 0 w 94"/>
                <a:gd name="T17" fmla="*/ 2 h 121"/>
                <a:gd name="T18" fmla="*/ 0 w 94"/>
                <a:gd name="T19" fmla="*/ 5 h 121"/>
                <a:gd name="T20" fmla="*/ 10 w 94"/>
                <a:gd name="T21" fmla="*/ 16 h 121"/>
                <a:gd name="T22" fmla="*/ 10 w 94"/>
                <a:gd name="T23" fmla="*/ 119 h 121"/>
                <a:gd name="T24" fmla="*/ 45 w 94"/>
                <a:gd name="T25" fmla="*/ 121 h 121"/>
                <a:gd name="T26" fmla="*/ 94 w 94"/>
                <a:gd name="T27" fmla="*/ 81 h 121"/>
                <a:gd name="T28" fmla="*/ 59 w 94"/>
                <a:gd name="T29" fmla="*/ 44 h 121"/>
                <a:gd name="T30" fmla="*/ 32 w 94"/>
                <a:gd name="T31" fmla="*/ 57 h 121"/>
                <a:gd name="T32" fmla="*/ 32 w 94"/>
                <a:gd name="T33" fmla="*/ 0 h 1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94" h="121">
                  <a:moveTo>
                    <a:pt x="32" y="62"/>
                  </a:moveTo>
                  <a:cubicBezTo>
                    <a:pt x="39" y="56"/>
                    <a:pt x="43" y="54"/>
                    <a:pt x="49" y="54"/>
                  </a:cubicBezTo>
                  <a:cubicBezTo>
                    <a:pt x="61" y="54"/>
                    <a:pt x="70" y="66"/>
                    <a:pt x="70" y="84"/>
                  </a:cubicBezTo>
                  <a:cubicBezTo>
                    <a:pt x="70" y="107"/>
                    <a:pt x="59" y="116"/>
                    <a:pt x="43" y="116"/>
                  </a:cubicBezTo>
                  <a:cubicBezTo>
                    <a:pt x="35" y="116"/>
                    <a:pt x="32" y="113"/>
                    <a:pt x="32" y="104"/>
                  </a:cubicBezTo>
                  <a:lnTo>
                    <a:pt x="32" y="62"/>
                  </a:lnTo>
                  <a:close/>
                  <a:moveTo>
                    <a:pt x="32" y="0"/>
                  </a:moveTo>
                  <a:cubicBezTo>
                    <a:pt x="29" y="0"/>
                    <a:pt x="29" y="0"/>
                    <a:pt x="29" y="0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0" y="5"/>
                    <a:pt x="0" y="5"/>
                    <a:pt x="0" y="5"/>
                  </a:cubicBezTo>
                  <a:cubicBezTo>
                    <a:pt x="6" y="6"/>
                    <a:pt x="10" y="10"/>
                    <a:pt x="10" y="16"/>
                  </a:cubicBezTo>
                  <a:cubicBezTo>
                    <a:pt x="10" y="119"/>
                    <a:pt x="10" y="119"/>
                    <a:pt x="10" y="119"/>
                  </a:cubicBezTo>
                  <a:cubicBezTo>
                    <a:pt x="21" y="121"/>
                    <a:pt x="32" y="121"/>
                    <a:pt x="45" y="121"/>
                  </a:cubicBezTo>
                  <a:cubicBezTo>
                    <a:pt x="80" y="121"/>
                    <a:pt x="94" y="103"/>
                    <a:pt x="94" y="81"/>
                  </a:cubicBezTo>
                  <a:cubicBezTo>
                    <a:pt x="94" y="60"/>
                    <a:pt x="79" y="44"/>
                    <a:pt x="59" y="44"/>
                  </a:cubicBezTo>
                  <a:cubicBezTo>
                    <a:pt x="49" y="44"/>
                    <a:pt x="40" y="48"/>
                    <a:pt x="32" y="57"/>
                  </a:cubicBezTo>
                  <a:lnTo>
                    <a:pt x="32" y="0"/>
                  </a:lnTo>
                  <a:close/>
                </a:path>
              </a:pathLst>
            </a:custGeom>
            <a:solidFill>
              <a:srgbClr val="1A144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0" name="Freeform 58"/>
            <p:cNvSpPr>
              <a:spLocks noEditPoints="1"/>
            </p:cNvSpPr>
            <p:nvPr/>
          </p:nvSpPr>
          <p:spPr bwMode="gray">
            <a:xfrm>
              <a:off x="5368926" y="3292475"/>
              <a:ext cx="288925" cy="292100"/>
            </a:xfrm>
            <a:custGeom>
              <a:avLst/>
              <a:gdLst>
                <a:gd name="T0" fmla="*/ 23 w 77"/>
                <a:gd name="T1" fmla="*/ 28 h 77"/>
                <a:gd name="T2" fmla="*/ 38 w 77"/>
                <a:gd name="T3" fmla="*/ 5 h 77"/>
                <a:gd name="T4" fmla="*/ 54 w 77"/>
                <a:gd name="T5" fmla="*/ 28 h 77"/>
                <a:gd name="T6" fmla="*/ 23 w 77"/>
                <a:gd name="T7" fmla="*/ 28 h 77"/>
                <a:gd name="T8" fmla="*/ 77 w 77"/>
                <a:gd name="T9" fmla="*/ 33 h 77"/>
                <a:gd name="T10" fmla="*/ 40 w 77"/>
                <a:gd name="T11" fmla="*/ 0 h 77"/>
                <a:gd name="T12" fmla="*/ 0 w 77"/>
                <a:gd name="T13" fmla="*/ 39 h 77"/>
                <a:gd name="T14" fmla="*/ 39 w 77"/>
                <a:gd name="T15" fmla="*/ 77 h 77"/>
                <a:gd name="T16" fmla="*/ 77 w 77"/>
                <a:gd name="T17" fmla="*/ 53 h 77"/>
                <a:gd name="T18" fmla="*/ 74 w 77"/>
                <a:gd name="T19" fmla="*/ 53 h 77"/>
                <a:gd name="T20" fmla="*/ 48 w 77"/>
                <a:gd name="T21" fmla="*/ 68 h 77"/>
                <a:gd name="T22" fmla="*/ 23 w 77"/>
                <a:gd name="T23" fmla="*/ 33 h 77"/>
                <a:gd name="T24" fmla="*/ 77 w 77"/>
                <a:gd name="T25" fmla="*/ 33 h 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7" h="77">
                  <a:moveTo>
                    <a:pt x="23" y="28"/>
                  </a:moveTo>
                  <a:cubicBezTo>
                    <a:pt x="24" y="14"/>
                    <a:pt x="29" y="5"/>
                    <a:pt x="38" y="5"/>
                  </a:cubicBezTo>
                  <a:cubicBezTo>
                    <a:pt x="47" y="5"/>
                    <a:pt x="53" y="15"/>
                    <a:pt x="54" y="28"/>
                  </a:cubicBezTo>
                  <a:lnTo>
                    <a:pt x="23" y="28"/>
                  </a:lnTo>
                  <a:close/>
                  <a:moveTo>
                    <a:pt x="77" y="33"/>
                  </a:moveTo>
                  <a:cubicBezTo>
                    <a:pt x="75" y="13"/>
                    <a:pt x="60" y="0"/>
                    <a:pt x="40" y="0"/>
                  </a:cubicBezTo>
                  <a:cubicBezTo>
                    <a:pt x="17" y="0"/>
                    <a:pt x="0" y="17"/>
                    <a:pt x="0" y="39"/>
                  </a:cubicBezTo>
                  <a:cubicBezTo>
                    <a:pt x="0" y="61"/>
                    <a:pt x="17" y="77"/>
                    <a:pt x="39" y="77"/>
                  </a:cubicBezTo>
                  <a:cubicBezTo>
                    <a:pt x="56" y="77"/>
                    <a:pt x="71" y="68"/>
                    <a:pt x="77" y="53"/>
                  </a:cubicBezTo>
                  <a:cubicBezTo>
                    <a:pt x="74" y="53"/>
                    <a:pt x="74" y="53"/>
                    <a:pt x="74" y="53"/>
                  </a:cubicBezTo>
                  <a:cubicBezTo>
                    <a:pt x="67" y="63"/>
                    <a:pt x="59" y="68"/>
                    <a:pt x="48" y="68"/>
                  </a:cubicBezTo>
                  <a:cubicBezTo>
                    <a:pt x="35" y="68"/>
                    <a:pt x="22" y="56"/>
                    <a:pt x="23" y="33"/>
                  </a:cubicBezTo>
                  <a:lnTo>
                    <a:pt x="77" y="33"/>
                  </a:lnTo>
                  <a:close/>
                </a:path>
              </a:pathLst>
            </a:custGeom>
            <a:solidFill>
              <a:srgbClr val="1A144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1" name="Freeform 59"/>
            <p:cNvSpPr>
              <a:spLocks/>
            </p:cNvSpPr>
            <p:nvPr/>
          </p:nvSpPr>
          <p:spPr bwMode="gray">
            <a:xfrm>
              <a:off x="5665788" y="3292475"/>
              <a:ext cx="269875" cy="284163"/>
            </a:xfrm>
            <a:custGeom>
              <a:avLst/>
              <a:gdLst>
                <a:gd name="T0" fmla="*/ 67 w 72"/>
                <a:gd name="T1" fmla="*/ 28 h 75"/>
                <a:gd name="T2" fmla="*/ 51 w 72"/>
                <a:gd name="T3" fmla="*/ 19 h 75"/>
                <a:gd name="T4" fmla="*/ 35 w 72"/>
                <a:gd name="T5" fmla="*/ 29 h 75"/>
                <a:gd name="T6" fmla="*/ 35 w 72"/>
                <a:gd name="T7" fmla="*/ 58 h 75"/>
                <a:gd name="T8" fmla="*/ 47 w 72"/>
                <a:gd name="T9" fmla="*/ 71 h 75"/>
                <a:gd name="T10" fmla="*/ 47 w 72"/>
                <a:gd name="T11" fmla="*/ 75 h 75"/>
                <a:gd name="T12" fmla="*/ 2 w 72"/>
                <a:gd name="T13" fmla="*/ 75 h 75"/>
                <a:gd name="T14" fmla="*/ 2 w 72"/>
                <a:gd name="T15" fmla="*/ 71 h 75"/>
                <a:gd name="T16" fmla="*/ 14 w 72"/>
                <a:gd name="T17" fmla="*/ 58 h 75"/>
                <a:gd name="T18" fmla="*/ 14 w 72"/>
                <a:gd name="T19" fmla="*/ 20 h 75"/>
                <a:gd name="T20" fmla="*/ 0 w 72"/>
                <a:gd name="T21" fmla="*/ 6 h 75"/>
                <a:gd name="T22" fmla="*/ 0 w 72"/>
                <a:gd name="T23" fmla="*/ 3 h 75"/>
                <a:gd name="T24" fmla="*/ 32 w 72"/>
                <a:gd name="T25" fmla="*/ 0 h 75"/>
                <a:gd name="T26" fmla="*/ 35 w 72"/>
                <a:gd name="T27" fmla="*/ 0 h 75"/>
                <a:gd name="T28" fmla="*/ 35 w 72"/>
                <a:gd name="T29" fmla="*/ 23 h 75"/>
                <a:gd name="T30" fmla="*/ 35 w 72"/>
                <a:gd name="T31" fmla="*/ 23 h 75"/>
                <a:gd name="T32" fmla="*/ 59 w 72"/>
                <a:gd name="T33" fmla="*/ 0 h 75"/>
                <a:gd name="T34" fmla="*/ 72 w 72"/>
                <a:gd name="T35" fmla="*/ 6 h 75"/>
                <a:gd name="T36" fmla="*/ 67 w 72"/>
                <a:gd name="T37" fmla="*/ 28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2" h="75">
                  <a:moveTo>
                    <a:pt x="67" y="28"/>
                  </a:moveTo>
                  <a:cubicBezTo>
                    <a:pt x="61" y="22"/>
                    <a:pt x="56" y="19"/>
                    <a:pt x="51" y="19"/>
                  </a:cubicBezTo>
                  <a:cubicBezTo>
                    <a:pt x="44" y="19"/>
                    <a:pt x="40" y="21"/>
                    <a:pt x="35" y="29"/>
                  </a:cubicBezTo>
                  <a:cubicBezTo>
                    <a:pt x="35" y="58"/>
                    <a:pt x="35" y="58"/>
                    <a:pt x="35" y="58"/>
                  </a:cubicBezTo>
                  <a:cubicBezTo>
                    <a:pt x="35" y="67"/>
                    <a:pt x="37" y="69"/>
                    <a:pt x="47" y="71"/>
                  </a:cubicBezTo>
                  <a:cubicBezTo>
                    <a:pt x="47" y="75"/>
                    <a:pt x="47" y="75"/>
                    <a:pt x="47" y="75"/>
                  </a:cubicBezTo>
                  <a:cubicBezTo>
                    <a:pt x="2" y="75"/>
                    <a:pt x="2" y="75"/>
                    <a:pt x="2" y="75"/>
                  </a:cubicBezTo>
                  <a:cubicBezTo>
                    <a:pt x="2" y="71"/>
                    <a:pt x="2" y="71"/>
                    <a:pt x="2" y="71"/>
                  </a:cubicBezTo>
                  <a:cubicBezTo>
                    <a:pt x="11" y="69"/>
                    <a:pt x="14" y="66"/>
                    <a:pt x="14" y="58"/>
                  </a:cubicBezTo>
                  <a:cubicBezTo>
                    <a:pt x="14" y="20"/>
                    <a:pt x="14" y="20"/>
                    <a:pt x="14" y="20"/>
                  </a:cubicBezTo>
                  <a:cubicBezTo>
                    <a:pt x="14" y="11"/>
                    <a:pt x="10" y="7"/>
                    <a:pt x="0" y="6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32" y="0"/>
                    <a:pt x="32" y="0"/>
                    <a:pt x="32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35" y="23"/>
                    <a:pt x="35" y="23"/>
                    <a:pt x="35" y="23"/>
                  </a:cubicBezTo>
                  <a:cubicBezTo>
                    <a:pt x="35" y="23"/>
                    <a:pt x="35" y="23"/>
                    <a:pt x="35" y="23"/>
                  </a:cubicBezTo>
                  <a:cubicBezTo>
                    <a:pt x="42" y="7"/>
                    <a:pt x="50" y="0"/>
                    <a:pt x="59" y="0"/>
                  </a:cubicBezTo>
                  <a:cubicBezTo>
                    <a:pt x="64" y="0"/>
                    <a:pt x="68" y="2"/>
                    <a:pt x="72" y="6"/>
                  </a:cubicBezTo>
                  <a:lnTo>
                    <a:pt x="67" y="28"/>
                  </a:lnTo>
                  <a:close/>
                </a:path>
              </a:pathLst>
            </a:custGeom>
            <a:solidFill>
              <a:srgbClr val="1A144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2" name="Freeform 60"/>
            <p:cNvSpPr>
              <a:spLocks/>
            </p:cNvSpPr>
            <p:nvPr/>
          </p:nvSpPr>
          <p:spPr bwMode="gray">
            <a:xfrm>
              <a:off x="5943601" y="3198813"/>
              <a:ext cx="541338" cy="588963"/>
            </a:xfrm>
            <a:custGeom>
              <a:avLst/>
              <a:gdLst>
                <a:gd name="T0" fmla="*/ 114 w 144"/>
                <a:gd name="T1" fmla="*/ 28 h 156"/>
                <a:gd name="T2" fmla="*/ 114 w 144"/>
                <a:gd name="T3" fmla="*/ 31 h 156"/>
                <a:gd name="T4" fmla="*/ 119 w 144"/>
                <a:gd name="T5" fmla="*/ 54 h 156"/>
                <a:gd name="T6" fmla="*/ 109 w 144"/>
                <a:gd name="T7" fmla="*/ 77 h 156"/>
                <a:gd name="T8" fmla="*/ 94 w 144"/>
                <a:gd name="T9" fmla="*/ 46 h 156"/>
                <a:gd name="T10" fmla="*/ 97 w 144"/>
                <a:gd name="T11" fmla="*/ 31 h 156"/>
                <a:gd name="T12" fmla="*/ 97 w 144"/>
                <a:gd name="T13" fmla="*/ 28 h 156"/>
                <a:gd name="T14" fmla="*/ 56 w 144"/>
                <a:gd name="T15" fmla="*/ 28 h 156"/>
                <a:gd name="T16" fmla="*/ 55 w 144"/>
                <a:gd name="T17" fmla="*/ 28 h 156"/>
                <a:gd name="T18" fmla="*/ 34 w 144"/>
                <a:gd name="T19" fmla="*/ 28 h 156"/>
                <a:gd name="T20" fmla="*/ 34 w 144"/>
                <a:gd name="T21" fmla="*/ 0 h 156"/>
                <a:gd name="T22" fmla="*/ 30 w 144"/>
                <a:gd name="T23" fmla="*/ 0 h 156"/>
                <a:gd name="T24" fmla="*/ 0 w 144"/>
                <a:gd name="T25" fmla="*/ 30 h 156"/>
                <a:gd name="T26" fmla="*/ 0 w 144"/>
                <a:gd name="T27" fmla="*/ 34 h 156"/>
                <a:gd name="T28" fmla="*/ 13 w 144"/>
                <a:gd name="T29" fmla="*/ 34 h 156"/>
                <a:gd name="T30" fmla="*/ 13 w 144"/>
                <a:gd name="T31" fmla="*/ 80 h 156"/>
                <a:gd name="T32" fmla="*/ 37 w 144"/>
                <a:gd name="T33" fmla="*/ 102 h 156"/>
                <a:gd name="T34" fmla="*/ 60 w 144"/>
                <a:gd name="T35" fmla="*/ 90 h 156"/>
                <a:gd name="T36" fmla="*/ 58 w 144"/>
                <a:gd name="T37" fmla="*/ 88 h 156"/>
                <a:gd name="T38" fmla="*/ 47 w 144"/>
                <a:gd name="T39" fmla="*/ 93 h 156"/>
                <a:gd name="T40" fmla="*/ 34 w 144"/>
                <a:gd name="T41" fmla="*/ 75 h 156"/>
                <a:gd name="T42" fmla="*/ 34 w 144"/>
                <a:gd name="T43" fmla="*/ 34 h 156"/>
                <a:gd name="T44" fmla="*/ 53 w 144"/>
                <a:gd name="T45" fmla="*/ 34 h 156"/>
                <a:gd name="T46" fmla="*/ 71 w 144"/>
                <a:gd name="T47" fmla="*/ 47 h 156"/>
                <a:gd name="T48" fmla="*/ 97 w 144"/>
                <a:gd name="T49" fmla="*/ 102 h 156"/>
                <a:gd name="T50" fmla="*/ 68 w 144"/>
                <a:gd name="T51" fmla="*/ 136 h 156"/>
                <a:gd name="T52" fmla="*/ 58 w 144"/>
                <a:gd name="T53" fmla="*/ 134 h 156"/>
                <a:gd name="T54" fmla="*/ 54 w 144"/>
                <a:gd name="T55" fmla="*/ 155 h 156"/>
                <a:gd name="T56" fmla="*/ 60 w 144"/>
                <a:gd name="T57" fmla="*/ 156 h 156"/>
                <a:gd name="T58" fmla="*/ 90 w 144"/>
                <a:gd name="T59" fmla="*/ 132 h 156"/>
                <a:gd name="T60" fmla="*/ 127 w 144"/>
                <a:gd name="T61" fmla="*/ 50 h 156"/>
                <a:gd name="T62" fmla="*/ 144 w 144"/>
                <a:gd name="T63" fmla="*/ 31 h 156"/>
                <a:gd name="T64" fmla="*/ 144 w 144"/>
                <a:gd name="T65" fmla="*/ 28 h 156"/>
                <a:gd name="T66" fmla="*/ 114 w 144"/>
                <a:gd name="T67" fmla="*/ 28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144" h="156">
                  <a:moveTo>
                    <a:pt x="114" y="28"/>
                  </a:moveTo>
                  <a:cubicBezTo>
                    <a:pt x="114" y="31"/>
                    <a:pt x="114" y="31"/>
                    <a:pt x="114" y="31"/>
                  </a:cubicBezTo>
                  <a:cubicBezTo>
                    <a:pt x="123" y="33"/>
                    <a:pt x="125" y="39"/>
                    <a:pt x="119" y="54"/>
                  </a:cubicBezTo>
                  <a:cubicBezTo>
                    <a:pt x="109" y="77"/>
                    <a:pt x="109" y="77"/>
                    <a:pt x="109" y="77"/>
                  </a:cubicBezTo>
                  <a:cubicBezTo>
                    <a:pt x="94" y="46"/>
                    <a:pt x="94" y="46"/>
                    <a:pt x="94" y="46"/>
                  </a:cubicBezTo>
                  <a:cubicBezTo>
                    <a:pt x="89" y="37"/>
                    <a:pt x="89" y="32"/>
                    <a:pt x="97" y="31"/>
                  </a:cubicBezTo>
                  <a:cubicBezTo>
                    <a:pt x="97" y="28"/>
                    <a:pt x="97" y="28"/>
                    <a:pt x="97" y="28"/>
                  </a:cubicBezTo>
                  <a:cubicBezTo>
                    <a:pt x="56" y="28"/>
                    <a:pt x="56" y="28"/>
                    <a:pt x="56" y="28"/>
                  </a:cubicBezTo>
                  <a:cubicBezTo>
                    <a:pt x="55" y="28"/>
                    <a:pt x="55" y="28"/>
                    <a:pt x="55" y="28"/>
                  </a:cubicBezTo>
                  <a:cubicBezTo>
                    <a:pt x="34" y="28"/>
                    <a:pt x="34" y="28"/>
                    <a:pt x="34" y="28"/>
                  </a:cubicBezTo>
                  <a:cubicBezTo>
                    <a:pt x="34" y="0"/>
                    <a:pt x="34" y="0"/>
                    <a:pt x="34" y="0"/>
                  </a:cubicBezTo>
                  <a:cubicBezTo>
                    <a:pt x="30" y="0"/>
                    <a:pt x="30" y="0"/>
                    <a:pt x="30" y="0"/>
                  </a:cubicBezTo>
                  <a:cubicBezTo>
                    <a:pt x="20" y="13"/>
                    <a:pt x="9" y="25"/>
                    <a:pt x="0" y="30"/>
                  </a:cubicBezTo>
                  <a:cubicBezTo>
                    <a:pt x="0" y="34"/>
                    <a:pt x="0" y="34"/>
                    <a:pt x="0" y="34"/>
                  </a:cubicBezTo>
                  <a:cubicBezTo>
                    <a:pt x="13" y="34"/>
                    <a:pt x="13" y="34"/>
                    <a:pt x="13" y="34"/>
                  </a:cubicBezTo>
                  <a:cubicBezTo>
                    <a:pt x="13" y="80"/>
                    <a:pt x="13" y="80"/>
                    <a:pt x="13" y="80"/>
                  </a:cubicBezTo>
                  <a:cubicBezTo>
                    <a:pt x="13" y="96"/>
                    <a:pt x="23" y="102"/>
                    <a:pt x="37" y="102"/>
                  </a:cubicBezTo>
                  <a:cubicBezTo>
                    <a:pt x="48" y="102"/>
                    <a:pt x="55" y="99"/>
                    <a:pt x="60" y="90"/>
                  </a:cubicBezTo>
                  <a:cubicBezTo>
                    <a:pt x="58" y="88"/>
                    <a:pt x="58" y="88"/>
                    <a:pt x="58" y="88"/>
                  </a:cubicBezTo>
                  <a:cubicBezTo>
                    <a:pt x="54" y="92"/>
                    <a:pt x="51" y="93"/>
                    <a:pt x="47" y="93"/>
                  </a:cubicBezTo>
                  <a:cubicBezTo>
                    <a:pt x="37" y="93"/>
                    <a:pt x="34" y="87"/>
                    <a:pt x="34" y="75"/>
                  </a:cubicBezTo>
                  <a:cubicBezTo>
                    <a:pt x="34" y="34"/>
                    <a:pt x="34" y="34"/>
                    <a:pt x="34" y="34"/>
                  </a:cubicBezTo>
                  <a:cubicBezTo>
                    <a:pt x="53" y="34"/>
                    <a:pt x="53" y="34"/>
                    <a:pt x="53" y="34"/>
                  </a:cubicBezTo>
                  <a:cubicBezTo>
                    <a:pt x="64" y="34"/>
                    <a:pt x="67" y="38"/>
                    <a:pt x="71" y="47"/>
                  </a:cubicBezTo>
                  <a:cubicBezTo>
                    <a:pt x="97" y="102"/>
                    <a:pt x="97" y="102"/>
                    <a:pt x="97" y="102"/>
                  </a:cubicBezTo>
                  <a:cubicBezTo>
                    <a:pt x="89" y="126"/>
                    <a:pt x="81" y="136"/>
                    <a:pt x="68" y="136"/>
                  </a:cubicBezTo>
                  <a:cubicBezTo>
                    <a:pt x="65" y="136"/>
                    <a:pt x="63" y="135"/>
                    <a:pt x="58" y="134"/>
                  </a:cubicBezTo>
                  <a:cubicBezTo>
                    <a:pt x="54" y="155"/>
                    <a:pt x="54" y="155"/>
                    <a:pt x="54" y="155"/>
                  </a:cubicBezTo>
                  <a:cubicBezTo>
                    <a:pt x="56" y="156"/>
                    <a:pt x="58" y="156"/>
                    <a:pt x="60" y="156"/>
                  </a:cubicBezTo>
                  <a:cubicBezTo>
                    <a:pt x="75" y="156"/>
                    <a:pt x="83" y="150"/>
                    <a:pt x="90" y="132"/>
                  </a:cubicBezTo>
                  <a:cubicBezTo>
                    <a:pt x="127" y="50"/>
                    <a:pt x="127" y="50"/>
                    <a:pt x="127" y="50"/>
                  </a:cubicBezTo>
                  <a:cubicBezTo>
                    <a:pt x="132" y="36"/>
                    <a:pt x="135" y="34"/>
                    <a:pt x="144" y="31"/>
                  </a:cubicBezTo>
                  <a:cubicBezTo>
                    <a:pt x="144" y="28"/>
                    <a:pt x="144" y="28"/>
                    <a:pt x="144" y="28"/>
                  </a:cubicBezTo>
                  <a:lnTo>
                    <a:pt x="114" y="28"/>
                  </a:lnTo>
                  <a:close/>
                </a:path>
              </a:pathLst>
            </a:custGeom>
            <a:solidFill>
              <a:srgbClr val="1A144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3" name="Freeform 61"/>
            <p:cNvSpPr>
              <a:spLocks/>
            </p:cNvSpPr>
            <p:nvPr/>
          </p:nvSpPr>
          <p:spPr bwMode="gray">
            <a:xfrm>
              <a:off x="6594476" y="3157538"/>
              <a:ext cx="619125" cy="419100"/>
            </a:xfrm>
            <a:custGeom>
              <a:avLst/>
              <a:gdLst>
                <a:gd name="T0" fmla="*/ 148 w 165"/>
                <a:gd name="T1" fmla="*/ 91 h 111"/>
                <a:gd name="T2" fmla="*/ 165 w 165"/>
                <a:gd name="T3" fmla="*/ 108 h 111"/>
                <a:gd name="T4" fmla="*/ 165 w 165"/>
                <a:gd name="T5" fmla="*/ 111 h 111"/>
                <a:gd name="T6" fmla="*/ 110 w 165"/>
                <a:gd name="T7" fmla="*/ 111 h 111"/>
                <a:gd name="T8" fmla="*/ 110 w 165"/>
                <a:gd name="T9" fmla="*/ 108 h 111"/>
                <a:gd name="T10" fmla="*/ 122 w 165"/>
                <a:gd name="T11" fmla="*/ 84 h 111"/>
                <a:gd name="T12" fmla="*/ 113 w 165"/>
                <a:gd name="T13" fmla="*/ 20 h 111"/>
                <a:gd name="T14" fmla="*/ 113 w 165"/>
                <a:gd name="T15" fmla="*/ 20 h 111"/>
                <a:gd name="T16" fmla="*/ 77 w 165"/>
                <a:gd name="T17" fmla="*/ 111 h 111"/>
                <a:gd name="T18" fmla="*/ 73 w 165"/>
                <a:gd name="T19" fmla="*/ 111 h 111"/>
                <a:gd name="T20" fmla="*/ 37 w 165"/>
                <a:gd name="T21" fmla="*/ 20 h 111"/>
                <a:gd name="T22" fmla="*/ 37 w 165"/>
                <a:gd name="T23" fmla="*/ 20 h 111"/>
                <a:gd name="T24" fmla="*/ 27 w 165"/>
                <a:gd name="T25" fmla="*/ 85 h 111"/>
                <a:gd name="T26" fmla="*/ 40 w 165"/>
                <a:gd name="T27" fmla="*/ 108 h 111"/>
                <a:gd name="T28" fmla="*/ 40 w 165"/>
                <a:gd name="T29" fmla="*/ 111 h 111"/>
                <a:gd name="T30" fmla="*/ 0 w 165"/>
                <a:gd name="T31" fmla="*/ 111 h 111"/>
                <a:gd name="T32" fmla="*/ 0 w 165"/>
                <a:gd name="T33" fmla="*/ 108 h 111"/>
                <a:gd name="T34" fmla="*/ 20 w 165"/>
                <a:gd name="T35" fmla="*/ 84 h 111"/>
                <a:gd name="T36" fmla="*/ 31 w 165"/>
                <a:gd name="T37" fmla="*/ 11 h 111"/>
                <a:gd name="T38" fmla="*/ 15 w 165"/>
                <a:gd name="T39" fmla="*/ 3 h 111"/>
                <a:gd name="T40" fmla="*/ 15 w 165"/>
                <a:gd name="T41" fmla="*/ 0 h 111"/>
                <a:gd name="T42" fmla="*/ 55 w 165"/>
                <a:gd name="T43" fmla="*/ 0 h 111"/>
                <a:gd name="T44" fmla="*/ 84 w 165"/>
                <a:gd name="T45" fmla="*/ 74 h 111"/>
                <a:gd name="T46" fmla="*/ 113 w 165"/>
                <a:gd name="T47" fmla="*/ 0 h 111"/>
                <a:gd name="T48" fmla="*/ 151 w 165"/>
                <a:gd name="T49" fmla="*/ 0 h 111"/>
                <a:gd name="T50" fmla="*/ 151 w 165"/>
                <a:gd name="T51" fmla="*/ 3 h 111"/>
                <a:gd name="T52" fmla="*/ 138 w 165"/>
                <a:gd name="T53" fmla="*/ 22 h 111"/>
                <a:gd name="T54" fmla="*/ 148 w 165"/>
                <a:gd name="T55" fmla="*/ 91 h 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165" h="111">
                  <a:moveTo>
                    <a:pt x="148" y="91"/>
                  </a:moveTo>
                  <a:cubicBezTo>
                    <a:pt x="150" y="100"/>
                    <a:pt x="154" y="106"/>
                    <a:pt x="165" y="108"/>
                  </a:cubicBezTo>
                  <a:cubicBezTo>
                    <a:pt x="165" y="111"/>
                    <a:pt x="165" y="111"/>
                    <a:pt x="165" y="111"/>
                  </a:cubicBezTo>
                  <a:cubicBezTo>
                    <a:pt x="110" y="111"/>
                    <a:pt x="110" y="111"/>
                    <a:pt x="110" y="111"/>
                  </a:cubicBezTo>
                  <a:cubicBezTo>
                    <a:pt x="110" y="108"/>
                    <a:pt x="110" y="108"/>
                    <a:pt x="110" y="108"/>
                  </a:cubicBezTo>
                  <a:cubicBezTo>
                    <a:pt x="122" y="105"/>
                    <a:pt x="124" y="98"/>
                    <a:pt x="122" y="84"/>
                  </a:cubicBezTo>
                  <a:cubicBezTo>
                    <a:pt x="113" y="20"/>
                    <a:pt x="113" y="20"/>
                    <a:pt x="113" y="20"/>
                  </a:cubicBezTo>
                  <a:cubicBezTo>
                    <a:pt x="113" y="20"/>
                    <a:pt x="113" y="20"/>
                    <a:pt x="113" y="20"/>
                  </a:cubicBezTo>
                  <a:cubicBezTo>
                    <a:pt x="77" y="111"/>
                    <a:pt x="77" y="111"/>
                    <a:pt x="77" y="111"/>
                  </a:cubicBezTo>
                  <a:cubicBezTo>
                    <a:pt x="73" y="111"/>
                    <a:pt x="73" y="111"/>
                    <a:pt x="73" y="111"/>
                  </a:cubicBezTo>
                  <a:cubicBezTo>
                    <a:pt x="37" y="20"/>
                    <a:pt x="37" y="20"/>
                    <a:pt x="37" y="20"/>
                  </a:cubicBezTo>
                  <a:cubicBezTo>
                    <a:pt x="37" y="20"/>
                    <a:pt x="37" y="20"/>
                    <a:pt x="37" y="20"/>
                  </a:cubicBezTo>
                  <a:cubicBezTo>
                    <a:pt x="27" y="85"/>
                    <a:pt x="27" y="85"/>
                    <a:pt x="27" y="85"/>
                  </a:cubicBezTo>
                  <a:cubicBezTo>
                    <a:pt x="25" y="98"/>
                    <a:pt x="28" y="107"/>
                    <a:pt x="40" y="108"/>
                  </a:cubicBezTo>
                  <a:cubicBezTo>
                    <a:pt x="40" y="111"/>
                    <a:pt x="40" y="111"/>
                    <a:pt x="40" y="111"/>
                  </a:cubicBezTo>
                  <a:cubicBezTo>
                    <a:pt x="0" y="111"/>
                    <a:pt x="0" y="111"/>
                    <a:pt x="0" y="111"/>
                  </a:cubicBezTo>
                  <a:cubicBezTo>
                    <a:pt x="0" y="108"/>
                    <a:pt x="0" y="108"/>
                    <a:pt x="0" y="108"/>
                  </a:cubicBezTo>
                  <a:cubicBezTo>
                    <a:pt x="12" y="108"/>
                    <a:pt x="17" y="101"/>
                    <a:pt x="20" y="84"/>
                  </a:cubicBezTo>
                  <a:cubicBezTo>
                    <a:pt x="31" y="11"/>
                    <a:pt x="31" y="11"/>
                    <a:pt x="31" y="11"/>
                  </a:cubicBezTo>
                  <a:cubicBezTo>
                    <a:pt x="26" y="7"/>
                    <a:pt x="20" y="4"/>
                    <a:pt x="15" y="3"/>
                  </a:cubicBezTo>
                  <a:cubicBezTo>
                    <a:pt x="15" y="0"/>
                    <a:pt x="15" y="0"/>
                    <a:pt x="15" y="0"/>
                  </a:cubicBezTo>
                  <a:cubicBezTo>
                    <a:pt x="55" y="0"/>
                    <a:pt x="55" y="0"/>
                    <a:pt x="55" y="0"/>
                  </a:cubicBezTo>
                  <a:cubicBezTo>
                    <a:pt x="84" y="74"/>
                    <a:pt x="84" y="74"/>
                    <a:pt x="84" y="74"/>
                  </a:cubicBezTo>
                  <a:cubicBezTo>
                    <a:pt x="113" y="0"/>
                    <a:pt x="113" y="0"/>
                    <a:pt x="113" y="0"/>
                  </a:cubicBezTo>
                  <a:cubicBezTo>
                    <a:pt x="151" y="0"/>
                    <a:pt x="151" y="0"/>
                    <a:pt x="151" y="0"/>
                  </a:cubicBezTo>
                  <a:cubicBezTo>
                    <a:pt x="151" y="3"/>
                    <a:pt x="151" y="3"/>
                    <a:pt x="151" y="3"/>
                  </a:cubicBezTo>
                  <a:cubicBezTo>
                    <a:pt x="139" y="6"/>
                    <a:pt x="137" y="11"/>
                    <a:pt x="138" y="22"/>
                  </a:cubicBezTo>
                  <a:lnTo>
                    <a:pt x="148" y="91"/>
                  </a:lnTo>
                  <a:close/>
                </a:path>
              </a:pathLst>
            </a:custGeom>
            <a:solidFill>
              <a:srgbClr val="1A144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4" name="Freeform 62"/>
            <p:cNvSpPr>
              <a:spLocks/>
            </p:cNvSpPr>
            <p:nvPr/>
          </p:nvSpPr>
          <p:spPr bwMode="gray">
            <a:xfrm>
              <a:off x="7207251" y="3297238"/>
              <a:ext cx="360363" cy="290513"/>
            </a:xfrm>
            <a:custGeom>
              <a:avLst/>
              <a:gdLst>
                <a:gd name="T0" fmla="*/ 11 w 96"/>
                <a:gd name="T1" fmla="*/ 18 h 77"/>
                <a:gd name="T2" fmla="*/ 0 w 96"/>
                <a:gd name="T3" fmla="*/ 6 h 77"/>
                <a:gd name="T4" fmla="*/ 0 w 96"/>
                <a:gd name="T5" fmla="*/ 3 h 77"/>
                <a:gd name="T6" fmla="*/ 29 w 96"/>
                <a:gd name="T7" fmla="*/ 0 h 77"/>
                <a:gd name="T8" fmla="*/ 32 w 96"/>
                <a:gd name="T9" fmla="*/ 0 h 77"/>
                <a:gd name="T10" fmla="*/ 32 w 96"/>
                <a:gd name="T11" fmla="*/ 53 h 77"/>
                <a:gd name="T12" fmla="*/ 46 w 96"/>
                <a:gd name="T13" fmla="*/ 65 h 77"/>
                <a:gd name="T14" fmla="*/ 63 w 96"/>
                <a:gd name="T15" fmla="*/ 52 h 77"/>
                <a:gd name="T16" fmla="*/ 63 w 96"/>
                <a:gd name="T17" fmla="*/ 17 h 77"/>
                <a:gd name="T18" fmla="*/ 52 w 96"/>
                <a:gd name="T19" fmla="*/ 6 h 77"/>
                <a:gd name="T20" fmla="*/ 52 w 96"/>
                <a:gd name="T21" fmla="*/ 3 h 77"/>
                <a:gd name="T22" fmla="*/ 82 w 96"/>
                <a:gd name="T23" fmla="*/ 0 h 77"/>
                <a:gd name="T24" fmla="*/ 85 w 96"/>
                <a:gd name="T25" fmla="*/ 0 h 77"/>
                <a:gd name="T26" fmla="*/ 85 w 96"/>
                <a:gd name="T27" fmla="*/ 57 h 77"/>
                <a:gd name="T28" fmla="*/ 96 w 96"/>
                <a:gd name="T29" fmla="*/ 71 h 77"/>
                <a:gd name="T30" fmla="*/ 96 w 96"/>
                <a:gd name="T31" fmla="*/ 74 h 77"/>
                <a:gd name="T32" fmla="*/ 63 w 96"/>
                <a:gd name="T33" fmla="*/ 77 h 77"/>
                <a:gd name="T34" fmla="*/ 63 w 96"/>
                <a:gd name="T35" fmla="*/ 60 h 77"/>
                <a:gd name="T36" fmla="*/ 63 w 96"/>
                <a:gd name="T37" fmla="*/ 60 h 77"/>
                <a:gd name="T38" fmla="*/ 35 w 96"/>
                <a:gd name="T39" fmla="*/ 77 h 77"/>
                <a:gd name="T40" fmla="*/ 11 w 96"/>
                <a:gd name="T41" fmla="*/ 55 h 77"/>
                <a:gd name="T42" fmla="*/ 11 w 96"/>
                <a:gd name="T43" fmla="*/ 18 h 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96" h="77">
                  <a:moveTo>
                    <a:pt x="11" y="18"/>
                  </a:moveTo>
                  <a:cubicBezTo>
                    <a:pt x="11" y="10"/>
                    <a:pt x="8" y="7"/>
                    <a:pt x="0" y="6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29" y="0"/>
                    <a:pt x="29" y="0"/>
                    <a:pt x="29" y="0"/>
                  </a:cubicBezTo>
                  <a:cubicBezTo>
                    <a:pt x="32" y="0"/>
                    <a:pt x="32" y="0"/>
                    <a:pt x="32" y="0"/>
                  </a:cubicBezTo>
                  <a:cubicBezTo>
                    <a:pt x="32" y="53"/>
                    <a:pt x="32" y="53"/>
                    <a:pt x="32" y="53"/>
                  </a:cubicBezTo>
                  <a:cubicBezTo>
                    <a:pt x="32" y="61"/>
                    <a:pt x="38" y="65"/>
                    <a:pt x="46" y="65"/>
                  </a:cubicBezTo>
                  <a:cubicBezTo>
                    <a:pt x="53" y="65"/>
                    <a:pt x="57" y="62"/>
                    <a:pt x="63" y="52"/>
                  </a:cubicBezTo>
                  <a:cubicBezTo>
                    <a:pt x="63" y="17"/>
                    <a:pt x="63" y="17"/>
                    <a:pt x="63" y="17"/>
                  </a:cubicBezTo>
                  <a:cubicBezTo>
                    <a:pt x="63" y="11"/>
                    <a:pt x="60" y="7"/>
                    <a:pt x="52" y="6"/>
                  </a:cubicBezTo>
                  <a:cubicBezTo>
                    <a:pt x="52" y="3"/>
                    <a:pt x="52" y="3"/>
                    <a:pt x="52" y="3"/>
                  </a:cubicBezTo>
                  <a:cubicBezTo>
                    <a:pt x="82" y="0"/>
                    <a:pt x="82" y="0"/>
                    <a:pt x="82" y="0"/>
                  </a:cubicBezTo>
                  <a:cubicBezTo>
                    <a:pt x="85" y="0"/>
                    <a:pt x="85" y="0"/>
                    <a:pt x="85" y="0"/>
                  </a:cubicBezTo>
                  <a:cubicBezTo>
                    <a:pt x="85" y="57"/>
                    <a:pt x="85" y="57"/>
                    <a:pt x="85" y="57"/>
                  </a:cubicBezTo>
                  <a:cubicBezTo>
                    <a:pt x="85" y="66"/>
                    <a:pt x="87" y="69"/>
                    <a:pt x="96" y="71"/>
                  </a:cubicBezTo>
                  <a:cubicBezTo>
                    <a:pt x="96" y="74"/>
                    <a:pt x="96" y="74"/>
                    <a:pt x="96" y="74"/>
                  </a:cubicBezTo>
                  <a:cubicBezTo>
                    <a:pt x="63" y="77"/>
                    <a:pt x="63" y="77"/>
                    <a:pt x="63" y="77"/>
                  </a:cubicBezTo>
                  <a:cubicBezTo>
                    <a:pt x="63" y="60"/>
                    <a:pt x="63" y="60"/>
                    <a:pt x="63" y="60"/>
                  </a:cubicBezTo>
                  <a:cubicBezTo>
                    <a:pt x="63" y="60"/>
                    <a:pt x="63" y="60"/>
                    <a:pt x="63" y="60"/>
                  </a:cubicBezTo>
                  <a:cubicBezTo>
                    <a:pt x="55" y="72"/>
                    <a:pt x="46" y="77"/>
                    <a:pt x="35" y="77"/>
                  </a:cubicBezTo>
                  <a:cubicBezTo>
                    <a:pt x="20" y="77"/>
                    <a:pt x="11" y="69"/>
                    <a:pt x="11" y="55"/>
                  </a:cubicBezTo>
                  <a:lnTo>
                    <a:pt x="11" y="18"/>
                  </a:lnTo>
                  <a:close/>
                </a:path>
              </a:pathLst>
            </a:custGeom>
            <a:solidFill>
              <a:srgbClr val="1A144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5" name="Freeform 63"/>
            <p:cNvSpPr>
              <a:spLocks/>
            </p:cNvSpPr>
            <p:nvPr/>
          </p:nvSpPr>
          <p:spPr bwMode="gray">
            <a:xfrm>
              <a:off x="7581901" y="3201988"/>
              <a:ext cx="225425" cy="385763"/>
            </a:xfrm>
            <a:custGeom>
              <a:avLst/>
              <a:gdLst>
                <a:gd name="T0" fmla="*/ 13 w 60"/>
                <a:gd name="T1" fmla="*/ 33 h 102"/>
                <a:gd name="T2" fmla="*/ 0 w 60"/>
                <a:gd name="T3" fmla="*/ 33 h 102"/>
                <a:gd name="T4" fmla="*/ 0 w 60"/>
                <a:gd name="T5" fmla="*/ 30 h 102"/>
                <a:gd name="T6" fmla="*/ 31 w 60"/>
                <a:gd name="T7" fmla="*/ 0 h 102"/>
                <a:gd name="T8" fmla="*/ 34 w 60"/>
                <a:gd name="T9" fmla="*/ 0 h 102"/>
                <a:gd name="T10" fmla="*/ 34 w 60"/>
                <a:gd name="T11" fmla="*/ 28 h 102"/>
                <a:gd name="T12" fmla="*/ 58 w 60"/>
                <a:gd name="T13" fmla="*/ 28 h 102"/>
                <a:gd name="T14" fmla="*/ 58 w 60"/>
                <a:gd name="T15" fmla="*/ 33 h 102"/>
                <a:gd name="T16" fmla="*/ 34 w 60"/>
                <a:gd name="T17" fmla="*/ 33 h 102"/>
                <a:gd name="T18" fmla="*/ 34 w 60"/>
                <a:gd name="T19" fmla="*/ 75 h 102"/>
                <a:gd name="T20" fmla="*/ 47 w 60"/>
                <a:gd name="T21" fmla="*/ 93 h 102"/>
                <a:gd name="T22" fmla="*/ 58 w 60"/>
                <a:gd name="T23" fmla="*/ 87 h 102"/>
                <a:gd name="T24" fmla="*/ 60 w 60"/>
                <a:gd name="T25" fmla="*/ 89 h 102"/>
                <a:gd name="T26" fmla="*/ 37 w 60"/>
                <a:gd name="T27" fmla="*/ 102 h 102"/>
                <a:gd name="T28" fmla="*/ 13 w 60"/>
                <a:gd name="T29" fmla="*/ 79 h 102"/>
                <a:gd name="T30" fmla="*/ 13 w 60"/>
                <a:gd name="T31" fmla="*/ 33 h 1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60" h="102">
                  <a:moveTo>
                    <a:pt x="13" y="33"/>
                  </a:moveTo>
                  <a:cubicBezTo>
                    <a:pt x="0" y="33"/>
                    <a:pt x="0" y="33"/>
                    <a:pt x="0" y="33"/>
                  </a:cubicBezTo>
                  <a:cubicBezTo>
                    <a:pt x="0" y="30"/>
                    <a:pt x="0" y="30"/>
                    <a:pt x="0" y="30"/>
                  </a:cubicBezTo>
                  <a:cubicBezTo>
                    <a:pt x="9" y="24"/>
                    <a:pt x="21" y="13"/>
                    <a:pt x="31" y="0"/>
                  </a:cubicBezTo>
                  <a:cubicBezTo>
                    <a:pt x="34" y="0"/>
                    <a:pt x="34" y="0"/>
                    <a:pt x="34" y="0"/>
                  </a:cubicBezTo>
                  <a:cubicBezTo>
                    <a:pt x="34" y="28"/>
                    <a:pt x="34" y="28"/>
                    <a:pt x="34" y="28"/>
                  </a:cubicBezTo>
                  <a:cubicBezTo>
                    <a:pt x="58" y="28"/>
                    <a:pt x="58" y="28"/>
                    <a:pt x="58" y="28"/>
                  </a:cubicBezTo>
                  <a:cubicBezTo>
                    <a:pt x="58" y="33"/>
                    <a:pt x="58" y="33"/>
                    <a:pt x="58" y="33"/>
                  </a:cubicBezTo>
                  <a:cubicBezTo>
                    <a:pt x="34" y="33"/>
                    <a:pt x="34" y="33"/>
                    <a:pt x="34" y="33"/>
                  </a:cubicBezTo>
                  <a:cubicBezTo>
                    <a:pt x="34" y="75"/>
                    <a:pt x="34" y="75"/>
                    <a:pt x="34" y="75"/>
                  </a:cubicBezTo>
                  <a:cubicBezTo>
                    <a:pt x="34" y="86"/>
                    <a:pt x="37" y="93"/>
                    <a:pt x="47" y="93"/>
                  </a:cubicBezTo>
                  <a:cubicBezTo>
                    <a:pt x="51" y="93"/>
                    <a:pt x="54" y="91"/>
                    <a:pt x="58" y="87"/>
                  </a:cubicBezTo>
                  <a:cubicBezTo>
                    <a:pt x="60" y="89"/>
                    <a:pt x="60" y="89"/>
                    <a:pt x="60" y="89"/>
                  </a:cubicBezTo>
                  <a:cubicBezTo>
                    <a:pt x="55" y="98"/>
                    <a:pt x="48" y="102"/>
                    <a:pt x="37" y="102"/>
                  </a:cubicBezTo>
                  <a:cubicBezTo>
                    <a:pt x="24" y="102"/>
                    <a:pt x="13" y="96"/>
                    <a:pt x="13" y="79"/>
                  </a:cubicBezTo>
                  <a:lnTo>
                    <a:pt x="13" y="33"/>
                  </a:lnTo>
                  <a:close/>
                </a:path>
              </a:pathLst>
            </a:custGeom>
            <a:solidFill>
              <a:srgbClr val="1A144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6" name="Freeform 64"/>
            <p:cNvSpPr>
              <a:spLocks/>
            </p:cNvSpPr>
            <p:nvPr/>
          </p:nvSpPr>
          <p:spPr bwMode="gray">
            <a:xfrm>
              <a:off x="7807326" y="3297238"/>
              <a:ext cx="365125" cy="290513"/>
            </a:xfrm>
            <a:custGeom>
              <a:avLst/>
              <a:gdLst>
                <a:gd name="T0" fmla="*/ 12 w 97"/>
                <a:gd name="T1" fmla="*/ 18 h 77"/>
                <a:gd name="T2" fmla="*/ 0 w 97"/>
                <a:gd name="T3" fmla="*/ 6 h 77"/>
                <a:gd name="T4" fmla="*/ 0 w 97"/>
                <a:gd name="T5" fmla="*/ 3 h 77"/>
                <a:gd name="T6" fmla="*/ 30 w 97"/>
                <a:gd name="T7" fmla="*/ 0 h 77"/>
                <a:gd name="T8" fmla="*/ 33 w 97"/>
                <a:gd name="T9" fmla="*/ 0 h 77"/>
                <a:gd name="T10" fmla="*/ 33 w 97"/>
                <a:gd name="T11" fmla="*/ 53 h 77"/>
                <a:gd name="T12" fmla="*/ 46 w 97"/>
                <a:gd name="T13" fmla="*/ 65 h 77"/>
                <a:gd name="T14" fmla="*/ 64 w 97"/>
                <a:gd name="T15" fmla="*/ 52 h 77"/>
                <a:gd name="T16" fmla="*/ 64 w 97"/>
                <a:gd name="T17" fmla="*/ 17 h 77"/>
                <a:gd name="T18" fmla="*/ 53 w 97"/>
                <a:gd name="T19" fmla="*/ 6 h 77"/>
                <a:gd name="T20" fmla="*/ 53 w 97"/>
                <a:gd name="T21" fmla="*/ 3 h 77"/>
                <a:gd name="T22" fmla="*/ 82 w 97"/>
                <a:gd name="T23" fmla="*/ 0 h 77"/>
                <a:gd name="T24" fmla="*/ 86 w 97"/>
                <a:gd name="T25" fmla="*/ 0 h 77"/>
                <a:gd name="T26" fmla="*/ 86 w 97"/>
                <a:gd name="T27" fmla="*/ 57 h 77"/>
                <a:gd name="T28" fmla="*/ 97 w 97"/>
                <a:gd name="T29" fmla="*/ 71 h 77"/>
                <a:gd name="T30" fmla="*/ 97 w 97"/>
                <a:gd name="T31" fmla="*/ 74 h 77"/>
                <a:gd name="T32" fmla="*/ 64 w 97"/>
                <a:gd name="T33" fmla="*/ 77 h 77"/>
                <a:gd name="T34" fmla="*/ 64 w 97"/>
                <a:gd name="T35" fmla="*/ 60 h 77"/>
                <a:gd name="T36" fmla="*/ 64 w 97"/>
                <a:gd name="T37" fmla="*/ 60 h 77"/>
                <a:gd name="T38" fmla="*/ 35 w 97"/>
                <a:gd name="T39" fmla="*/ 77 h 77"/>
                <a:gd name="T40" fmla="*/ 12 w 97"/>
                <a:gd name="T41" fmla="*/ 55 h 77"/>
                <a:gd name="T42" fmla="*/ 12 w 97"/>
                <a:gd name="T43" fmla="*/ 18 h 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97" h="77">
                  <a:moveTo>
                    <a:pt x="12" y="18"/>
                  </a:moveTo>
                  <a:cubicBezTo>
                    <a:pt x="12" y="10"/>
                    <a:pt x="9" y="7"/>
                    <a:pt x="0" y="6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30" y="0"/>
                    <a:pt x="30" y="0"/>
                    <a:pt x="30" y="0"/>
                  </a:cubicBezTo>
                  <a:cubicBezTo>
                    <a:pt x="33" y="0"/>
                    <a:pt x="33" y="0"/>
                    <a:pt x="33" y="0"/>
                  </a:cubicBezTo>
                  <a:cubicBezTo>
                    <a:pt x="33" y="53"/>
                    <a:pt x="33" y="53"/>
                    <a:pt x="33" y="53"/>
                  </a:cubicBezTo>
                  <a:cubicBezTo>
                    <a:pt x="33" y="61"/>
                    <a:pt x="39" y="65"/>
                    <a:pt x="46" y="65"/>
                  </a:cubicBezTo>
                  <a:cubicBezTo>
                    <a:pt x="54" y="65"/>
                    <a:pt x="58" y="62"/>
                    <a:pt x="64" y="52"/>
                  </a:cubicBezTo>
                  <a:cubicBezTo>
                    <a:pt x="64" y="17"/>
                    <a:pt x="64" y="17"/>
                    <a:pt x="64" y="17"/>
                  </a:cubicBezTo>
                  <a:cubicBezTo>
                    <a:pt x="64" y="11"/>
                    <a:pt x="60" y="7"/>
                    <a:pt x="53" y="6"/>
                  </a:cubicBezTo>
                  <a:cubicBezTo>
                    <a:pt x="53" y="3"/>
                    <a:pt x="53" y="3"/>
                    <a:pt x="53" y="3"/>
                  </a:cubicBezTo>
                  <a:cubicBezTo>
                    <a:pt x="82" y="0"/>
                    <a:pt x="82" y="0"/>
                    <a:pt x="82" y="0"/>
                  </a:cubicBezTo>
                  <a:cubicBezTo>
                    <a:pt x="86" y="0"/>
                    <a:pt x="86" y="0"/>
                    <a:pt x="86" y="0"/>
                  </a:cubicBezTo>
                  <a:cubicBezTo>
                    <a:pt x="86" y="57"/>
                    <a:pt x="86" y="57"/>
                    <a:pt x="86" y="57"/>
                  </a:cubicBezTo>
                  <a:cubicBezTo>
                    <a:pt x="86" y="66"/>
                    <a:pt x="88" y="69"/>
                    <a:pt x="97" y="71"/>
                  </a:cubicBezTo>
                  <a:cubicBezTo>
                    <a:pt x="97" y="74"/>
                    <a:pt x="97" y="74"/>
                    <a:pt x="97" y="74"/>
                  </a:cubicBezTo>
                  <a:cubicBezTo>
                    <a:pt x="64" y="77"/>
                    <a:pt x="64" y="77"/>
                    <a:pt x="64" y="77"/>
                  </a:cubicBezTo>
                  <a:cubicBezTo>
                    <a:pt x="64" y="60"/>
                    <a:pt x="64" y="60"/>
                    <a:pt x="64" y="60"/>
                  </a:cubicBezTo>
                  <a:cubicBezTo>
                    <a:pt x="64" y="60"/>
                    <a:pt x="64" y="60"/>
                    <a:pt x="64" y="60"/>
                  </a:cubicBezTo>
                  <a:cubicBezTo>
                    <a:pt x="56" y="72"/>
                    <a:pt x="47" y="77"/>
                    <a:pt x="35" y="77"/>
                  </a:cubicBezTo>
                  <a:cubicBezTo>
                    <a:pt x="21" y="77"/>
                    <a:pt x="12" y="69"/>
                    <a:pt x="12" y="55"/>
                  </a:cubicBezTo>
                  <a:lnTo>
                    <a:pt x="12" y="18"/>
                  </a:lnTo>
                  <a:close/>
                </a:path>
              </a:pathLst>
            </a:custGeom>
            <a:solidFill>
              <a:srgbClr val="1A144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7" name="Freeform 65"/>
            <p:cNvSpPr>
              <a:spLocks noEditPoints="1"/>
            </p:cNvSpPr>
            <p:nvPr/>
          </p:nvSpPr>
          <p:spPr bwMode="gray">
            <a:xfrm>
              <a:off x="8183563" y="3297238"/>
              <a:ext cx="304800" cy="290513"/>
            </a:xfrm>
            <a:custGeom>
              <a:avLst/>
              <a:gdLst>
                <a:gd name="T0" fmla="*/ 46 w 81"/>
                <a:gd name="T1" fmla="*/ 62 h 77"/>
                <a:gd name="T2" fmla="*/ 33 w 81"/>
                <a:gd name="T3" fmla="*/ 69 h 77"/>
                <a:gd name="T4" fmla="*/ 23 w 81"/>
                <a:gd name="T5" fmla="*/ 56 h 77"/>
                <a:gd name="T6" fmla="*/ 46 w 81"/>
                <a:gd name="T7" fmla="*/ 35 h 77"/>
                <a:gd name="T8" fmla="*/ 46 w 81"/>
                <a:gd name="T9" fmla="*/ 62 h 77"/>
                <a:gd name="T10" fmla="*/ 68 w 81"/>
                <a:gd name="T11" fmla="*/ 27 h 77"/>
                <a:gd name="T12" fmla="*/ 36 w 81"/>
                <a:gd name="T13" fmla="*/ 0 h 77"/>
                <a:gd name="T14" fmla="*/ 4 w 81"/>
                <a:gd name="T15" fmla="*/ 24 h 77"/>
                <a:gd name="T16" fmla="*/ 7 w 81"/>
                <a:gd name="T17" fmla="*/ 24 h 77"/>
                <a:gd name="T18" fmla="*/ 28 w 81"/>
                <a:gd name="T19" fmla="*/ 12 h 77"/>
                <a:gd name="T20" fmla="*/ 46 w 81"/>
                <a:gd name="T21" fmla="*/ 31 h 77"/>
                <a:gd name="T22" fmla="*/ 0 w 81"/>
                <a:gd name="T23" fmla="*/ 58 h 77"/>
                <a:gd name="T24" fmla="*/ 22 w 81"/>
                <a:gd name="T25" fmla="*/ 77 h 77"/>
                <a:gd name="T26" fmla="*/ 44 w 81"/>
                <a:gd name="T27" fmla="*/ 69 h 77"/>
                <a:gd name="T28" fmla="*/ 46 w 81"/>
                <a:gd name="T29" fmla="*/ 67 h 77"/>
                <a:gd name="T30" fmla="*/ 63 w 81"/>
                <a:gd name="T31" fmla="*/ 77 h 77"/>
                <a:gd name="T32" fmla="*/ 81 w 81"/>
                <a:gd name="T33" fmla="*/ 63 h 77"/>
                <a:gd name="T34" fmla="*/ 78 w 81"/>
                <a:gd name="T35" fmla="*/ 63 h 77"/>
                <a:gd name="T36" fmla="*/ 72 w 81"/>
                <a:gd name="T37" fmla="*/ 70 h 77"/>
                <a:gd name="T38" fmla="*/ 68 w 81"/>
                <a:gd name="T39" fmla="*/ 60 h 77"/>
                <a:gd name="T40" fmla="*/ 68 w 81"/>
                <a:gd name="T41" fmla="*/ 27 h 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81" h="77">
                  <a:moveTo>
                    <a:pt x="46" y="62"/>
                  </a:moveTo>
                  <a:cubicBezTo>
                    <a:pt x="41" y="67"/>
                    <a:pt x="37" y="69"/>
                    <a:pt x="33" y="69"/>
                  </a:cubicBezTo>
                  <a:cubicBezTo>
                    <a:pt x="27" y="69"/>
                    <a:pt x="23" y="64"/>
                    <a:pt x="23" y="56"/>
                  </a:cubicBezTo>
                  <a:cubicBezTo>
                    <a:pt x="23" y="47"/>
                    <a:pt x="28" y="42"/>
                    <a:pt x="46" y="35"/>
                  </a:cubicBezTo>
                  <a:lnTo>
                    <a:pt x="46" y="62"/>
                  </a:lnTo>
                  <a:close/>
                  <a:moveTo>
                    <a:pt x="68" y="27"/>
                  </a:moveTo>
                  <a:cubicBezTo>
                    <a:pt x="68" y="7"/>
                    <a:pt x="52" y="0"/>
                    <a:pt x="36" y="0"/>
                  </a:cubicBezTo>
                  <a:cubicBezTo>
                    <a:pt x="19" y="0"/>
                    <a:pt x="8" y="9"/>
                    <a:pt x="4" y="24"/>
                  </a:cubicBezTo>
                  <a:cubicBezTo>
                    <a:pt x="7" y="24"/>
                    <a:pt x="7" y="24"/>
                    <a:pt x="7" y="24"/>
                  </a:cubicBezTo>
                  <a:cubicBezTo>
                    <a:pt x="12" y="16"/>
                    <a:pt x="19" y="12"/>
                    <a:pt x="28" y="12"/>
                  </a:cubicBezTo>
                  <a:cubicBezTo>
                    <a:pt x="41" y="12"/>
                    <a:pt x="46" y="18"/>
                    <a:pt x="46" y="31"/>
                  </a:cubicBezTo>
                  <a:cubicBezTo>
                    <a:pt x="29" y="37"/>
                    <a:pt x="0" y="39"/>
                    <a:pt x="0" y="58"/>
                  </a:cubicBezTo>
                  <a:cubicBezTo>
                    <a:pt x="0" y="69"/>
                    <a:pt x="10" y="77"/>
                    <a:pt x="22" y="77"/>
                  </a:cubicBezTo>
                  <a:cubicBezTo>
                    <a:pt x="31" y="77"/>
                    <a:pt x="37" y="75"/>
                    <a:pt x="44" y="69"/>
                  </a:cubicBezTo>
                  <a:cubicBezTo>
                    <a:pt x="46" y="67"/>
                    <a:pt x="46" y="67"/>
                    <a:pt x="46" y="67"/>
                  </a:cubicBezTo>
                  <a:cubicBezTo>
                    <a:pt x="50" y="74"/>
                    <a:pt x="55" y="77"/>
                    <a:pt x="63" y="77"/>
                  </a:cubicBezTo>
                  <a:cubicBezTo>
                    <a:pt x="74" y="77"/>
                    <a:pt x="80" y="72"/>
                    <a:pt x="81" y="63"/>
                  </a:cubicBezTo>
                  <a:cubicBezTo>
                    <a:pt x="78" y="63"/>
                    <a:pt x="78" y="63"/>
                    <a:pt x="78" y="63"/>
                  </a:cubicBezTo>
                  <a:cubicBezTo>
                    <a:pt x="77" y="68"/>
                    <a:pt x="75" y="70"/>
                    <a:pt x="72" y="70"/>
                  </a:cubicBezTo>
                  <a:cubicBezTo>
                    <a:pt x="69" y="70"/>
                    <a:pt x="68" y="67"/>
                    <a:pt x="68" y="60"/>
                  </a:cubicBezTo>
                  <a:lnTo>
                    <a:pt x="68" y="27"/>
                  </a:lnTo>
                  <a:close/>
                </a:path>
              </a:pathLst>
            </a:custGeom>
            <a:solidFill>
              <a:srgbClr val="1A144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8" name="Freeform 66"/>
            <p:cNvSpPr>
              <a:spLocks/>
            </p:cNvSpPr>
            <p:nvPr/>
          </p:nvSpPr>
          <p:spPr bwMode="gray">
            <a:xfrm>
              <a:off x="8491538" y="3125788"/>
              <a:ext cx="180975" cy="450850"/>
            </a:xfrm>
            <a:custGeom>
              <a:avLst/>
              <a:gdLst>
                <a:gd name="T0" fmla="*/ 14 w 48"/>
                <a:gd name="T1" fmla="*/ 20 h 119"/>
                <a:gd name="T2" fmla="*/ 0 w 48"/>
                <a:gd name="T3" fmla="*/ 6 h 119"/>
                <a:gd name="T4" fmla="*/ 0 w 48"/>
                <a:gd name="T5" fmla="*/ 3 h 119"/>
                <a:gd name="T6" fmla="*/ 32 w 48"/>
                <a:gd name="T7" fmla="*/ 0 h 119"/>
                <a:gd name="T8" fmla="*/ 35 w 48"/>
                <a:gd name="T9" fmla="*/ 0 h 119"/>
                <a:gd name="T10" fmla="*/ 35 w 48"/>
                <a:gd name="T11" fmla="*/ 102 h 119"/>
                <a:gd name="T12" fmla="*/ 48 w 48"/>
                <a:gd name="T13" fmla="*/ 116 h 119"/>
                <a:gd name="T14" fmla="*/ 48 w 48"/>
                <a:gd name="T15" fmla="*/ 119 h 119"/>
                <a:gd name="T16" fmla="*/ 0 w 48"/>
                <a:gd name="T17" fmla="*/ 119 h 119"/>
                <a:gd name="T18" fmla="*/ 0 w 48"/>
                <a:gd name="T19" fmla="*/ 116 h 119"/>
                <a:gd name="T20" fmla="*/ 14 w 48"/>
                <a:gd name="T21" fmla="*/ 102 h 119"/>
                <a:gd name="T22" fmla="*/ 14 w 48"/>
                <a:gd name="T23" fmla="*/ 20 h 1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48" h="119">
                  <a:moveTo>
                    <a:pt x="14" y="20"/>
                  </a:moveTo>
                  <a:cubicBezTo>
                    <a:pt x="14" y="10"/>
                    <a:pt x="10" y="6"/>
                    <a:pt x="0" y="6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32" y="0"/>
                    <a:pt x="32" y="0"/>
                    <a:pt x="32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35" y="102"/>
                    <a:pt x="35" y="102"/>
                    <a:pt x="35" y="102"/>
                  </a:cubicBezTo>
                  <a:cubicBezTo>
                    <a:pt x="35" y="111"/>
                    <a:pt x="37" y="114"/>
                    <a:pt x="48" y="116"/>
                  </a:cubicBezTo>
                  <a:cubicBezTo>
                    <a:pt x="48" y="119"/>
                    <a:pt x="48" y="119"/>
                    <a:pt x="48" y="119"/>
                  </a:cubicBezTo>
                  <a:cubicBezTo>
                    <a:pt x="0" y="119"/>
                    <a:pt x="0" y="119"/>
                    <a:pt x="0" y="119"/>
                  </a:cubicBezTo>
                  <a:cubicBezTo>
                    <a:pt x="0" y="116"/>
                    <a:pt x="0" y="116"/>
                    <a:pt x="0" y="116"/>
                  </a:cubicBezTo>
                  <a:cubicBezTo>
                    <a:pt x="11" y="114"/>
                    <a:pt x="14" y="111"/>
                    <a:pt x="14" y="102"/>
                  </a:cubicBezTo>
                  <a:lnTo>
                    <a:pt x="14" y="20"/>
                  </a:lnTo>
                  <a:close/>
                </a:path>
              </a:pathLst>
            </a:custGeom>
            <a:solidFill>
              <a:srgbClr val="1A144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9" name="Freeform 67"/>
            <p:cNvSpPr>
              <a:spLocks/>
            </p:cNvSpPr>
            <p:nvPr/>
          </p:nvSpPr>
          <p:spPr bwMode="gray">
            <a:xfrm>
              <a:off x="3387726" y="2736850"/>
              <a:ext cx="981075" cy="1308100"/>
            </a:xfrm>
            <a:custGeom>
              <a:avLst/>
              <a:gdLst>
                <a:gd name="T0" fmla="*/ 258 w 261"/>
                <a:gd name="T1" fmla="*/ 146 h 346"/>
                <a:gd name="T2" fmla="*/ 215 w 261"/>
                <a:gd name="T3" fmla="*/ 141 h 346"/>
                <a:gd name="T4" fmla="*/ 226 w 261"/>
                <a:gd name="T5" fmla="*/ 107 h 346"/>
                <a:gd name="T6" fmla="*/ 203 w 261"/>
                <a:gd name="T7" fmla="*/ 125 h 346"/>
                <a:gd name="T8" fmla="*/ 164 w 261"/>
                <a:gd name="T9" fmla="*/ 101 h 346"/>
                <a:gd name="T10" fmla="*/ 156 w 261"/>
                <a:gd name="T11" fmla="*/ 75 h 346"/>
                <a:gd name="T12" fmla="*/ 150 w 261"/>
                <a:gd name="T13" fmla="*/ 98 h 346"/>
                <a:gd name="T14" fmla="*/ 98 w 261"/>
                <a:gd name="T15" fmla="*/ 105 h 346"/>
                <a:gd name="T16" fmla="*/ 82 w 261"/>
                <a:gd name="T17" fmla="*/ 115 h 346"/>
                <a:gd name="T18" fmla="*/ 82 w 261"/>
                <a:gd name="T19" fmla="*/ 79 h 346"/>
                <a:gd name="T20" fmla="*/ 78 w 261"/>
                <a:gd name="T21" fmla="*/ 53 h 346"/>
                <a:gd name="T22" fmla="*/ 76 w 261"/>
                <a:gd name="T23" fmla="*/ 45 h 346"/>
                <a:gd name="T24" fmla="*/ 71 w 261"/>
                <a:gd name="T25" fmla="*/ 42 h 346"/>
                <a:gd name="T26" fmla="*/ 98 w 261"/>
                <a:gd name="T27" fmla="*/ 16 h 346"/>
                <a:gd name="T28" fmla="*/ 83 w 261"/>
                <a:gd name="T29" fmla="*/ 9 h 346"/>
                <a:gd name="T30" fmla="*/ 68 w 261"/>
                <a:gd name="T31" fmla="*/ 0 h 346"/>
                <a:gd name="T32" fmla="*/ 40 w 261"/>
                <a:gd name="T33" fmla="*/ 3 h 346"/>
                <a:gd name="T34" fmla="*/ 19 w 261"/>
                <a:gd name="T35" fmla="*/ 40 h 346"/>
                <a:gd name="T36" fmla="*/ 6 w 261"/>
                <a:gd name="T37" fmla="*/ 45 h 346"/>
                <a:gd name="T38" fmla="*/ 1 w 261"/>
                <a:gd name="T39" fmla="*/ 69 h 346"/>
                <a:gd name="T40" fmla="*/ 13 w 261"/>
                <a:gd name="T41" fmla="*/ 99 h 346"/>
                <a:gd name="T42" fmla="*/ 16 w 261"/>
                <a:gd name="T43" fmla="*/ 108 h 346"/>
                <a:gd name="T44" fmla="*/ 24 w 261"/>
                <a:gd name="T45" fmla="*/ 124 h 346"/>
                <a:gd name="T46" fmla="*/ 28 w 261"/>
                <a:gd name="T47" fmla="*/ 137 h 346"/>
                <a:gd name="T48" fmla="*/ 34 w 261"/>
                <a:gd name="T49" fmla="*/ 146 h 346"/>
                <a:gd name="T50" fmla="*/ 47 w 261"/>
                <a:gd name="T51" fmla="*/ 148 h 346"/>
                <a:gd name="T52" fmla="*/ 37 w 261"/>
                <a:gd name="T53" fmla="*/ 229 h 346"/>
                <a:gd name="T54" fmla="*/ 73 w 261"/>
                <a:gd name="T55" fmla="*/ 333 h 346"/>
                <a:gd name="T56" fmla="*/ 96 w 261"/>
                <a:gd name="T57" fmla="*/ 311 h 346"/>
                <a:gd name="T58" fmla="*/ 121 w 261"/>
                <a:gd name="T59" fmla="*/ 288 h 346"/>
                <a:gd name="T60" fmla="*/ 123 w 261"/>
                <a:gd name="T61" fmla="*/ 296 h 346"/>
                <a:gd name="T62" fmla="*/ 94 w 261"/>
                <a:gd name="T63" fmla="*/ 346 h 346"/>
                <a:gd name="T64" fmla="*/ 235 w 261"/>
                <a:gd name="T65" fmla="*/ 259 h 346"/>
                <a:gd name="T66" fmla="*/ 231 w 261"/>
                <a:gd name="T67" fmla="*/ 181 h 346"/>
                <a:gd name="T68" fmla="*/ 261 w 261"/>
                <a:gd name="T69" fmla="*/ 146 h 3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261" h="346">
                  <a:moveTo>
                    <a:pt x="261" y="146"/>
                  </a:moveTo>
                  <a:cubicBezTo>
                    <a:pt x="260" y="145"/>
                    <a:pt x="258" y="146"/>
                    <a:pt x="258" y="146"/>
                  </a:cubicBezTo>
                  <a:cubicBezTo>
                    <a:pt x="224" y="158"/>
                    <a:pt x="224" y="158"/>
                    <a:pt x="224" y="158"/>
                  </a:cubicBezTo>
                  <a:cubicBezTo>
                    <a:pt x="222" y="152"/>
                    <a:pt x="219" y="146"/>
                    <a:pt x="215" y="141"/>
                  </a:cubicBezTo>
                  <a:cubicBezTo>
                    <a:pt x="226" y="111"/>
                    <a:pt x="226" y="111"/>
                    <a:pt x="226" y="111"/>
                  </a:cubicBezTo>
                  <a:cubicBezTo>
                    <a:pt x="226" y="111"/>
                    <a:pt x="227" y="108"/>
                    <a:pt x="226" y="107"/>
                  </a:cubicBezTo>
                  <a:cubicBezTo>
                    <a:pt x="225" y="107"/>
                    <a:pt x="223" y="109"/>
                    <a:pt x="223" y="109"/>
                  </a:cubicBezTo>
                  <a:cubicBezTo>
                    <a:pt x="203" y="125"/>
                    <a:pt x="203" y="125"/>
                    <a:pt x="203" y="125"/>
                  </a:cubicBezTo>
                  <a:cubicBezTo>
                    <a:pt x="196" y="117"/>
                    <a:pt x="187" y="110"/>
                    <a:pt x="176" y="105"/>
                  </a:cubicBezTo>
                  <a:cubicBezTo>
                    <a:pt x="173" y="104"/>
                    <a:pt x="169" y="102"/>
                    <a:pt x="164" y="101"/>
                  </a:cubicBezTo>
                  <a:cubicBezTo>
                    <a:pt x="158" y="78"/>
                    <a:pt x="158" y="78"/>
                    <a:pt x="158" y="78"/>
                  </a:cubicBezTo>
                  <a:cubicBezTo>
                    <a:pt x="158" y="78"/>
                    <a:pt x="158" y="75"/>
                    <a:pt x="156" y="75"/>
                  </a:cubicBezTo>
                  <a:cubicBezTo>
                    <a:pt x="155" y="75"/>
                    <a:pt x="154" y="77"/>
                    <a:pt x="154" y="77"/>
                  </a:cubicBezTo>
                  <a:cubicBezTo>
                    <a:pt x="150" y="98"/>
                    <a:pt x="150" y="98"/>
                    <a:pt x="150" y="98"/>
                  </a:cubicBezTo>
                  <a:cubicBezTo>
                    <a:pt x="146" y="98"/>
                    <a:pt x="142" y="97"/>
                    <a:pt x="137" y="97"/>
                  </a:cubicBezTo>
                  <a:cubicBezTo>
                    <a:pt x="122" y="97"/>
                    <a:pt x="109" y="100"/>
                    <a:pt x="98" y="105"/>
                  </a:cubicBezTo>
                  <a:cubicBezTo>
                    <a:pt x="93" y="107"/>
                    <a:pt x="89" y="110"/>
                    <a:pt x="84" y="113"/>
                  </a:cubicBezTo>
                  <a:cubicBezTo>
                    <a:pt x="84" y="113"/>
                    <a:pt x="83" y="114"/>
                    <a:pt x="82" y="115"/>
                  </a:cubicBezTo>
                  <a:cubicBezTo>
                    <a:pt x="78" y="104"/>
                    <a:pt x="75" y="96"/>
                    <a:pt x="74" y="93"/>
                  </a:cubicBezTo>
                  <a:cubicBezTo>
                    <a:pt x="77" y="91"/>
                    <a:pt x="81" y="84"/>
                    <a:pt x="82" y="79"/>
                  </a:cubicBezTo>
                  <a:cubicBezTo>
                    <a:pt x="84" y="72"/>
                    <a:pt x="84" y="68"/>
                    <a:pt x="82" y="63"/>
                  </a:cubicBezTo>
                  <a:cubicBezTo>
                    <a:pt x="81" y="59"/>
                    <a:pt x="78" y="55"/>
                    <a:pt x="78" y="53"/>
                  </a:cubicBezTo>
                  <a:cubicBezTo>
                    <a:pt x="79" y="51"/>
                    <a:pt x="79" y="50"/>
                    <a:pt x="80" y="49"/>
                  </a:cubicBezTo>
                  <a:cubicBezTo>
                    <a:pt x="80" y="46"/>
                    <a:pt x="78" y="45"/>
                    <a:pt x="76" y="45"/>
                  </a:cubicBezTo>
                  <a:cubicBezTo>
                    <a:pt x="74" y="45"/>
                    <a:pt x="73" y="45"/>
                    <a:pt x="71" y="45"/>
                  </a:cubicBezTo>
                  <a:cubicBezTo>
                    <a:pt x="71" y="45"/>
                    <a:pt x="70" y="45"/>
                    <a:pt x="71" y="42"/>
                  </a:cubicBezTo>
                  <a:cubicBezTo>
                    <a:pt x="72" y="38"/>
                    <a:pt x="79" y="36"/>
                    <a:pt x="86" y="34"/>
                  </a:cubicBezTo>
                  <a:cubicBezTo>
                    <a:pt x="94" y="31"/>
                    <a:pt x="98" y="25"/>
                    <a:pt x="98" y="16"/>
                  </a:cubicBezTo>
                  <a:cubicBezTo>
                    <a:pt x="99" y="9"/>
                    <a:pt x="95" y="4"/>
                    <a:pt x="90" y="2"/>
                  </a:cubicBezTo>
                  <a:cubicBezTo>
                    <a:pt x="89" y="4"/>
                    <a:pt x="85" y="8"/>
                    <a:pt x="83" y="9"/>
                  </a:cubicBezTo>
                  <a:cubicBezTo>
                    <a:pt x="80" y="11"/>
                    <a:pt x="76" y="11"/>
                    <a:pt x="74" y="11"/>
                  </a:cubicBezTo>
                  <a:cubicBezTo>
                    <a:pt x="74" y="6"/>
                    <a:pt x="72" y="2"/>
                    <a:pt x="68" y="0"/>
                  </a:cubicBezTo>
                  <a:cubicBezTo>
                    <a:pt x="67" y="2"/>
                    <a:pt x="63" y="5"/>
                    <a:pt x="56" y="5"/>
                  </a:cubicBezTo>
                  <a:cubicBezTo>
                    <a:pt x="50" y="5"/>
                    <a:pt x="49" y="3"/>
                    <a:pt x="40" y="3"/>
                  </a:cubicBezTo>
                  <a:cubicBezTo>
                    <a:pt x="27" y="3"/>
                    <a:pt x="16" y="11"/>
                    <a:pt x="15" y="23"/>
                  </a:cubicBezTo>
                  <a:cubicBezTo>
                    <a:pt x="14" y="30"/>
                    <a:pt x="17" y="36"/>
                    <a:pt x="19" y="40"/>
                  </a:cubicBezTo>
                  <a:cubicBezTo>
                    <a:pt x="17" y="41"/>
                    <a:pt x="14" y="45"/>
                    <a:pt x="13" y="46"/>
                  </a:cubicBezTo>
                  <a:cubicBezTo>
                    <a:pt x="12" y="45"/>
                    <a:pt x="9" y="43"/>
                    <a:pt x="6" y="45"/>
                  </a:cubicBezTo>
                  <a:cubicBezTo>
                    <a:pt x="7" y="47"/>
                    <a:pt x="7" y="49"/>
                    <a:pt x="7" y="51"/>
                  </a:cubicBezTo>
                  <a:cubicBezTo>
                    <a:pt x="6" y="53"/>
                    <a:pt x="1" y="62"/>
                    <a:pt x="1" y="69"/>
                  </a:cubicBezTo>
                  <a:cubicBezTo>
                    <a:pt x="0" y="82"/>
                    <a:pt x="7" y="91"/>
                    <a:pt x="13" y="93"/>
                  </a:cubicBezTo>
                  <a:cubicBezTo>
                    <a:pt x="12" y="95"/>
                    <a:pt x="12" y="97"/>
                    <a:pt x="13" y="99"/>
                  </a:cubicBezTo>
                  <a:cubicBezTo>
                    <a:pt x="13" y="100"/>
                    <a:pt x="14" y="101"/>
                    <a:pt x="17" y="101"/>
                  </a:cubicBezTo>
                  <a:cubicBezTo>
                    <a:pt x="16" y="103"/>
                    <a:pt x="15" y="105"/>
                    <a:pt x="16" y="108"/>
                  </a:cubicBezTo>
                  <a:cubicBezTo>
                    <a:pt x="17" y="111"/>
                    <a:pt x="20" y="115"/>
                    <a:pt x="23" y="115"/>
                  </a:cubicBezTo>
                  <a:cubicBezTo>
                    <a:pt x="23" y="117"/>
                    <a:pt x="24" y="122"/>
                    <a:pt x="24" y="124"/>
                  </a:cubicBezTo>
                  <a:cubicBezTo>
                    <a:pt x="23" y="126"/>
                    <a:pt x="22" y="128"/>
                    <a:pt x="23" y="131"/>
                  </a:cubicBezTo>
                  <a:cubicBezTo>
                    <a:pt x="23" y="134"/>
                    <a:pt x="25" y="137"/>
                    <a:pt x="28" y="137"/>
                  </a:cubicBezTo>
                  <a:cubicBezTo>
                    <a:pt x="28" y="139"/>
                    <a:pt x="29" y="141"/>
                    <a:pt x="30" y="142"/>
                  </a:cubicBezTo>
                  <a:cubicBezTo>
                    <a:pt x="31" y="143"/>
                    <a:pt x="32" y="144"/>
                    <a:pt x="34" y="146"/>
                  </a:cubicBezTo>
                  <a:cubicBezTo>
                    <a:pt x="36" y="147"/>
                    <a:pt x="38" y="148"/>
                    <a:pt x="41" y="148"/>
                  </a:cubicBezTo>
                  <a:cubicBezTo>
                    <a:pt x="43" y="148"/>
                    <a:pt x="46" y="148"/>
                    <a:pt x="47" y="148"/>
                  </a:cubicBezTo>
                  <a:cubicBezTo>
                    <a:pt x="47" y="149"/>
                    <a:pt x="47" y="156"/>
                    <a:pt x="48" y="164"/>
                  </a:cubicBezTo>
                  <a:cubicBezTo>
                    <a:pt x="41" y="183"/>
                    <a:pt x="37" y="205"/>
                    <a:pt x="37" y="229"/>
                  </a:cubicBezTo>
                  <a:cubicBezTo>
                    <a:pt x="37" y="229"/>
                    <a:pt x="37" y="229"/>
                    <a:pt x="37" y="229"/>
                  </a:cubicBezTo>
                  <a:cubicBezTo>
                    <a:pt x="37" y="271"/>
                    <a:pt x="50" y="309"/>
                    <a:pt x="73" y="333"/>
                  </a:cubicBezTo>
                  <a:cubicBezTo>
                    <a:pt x="73" y="333"/>
                    <a:pt x="74" y="335"/>
                    <a:pt x="78" y="338"/>
                  </a:cubicBezTo>
                  <a:cubicBezTo>
                    <a:pt x="78" y="338"/>
                    <a:pt x="85" y="325"/>
                    <a:pt x="96" y="311"/>
                  </a:cubicBezTo>
                  <a:cubicBezTo>
                    <a:pt x="99" y="308"/>
                    <a:pt x="102" y="304"/>
                    <a:pt x="105" y="301"/>
                  </a:cubicBezTo>
                  <a:cubicBezTo>
                    <a:pt x="111" y="296"/>
                    <a:pt x="116" y="292"/>
                    <a:pt x="121" y="288"/>
                  </a:cubicBezTo>
                  <a:cubicBezTo>
                    <a:pt x="135" y="278"/>
                    <a:pt x="152" y="271"/>
                    <a:pt x="167" y="268"/>
                  </a:cubicBezTo>
                  <a:cubicBezTo>
                    <a:pt x="150" y="277"/>
                    <a:pt x="140" y="282"/>
                    <a:pt x="123" y="296"/>
                  </a:cubicBezTo>
                  <a:cubicBezTo>
                    <a:pt x="113" y="305"/>
                    <a:pt x="96" y="320"/>
                    <a:pt x="85" y="342"/>
                  </a:cubicBezTo>
                  <a:cubicBezTo>
                    <a:pt x="87" y="344"/>
                    <a:pt x="91" y="346"/>
                    <a:pt x="94" y="346"/>
                  </a:cubicBezTo>
                  <a:cubicBezTo>
                    <a:pt x="97" y="343"/>
                    <a:pt x="109" y="321"/>
                    <a:pt x="128" y="303"/>
                  </a:cubicBezTo>
                  <a:cubicBezTo>
                    <a:pt x="166" y="267"/>
                    <a:pt x="211" y="259"/>
                    <a:pt x="235" y="259"/>
                  </a:cubicBezTo>
                  <a:cubicBezTo>
                    <a:pt x="236" y="249"/>
                    <a:pt x="237" y="239"/>
                    <a:pt x="237" y="229"/>
                  </a:cubicBezTo>
                  <a:cubicBezTo>
                    <a:pt x="237" y="212"/>
                    <a:pt x="235" y="195"/>
                    <a:pt x="231" y="181"/>
                  </a:cubicBezTo>
                  <a:cubicBezTo>
                    <a:pt x="259" y="149"/>
                    <a:pt x="259" y="149"/>
                    <a:pt x="259" y="149"/>
                  </a:cubicBezTo>
                  <a:cubicBezTo>
                    <a:pt x="259" y="149"/>
                    <a:pt x="261" y="147"/>
                    <a:pt x="261" y="146"/>
                  </a:cubicBezTo>
                </a:path>
              </a:pathLst>
            </a:custGeom>
            <a:solidFill>
              <a:srgbClr val="1A144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0" name="Freeform 68"/>
            <p:cNvSpPr>
              <a:spLocks/>
            </p:cNvSpPr>
            <p:nvPr/>
          </p:nvSpPr>
          <p:spPr bwMode="gray">
            <a:xfrm>
              <a:off x="3505201" y="3119438"/>
              <a:ext cx="82550" cy="117475"/>
            </a:xfrm>
            <a:custGeom>
              <a:avLst/>
              <a:gdLst>
                <a:gd name="T0" fmla="*/ 20 w 22"/>
                <a:gd name="T1" fmla="*/ 31 h 31"/>
                <a:gd name="T2" fmla="*/ 11 w 22"/>
                <a:gd name="T3" fmla="*/ 28 h 31"/>
                <a:gd name="T4" fmla="*/ 1 w 22"/>
                <a:gd name="T5" fmla="*/ 31 h 31"/>
                <a:gd name="T6" fmla="*/ 0 w 22"/>
                <a:gd name="T7" fmla="*/ 26 h 31"/>
                <a:gd name="T8" fmla="*/ 2 w 22"/>
                <a:gd name="T9" fmla="*/ 24 h 31"/>
                <a:gd name="T10" fmla="*/ 1 w 22"/>
                <a:gd name="T11" fmla="*/ 6 h 31"/>
                <a:gd name="T12" fmla="*/ 8 w 22"/>
                <a:gd name="T13" fmla="*/ 2 h 31"/>
                <a:gd name="T14" fmla="*/ 10 w 22"/>
                <a:gd name="T15" fmla="*/ 0 h 31"/>
                <a:gd name="T16" fmla="*/ 17 w 22"/>
                <a:gd name="T17" fmla="*/ 7 h 31"/>
                <a:gd name="T18" fmla="*/ 19 w 22"/>
                <a:gd name="T19" fmla="*/ 15 h 31"/>
                <a:gd name="T20" fmla="*/ 19 w 22"/>
                <a:gd name="T21" fmla="*/ 25 h 31"/>
                <a:gd name="T22" fmla="*/ 21 w 22"/>
                <a:gd name="T23" fmla="*/ 28 h 31"/>
                <a:gd name="T24" fmla="*/ 20 w 22"/>
                <a:gd name="T25" fmla="*/ 31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2" h="31">
                  <a:moveTo>
                    <a:pt x="20" y="31"/>
                  </a:moveTo>
                  <a:cubicBezTo>
                    <a:pt x="19" y="30"/>
                    <a:pt x="14" y="28"/>
                    <a:pt x="11" y="28"/>
                  </a:cubicBezTo>
                  <a:cubicBezTo>
                    <a:pt x="7" y="28"/>
                    <a:pt x="4" y="29"/>
                    <a:pt x="1" y="31"/>
                  </a:cubicBezTo>
                  <a:cubicBezTo>
                    <a:pt x="0" y="30"/>
                    <a:pt x="0" y="28"/>
                    <a:pt x="0" y="26"/>
                  </a:cubicBezTo>
                  <a:cubicBezTo>
                    <a:pt x="1" y="25"/>
                    <a:pt x="2" y="24"/>
                    <a:pt x="2" y="24"/>
                  </a:cubicBezTo>
                  <a:cubicBezTo>
                    <a:pt x="1" y="6"/>
                    <a:pt x="1" y="6"/>
                    <a:pt x="1" y="6"/>
                  </a:cubicBezTo>
                  <a:cubicBezTo>
                    <a:pt x="1" y="6"/>
                    <a:pt x="6" y="3"/>
                    <a:pt x="8" y="2"/>
                  </a:cubicBezTo>
                  <a:cubicBezTo>
                    <a:pt x="9" y="2"/>
                    <a:pt x="10" y="1"/>
                    <a:pt x="10" y="0"/>
                  </a:cubicBezTo>
                  <a:cubicBezTo>
                    <a:pt x="12" y="1"/>
                    <a:pt x="15" y="4"/>
                    <a:pt x="17" y="7"/>
                  </a:cubicBezTo>
                  <a:cubicBezTo>
                    <a:pt x="18" y="9"/>
                    <a:pt x="19" y="12"/>
                    <a:pt x="19" y="15"/>
                  </a:cubicBezTo>
                  <a:cubicBezTo>
                    <a:pt x="20" y="18"/>
                    <a:pt x="20" y="21"/>
                    <a:pt x="19" y="25"/>
                  </a:cubicBezTo>
                  <a:cubicBezTo>
                    <a:pt x="20" y="25"/>
                    <a:pt x="21" y="26"/>
                    <a:pt x="21" y="28"/>
                  </a:cubicBezTo>
                  <a:cubicBezTo>
                    <a:pt x="22" y="29"/>
                    <a:pt x="21" y="30"/>
                    <a:pt x="20" y="31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1" name="Freeform 69"/>
            <p:cNvSpPr>
              <a:spLocks/>
            </p:cNvSpPr>
            <p:nvPr/>
          </p:nvSpPr>
          <p:spPr bwMode="gray">
            <a:xfrm>
              <a:off x="4165601" y="3319463"/>
              <a:ext cx="161925" cy="128588"/>
            </a:xfrm>
            <a:custGeom>
              <a:avLst/>
              <a:gdLst>
                <a:gd name="T0" fmla="*/ 7 w 43"/>
                <a:gd name="T1" fmla="*/ 34 h 34"/>
                <a:gd name="T2" fmla="*/ 0 w 43"/>
                <a:gd name="T3" fmla="*/ 19 h 34"/>
                <a:gd name="T4" fmla="*/ 43 w 43"/>
                <a:gd name="T5" fmla="*/ 0 h 34"/>
                <a:gd name="T6" fmla="*/ 7 w 43"/>
                <a:gd name="T7" fmla="*/ 34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3" h="34">
                  <a:moveTo>
                    <a:pt x="7" y="34"/>
                  </a:moveTo>
                  <a:cubicBezTo>
                    <a:pt x="7" y="30"/>
                    <a:pt x="3" y="21"/>
                    <a:pt x="0" y="19"/>
                  </a:cubicBezTo>
                  <a:cubicBezTo>
                    <a:pt x="43" y="0"/>
                    <a:pt x="43" y="0"/>
                    <a:pt x="43" y="0"/>
                  </a:cubicBezTo>
                  <a:lnTo>
                    <a:pt x="7" y="3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2" name="Freeform 70"/>
            <p:cNvSpPr>
              <a:spLocks/>
            </p:cNvSpPr>
            <p:nvPr/>
          </p:nvSpPr>
          <p:spPr bwMode="gray">
            <a:xfrm>
              <a:off x="3756026" y="3179763"/>
              <a:ext cx="136525" cy="166688"/>
            </a:xfrm>
            <a:custGeom>
              <a:avLst/>
              <a:gdLst>
                <a:gd name="T0" fmla="*/ 0 w 36"/>
                <a:gd name="T1" fmla="*/ 0 h 44"/>
                <a:gd name="T2" fmla="*/ 36 w 36"/>
                <a:gd name="T3" fmla="*/ 33 h 44"/>
                <a:gd name="T4" fmla="*/ 26 w 36"/>
                <a:gd name="T5" fmla="*/ 44 h 44"/>
                <a:gd name="T6" fmla="*/ 0 w 36"/>
                <a:gd name="T7" fmla="*/ 0 h 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44">
                  <a:moveTo>
                    <a:pt x="0" y="0"/>
                  </a:moveTo>
                  <a:cubicBezTo>
                    <a:pt x="36" y="33"/>
                    <a:pt x="36" y="33"/>
                    <a:pt x="36" y="33"/>
                  </a:cubicBezTo>
                  <a:cubicBezTo>
                    <a:pt x="32" y="35"/>
                    <a:pt x="27" y="40"/>
                    <a:pt x="26" y="44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3" name="Freeform 71"/>
            <p:cNvSpPr>
              <a:spLocks/>
            </p:cNvSpPr>
            <p:nvPr/>
          </p:nvSpPr>
          <p:spPr bwMode="gray">
            <a:xfrm>
              <a:off x="3783013" y="3398838"/>
              <a:ext cx="52388" cy="68263"/>
            </a:xfrm>
            <a:custGeom>
              <a:avLst/>
              <a:gdLst>
                <a:gd name="T0" fmla="*/ 14 w 14"/>
                <a:gd name="T1" fmla="*/ 7 h 18"/>
                <a:gd name="T2" fmla="*/ 12 w 14"/>
                <a:gd name="T3" fmla="*/ 12 h 18"/>
                <a:gd name="T4" fmla="*/ 12 w 14"/>
                <a:gd name="T5" fmla="*/ 18 h 18"/>
                <a:gd name="T6" fmla="*/ 1 w 14"/>
                <a:gd name="T7" fmla="*/ 10 h 18"/>
                <a:gd name="T8" fmla="*/ 0 w 14"/>
                <a:gd name="T9" fmla="*/ 1 h 18"/>
                <a:gd name="T10" fmla="*/ 0 w 14"/>
                <a:gd name="T11" fmla="*/ 0 h 18"/>
                <a:gd name="T12" fmla="*/ 14 w 14"/>
                <a:gd name="T13" fmla="*/ 7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4" h="18">
                  <a:moveTo>
                    <a:pt x="14" y="7"/>
                  </a:moveTo>
                  <a:cubicBezTo>
                    <a:pt x="13" y="9"/>
                    <a:pt x="12" y="10"/>
                    <a:pt x="12" y="12"/>
                  </a:cubicBezTo>
                  <a:cubicBezTo>
                    <a:pt x="11" y="15"/>
                    <a:pt x="12" y="16"/>
                    <a:pt x="12" y="18"/>
                  </a:cubicBezTo>
                  <a:cubicBezTo>
                    <a:pt x="1" y="10"/>
                    <a:pt x="1" y="10"/>
                    <a:pt x="1" y="10"/>
                  </a:cubicBezTo>
                  <a:cubicBezTo>
                    <a:pt x="1" y="8"/>
                    <a:pt x="0" y="3"/>
                    <a:pt x="0" y="1"/>
                  </a:cubicBezTo>
                  <a:cubicBezTo>
                    <a:pt x="0" y="1"/>
                    <a:pt x="0" y="1"/>
                    <a:pt x="0" y="0"/>
                  </a:cubicBezTo>
                  <a:lnTo>
                    <a:pt x="14" y="7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4" name="Freeform 72"/>
            <p:cNvSpPr>
              <a:spLocks/>
            </p:cNvSpPr>
            <p:nvPr/>
          </p:nvSpPr>
          <p:spPr bwMode="gray">
            <a:xfrm>
              <a:off x="3535363" y="3035300"/>
              <a:ext cx="247650" cy="601663"/>
            </a:xfrm>
            <a:custGeom>
              <a:avLst/>
              <a:gdLst>
                <a:gd name="T0" fmla="*/ 19 w 66"/>
                <a:gd name="T1" fmla="*/ 106 h 159"/>
                <a:gd name="T2" fmla="*/ 15 w 66"/>
                <a:gd name="T3" fmla="*/ 36 h 159"/>
                <a:gd name="T4" fmla="*/ 19 w 66"/>
                <a:gd name="T5" fmla="*/ 34 h 159"/>
                <a:gd name="T6" fmla="*/ 19 w 66"/>
                <a:gd name="T7" fmla="*/ 33 h 159"/>
                <a:gd name="T8" fmla="*/ 12 w 66"/>
                <a:gd name="T9" fmla="*/ 30 h 159"/>
                <a:gd name="T10" fmla="*/ 11 w 66"/>
                <a:gd name="T11" fmla="*/ 10 h 159"/>
                <a:gd name="T12" fmla="*/ 3 w 66"/>
                <a:gd name="T13" fmla="*/ 7 h 159"/>
                <a:gd name="T14" fmla="*/ 2 w 66"/>
                <a:gd name="T15" fmla="*/ 0 h 159"/>
                <a:gd name="T16" fmla="*/ 13 w 66"/>
                <a:gd name="T17" fmla="*/ 3 h 159"/>
                <a:gd name="T18" fmla="*/ 17 w 66"/>
                <a:gd name="T19" fmla="*/ 5 h 159"/>
                <a:gd name="T20" fmla="*/ 22 w 66"/>
                <a:gd name="T21" fmla="*/ 7 h 159"/>
                <a:gd name="T22" fmla="*/ 23 w 66"/>
                <a:gd name="T23" fmla="*/ 11 h 159"/>
                <a:gd name="T24" fmla="*/ 57 w 66"/>
                <a:gd name="T25" fmla="*/ 98 h 159"/>
                <a:gd name="T26" fmla="*/ 60 w 66"/>
                <a:gd name="T27" fmla="*/ 114 h 159"/>
                <a:gd name="T28" fmla="*/ 66 w 66"/>
                <a:gd name="T29" fmla="*/ 128 h 159"/>
                <a:gd name="T30" fmla="*/ 48 w 66"/>
                <a:gd name="T31" fmla="*/ 136 h 159"/>
                <a:gd name="T32" fmla="*/ 36 w 66"/>
                <a:gd name="T33" fmla="*/ 159 h 159"/>
                <a:gd name="T34" fmla="*/ 19 w 66"/>
                <a:gd name="T35" fmla="*/ 106 h 1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66" h="159">
                  <a:moveTo>
                    <a:pt x="19" y="106"/>
                  </a:moveTo>
                  <a:cubicBezTo>
                    <a:pt x="19" y="105"/>
                    <a:pt x="15" y="39"/>
                    <a:pt x="15" y="36"/>
                  </a:cubicBezTo>
                  <a:cubicBezTo>
                    <a:pt x="19" y="34"/>
                    <a:pt x="19" y="34"/>
                    <a:pt x="19" y="34"/>
                  </a:cubicBezTo>
                  <a:cubicBezTo>
                    <a:pt x="19" y="33"/>
                    <a:pt x="19" y="33"/>
                    <a:pt x="19" y="33"/>
                  </a:cubicBezTo>
                  <a:cubicBezTo>
                    <a:pt x="16" y="33"/>
                    <a:pt x="13" y="32"/>
                    <a:pt x="12" y="30"/>
                  </a:cubicBezTo>
                  <a:cubicBezTo>
                    <a:pt x="11" y="10"/>
                    <a:pt x="11" y="10"/>
                    <a:pt x="11" y="10"/>
                  </a:cubicBezTo>
                  <a:cubicBezTo>
                    <a:pt x="8" y="10"/>
                    <a:pt x="4" y="9"/>
                    <a:pt x="3" y="7"/>
                  </a:cubicBezTo>
                  <a:cubicBezTo>
                    <a:pt x="1" y="6"/>
                    <a:pt x="0" y="4"/>
                    <a:pt x="2" y="0"/>
                  </a:cubicBezTo>
                  <a:cubicBezTo>
                    <a:pt x="3" y="1"/>
                    <a:pt x="9" y="3"/>
                    <a:pt x="13" y="3"/>
                  </a:cubicBezTo>
                  <a:cubicBezTo>
                    <a:pt x="14" y="3"/>
                    <a:pt x="16" y="5"/>
                    <a:pt x="17" y="5"/>
                  </a:cubicBezTo>
                  <a:cubicBezTo>
                    <a:pt x="18" y="6"/>
                    <a:pt x="21" y="7"/>
                    <a:pt x="22" y="7"/>
                  </a:cubicBezTo>
                  <a:cubicBezTo>
                    <a:pt x="23" y="8"/>
                    <a:pt x="23" y="10"/>
                    <a:pt x="23" y="11"/>
                  </a:cubicBezTo>
                  <a:cubicBezTo>
                    <a:pt x="24" y="12"/>
                    <a:pt x="57" y="97"/>
                    <a:pt x="57" y="98"/>
                  </a:cubicBezTo>
                  <a:cubicBezTo>
                    <a:pt x="58" y="99"/>
                    <a:pt x="60" y="113"/>
                    <a:pt x="60" y="114"/>
                  </a:cubicBezTo>
                  <a:cubicBezTo>
                    <a:pt x="60" y="115"/>
                    <a:pt x="65" y="127"/>
                    <a:pt x="66" y="128"/>
                  </a:cubicBezTo>
                  <a:cubicBezTo>
                    <a:pt x="61" y="128"/>
                    <a:pt x="54" y="130"/>
                    <a:pt x="48" y="136"/>
                  </a:cubicBezTo>
                  <a:cubicBezTo>
                    <a:pt x="43" y="141"/>
                    <a:pt x="38" y="154"/>
                    <a:pt x="36" y="159"/>
                  </a:cubicBezTo>
                  <a:cubicBezTo>
                    <a:pt x="36" y="156"/>
                    <a:pt x="20" y="107"/>
                    <a:pt x="19" y="106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5" name="Freeform 73"/>
            <p:cNvSpPr>
              <a:spLocks/>
            </p:cNvSpPr>
            <p:nvPr/>
          </p:nvSpPr>
          <p:spPr bwMode="gray">
            <a:xfrm>
              <a:off x="3673476" y="3535363"/>
              <a:ext cx="206375" cy="407988"/>
            </a:xfrm>
            <a:custGeom>
              <a:avLst/>
              <a:gdLst>
                <a:gd name="T0" fmla="*/ 24 w 55"/>
                <a:gd name="T1" fmla="*/ 55 h 108"/>
                <a:gd name="T2" fmla="*/ 14 w 55"/>
                <a:gd name="T3" fmla="*/ 88 h 108"/>
                <a:gd name="T4" fmla="*/ 0 w 55"/>
                <a:gd name="T5" fmla="*/ 108 h 108"/>
                <a:gd name="T6" fmla="*/ 5 w 55"/>
                <a:gd name="T7" fmla="*/ 73 h 108"/>
                <a:gd name="T8" fmla="*/ 5 w 55"/>
                <a:gd name="T9" fmla="*/ 36 h 108"/>
                <a:gd name="T10" fmla="*/ 19 w 55"/>
                <a:gd name="T11" fmla="*/ 9 h 108"/>
                <a:gd name="T12" fmla="*/ 44 w 55"/>
                <a:gd name="T13" fmla="*/ 3 h 108"/>
                <a:gd name="T14" fmla="*/ 55 w 55"/>
                <a:gd name="T15" fmla="*/ 22 h 108"/>
                <a:gd name="T16" fmla="*/ 37 w 55"/>
                <a:gd name="T17" fmla="*/ 26 h 108"/>
                <a:gd name="T18" fmla="*/ 24 w 55"/>
                <a:gd name="T19" fmla="*/ 55 h 1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55" h="108">
                  <a:moveTo>
                    <a:pt x="24" y="55"/>
                  </a:moveTo>
                  <a:cubicBezTo>
                    <a:pt x="22" y="68"/>
                    <a:pt x="19" y="80"/>
                    <a:pt x="14" y="88"/>
                  </a:cubicBezTo>
                  <a:cubicBezTo>
                    <a:pt x="11" y="93"/>
                    <a:pt x="3" y="104"/>
                    <a:pt x="0" y="108"/>
                  </a:cubicBezTo>
                  <a:cubicBezTo>
                    <a:pt x="3" y="101"/>
                    <a:pt x="6" y="85"/>
                    <a:pt x="5" y="73"/>
                  </a:cubicBezTo>
                  <a:cubicBezTo>
                    <a:pt x="5" y="65"/>
                    <a:pt x="3" y="48"/>
                    <a:pt x="5" y="36"/>
                  </a:cubicBezTo>
                  <a:cubicBezTo>
                    <a:pt x="7" y="24"/>
                    <a:pt x="11" y="17"/>
                    <a:pt x="19" y="9"/>
                  </a:cubicBezTo>
                  <a:cubicBezTo>
                    <a:pt x="23" y="5"/>
                    <a:pt x="32" y="0"/>
                    <a:pt x="44" y="3"/>
                  </a:cubicBezTo>
                  <a:cubicBezTo>
                    <a:pt x="55" y="22"/>
                    <a:pt x="55" y="22"/>
                    <a:pt x="55" y="22"/>
                  </a:cubicBezTo>
                  <a:cubicBezTo>
                    <a:pt x="49" y="21"/>
                    <a:pt x="42" y="22"/>
                    <a:pt x="37" y="26"/>
                  </a:cubicBezTo>
                  <a:cubicBezTo>
                    <a:pt x="28" y="33"/>
                    <a:pt x="25" y="42"/>
                    <a:pt x="24" y="55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6" name="Freeform 74"/>
            <p:cNvSpPr>
              <a:spLocks/>
            </p:cNvSpPr>
            <p:nvPr/>
          </p:nvSpPr>
          <p:spPr bwMode="gray">
            <a:xfrm>
              <a:off x="3767138" y="3640138"/>
              <a:ext cx="180975" cy="201613"/>
            </a:xfrm>
            <a:custGeom>
              <a:avLst/>
              <a:gdLst>
                <a:gd name="T0" fmla="*/ 0 w 48"/>
                <a:gd name="T1" fmla="*/ 53 h 53"/>
                <a:gd name="T2" fmla="*/ 6 w 48"/>
                <a:gd name="T3" fmla="*/ 27 h 53"/>
                <a:gd name="T4" fmla="*/ 17 w 48"/>
                <a:gd name="T5" fmla="*/ 3 h 53"/>
                <a:gd name="T6" fmla="*/ 30 w 48"/>
                <a:gd name="T7" fmla="*/ 0 h 53"/>
                <a:gd name="T8" fmla="*/ 41 w 48"/>
                <a:gd name="T9" fmla="*/ 24 h 53"/>
                <a:gd name="T10" fmla="*/ 48 w 48"/>
                <a:gd name="T11" fmla="*/ 27 h 53"/>
                <a:gd name="T12" fmla="*/ 0 w 48"/>
                <a:gd name="T13" fmla="*/ 53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8" h="53">
                  <a:moveTo>
                    <a:pt x="0" y="53"/>
                  </a:moveTo>
                  <a:cubicBezTo>
                    <a:pt x="2" y="48"/>
                    <a:pt x="6" y="32"/>
                    <a:pt x="6" y="27"/>
                  </a:cubicBezTo>
                  <a:cubicBezTo>
                    <a:pt x="8" y="20"/>
                    <a:pt x="9" y="10"/>
                    <a:pt x="17" y="3"/>
                  </a:cubicBezTo>
                  <a:cubicBezTo>
                    <a:pt x="21" y="0"/>
                    <a:pt x="27" y="0"/>
                    <a:pt x="30" y="0"/>
                  </a:cubicBezTo>
                  <a:cubicBezTo>
                    <a:pt x="41" y="24"/>
                    <a:pt x="41" y="24"/>
                    <a:pt x="41" y="24"/>
                  </a:cubicBezTo>
                  <a:cubicBezTo>
                    <a:pt x="42" y="26"/>
                    <a:pt x="45" y="27"/>
                    <a:pt x="48" y="27"/>
                  </a:cubicBezTo>
                  <a:cubicBezTo>
                    <a:pt x="37" y="30"/>
                    <a:pt x="10" y="43"/>
                    <a:pt x="0" y="5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7" name="Freeform 75"/>
            <p:cNvSpPr>
              <a:spLocks/>
            </p:cNvSpPr>
            <p:nvPr/>
          </p:nvSpPr>
          <p:spPr bwMode="gray">
            <a:xfrm>
              <a:off x="4124326" y="3530600"/>
              <a:ext cx="95250" cy="152400"/>
            </a:xfrm>
            <a:custGeom>
              <a:avLst/>
              <a:gdLst>
                <a:gd name="T0" fmla="*/ 2 w 25"/>
                <a:gd name="T1" fmla="*/ 8 h 40"/>
                <a:gd name="T2" fmla="*/ 2 w 25"/>
                <a:gd name="T3" fmla="*/ 16 h 40"/>
                <a:gd name="T4" fmla="*/ 9 w 25"/>
                <a:gd name="T5" fmla="*/ 29 h 40"/>
                <a:gd name="T6" fmla="*/ 14 w 25"/>
                <a:gd name="T7" fmla="*/ 40 h 40"/>
                <a:gd name="T8" fmla="*/ 25 w 25"/>
                <a:gd name="T9" fmla="*/ 40 h 40"/>
                <a:gd name="T10" fmla="*/ 11 w 25"/>
                <a:gd name="T11" fmla="*/ 14 h 40"/>
                <a:gd name="T12" fmla="*/ 11 w 25"/>
                <a:gd name="T13" fmla="*/ 0 h 40"/>
                <a:gd name="T14" fmla="*/ 2 w 25"/>
                <a:gd name="T15" fmla="*/ 8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5" h="40">
                  <a:moveTo>
                    <a:pt x="2" y="8"/>
                  </a:moveTo>
                  <a:cubicBezTo>
                    <a:pt x="0" y="11"/>
                    <a:pt x="1" y="14"/>
                    <a:pt x="2" y="16"/>
                  </a:cubicBezTo>
                  <a:cubicBezTo>
                    <a:pt x="3" y="18"/>
                    <a:pt x="9" y="29"/>
                    <a:pt x="9" y="29"/>
                  </a:cubicBezTo>
                  <a:cubicBezTo>
                    <a:pt x="11" y="34"/>
                    <a:pt x="12" y="36"/>
                    <a:pt x="14" y="40"/>
                  </a:cubicBezTo>
                  <a:cubicBezTo>
                    <a:pt x="17" y="40"/>
                    <a:pt x="21" y="40"/>
                    <a:pt x="25" y="40"/>
                  </a:cubicBezTo>
                  <a:cubicBezTo>
                    <a:pt x="21" y="31"/>
                    <a:pt x="11" y="14"/>
                    <a:pt x="11" y="14"/>
                  </a:cubicBezTo>
                  <a:cubicBezTo>
                    <a:pt x="11" y="0"/>
                    <a:pt x="11" y="0"/>
                    <a:pt x="11" y="0"/>
                  </a:cubicBezTo>
                  <a:cubicBezTo>
                    <a:pt x="8" y="1"/>
                    <a:pt x="4" y="5"/>
                    <a:pt x="2" y="8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8" name="Freeform 76"/>
            <p:cNvSpPr>
              <a:spLocks/>
            </p:cNvSpPr>
            <p:nvPr/>
          </p:nvSpPr>
          <p:spPr bwMode="gray">
            <a:xfrm>
              <a:off x="3948113" y="3065463"/>
              <a:ext cx="68263" cy="223838"/>
            </a:xfrm>
            <a:custGeom>
              <a:avLst/>
              <a:gdLst>
                <a:gd name="T0" fmla="*/ 0 w 18"/>
                <a:gd name="T1" fmla="*/ 57 h 59"/>
                <a:gd name="T2" fmla="*/ 18 w 18"/>
                <a:gd name="T3" fmla="*/ 59 h 59"/>
                <a:gd name="T4" fmla="*/ 8 w 18"/>
                <a:gd name="T5" fmla="*/ 0 h 59"/>
                <a:gd name="T6" fmla="*/ 0 w 18"/>
                <a:gd name="T7" fmla="*/ 57 h 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8" h="59">
                  <a:moveTo>
                    <a:pt x="0" y="57"/>
                  </a:moveTo>
                  <a:cubicBezTo>
                    <a:pt x="5" y="56"/>
                    <a:pt x="15" y="57"/>
                    <a:pt x="18" y="59"/>
                  </a:cubicBezTo>
                  <a:cubicBezTo>
                    <a:pt x="8" y="0"/>
                    <a:pt x="8" y="0"/>
                    <a:pt x="8" y="0"/>
                  </a:cubicBezTo>
                  <a:lnTo>
                    <a:pt x="0" y="57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9" name="Freeform 77"/>
            <p:cNvSpPr>
              <a:spLocks/>
            </p:cNvSpPr>
            <p:nvPr/>
          </p:nvSpPr>
          <p:spPr bwMode="gray">
            <a:xfrm>
              <a:off x="3535363" y="3035300"/>
              <a:ext cx="247650" cy="601663"/>
            </a:xfrm>
            <a:custGeom>
              <a:avLst/>
              <a:gdLst>
                <a:gd name="T0" fmla="*/ 23 w 66"/>
                <a:gd name="T1" fmla="*/ 11 h 159"/>
                <a:gd name="T2" fmla="*/ 22 w 66"/>
                <a:gd name="T3" fmla="*/ 7 h 159"/>
                <a:gd name="T4" fmla="*/ 17 w 66"/>
                <a:gd name="T5" fmla="*/ 5 h 159"/>
                <a:gd name="T6" fmla="*/ 13 w 66"/>
                <a:gd name="T7" fmla="*/ 3 h 159"/>
                <a:gd name="T8" fmla="*/ 2 w 66"/>
                <a:gd name="T9" fmla="*/ 0 h 159"/>
                <a:gd name="T10" fmla="*/ 3 w 66"/>
                <a:gd name="T11" fmla="*/ 7 h 159"/>
                <a:gd name="T12" fmla="*/ 11 w 66"/>
                <a:gd name="T13" fmla="*/ 10 h 159"/>
                <a:gd name="T14" fmla="*/ 12 w 66"/>
                <a:gd name="T15" fmla="*/ 30 h 159"/>
                <a:gd name="T16" fmla="*/ 19 w 66"/>
                <a:gd name="T17" fmla="*/ 33 h 159"/>
                <a:gd name="T18" fmla="*/ 19 w 66"/>
                <a:gd name="T19" fmla="*/ 34 h 159"/>
                <a:gd name="T20" fmla="*/ 15 w 66"/>
                <a:gd name="T21" fmla="*/ 36 h 159"/>
                <a:gd name="T22" fmla="*/ 19 w 66"/>
                <a:gd name="T23" fmla="*/ 106 h 159"/>
                <a:gd name="T24" fmla="*/ 36 w 66"/>
                <a:gd name="T25" fmla="*/ 159 h 159"/>
                <a:gd name="T26" fmla="*/ 48 w 66"/>
                <a:gd name="T27" fmla="*/ 136 h 159"/>
                <a:gd name="T28" fmla="*/ 66 w 66"/>
                <a:gd name="T29" fmla="*/ 128 h 159"/>
                <a:gd name="T30" fmla="*/ 60 w 66"/>
                <a:gd name="T31" fmla="*/ 114 h 159"/>
                <a:gd name="T32" fmla="*/ 57 w 66"/>
                <a:gd name="T33" fmla="*/ 98 h 159"/>
                <a:gd name="T34" fmla="*/ 23 w 66"/>
                <a:gd name="T35" fmla="*/ 11 h 1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66" h="159">
                  <a:moveTo>
                    <a:pt x="23" y="11"/>
                  </a:moveTo>
                  <a:cubicBezTo>
                    <a:pt x="23" y="10"/>
                    <a:pt x="23" y="8"/>
                    <a:pt x="22" y="7"/>
                  </a:cubicBezTo>
                  <a:cubicBezTo>
                    <a:pt x="21" y="7"/>
                    <a:pt x="18" y="6"/>
                    <a:pt x="17" y="5"/>
                  </a:cubicBezTo>
                  <a:cubicBezTo>
                    <a:pt x="16" y="5"/>
                    <a:pt x="14" y="3"/>
                    <a:pt x="13" y="3"/>
                  </a:cubicBezTo>
                  <a:cubicBezTo>
                    <a:pt x="9" y="3"/>
                    <a:pt x="3" y="1"/>
                    <a:pt x="2" y="0"/>
                  </a:cubicBezTo>
                  <a:cubicBezTo>
                    <a:pt x="0" y="4"/>
                    <a:pt x="1" y="6"/>
                    <a:pt x="3" y="7"/>
                  </a:cubicBezTo>
                  <a:cubicBezTo>
                    <a:pt x="4" y="9"/>
                    <a:pt x="8" y="10"/>
                    <a:pt x="11" y="10"/>
                  </a:cubicBezTo>
                  <a:cubicBezTo>
                    <a:pt x="12" y="30"/>
                    <a:pt x="12" y="30"/>
                    <a:pt x="12" y="30"/>
                  </a:cubicBezTo>
                  <a:cubicBezTo>
                    <a:pt x="13" y="32"/>
                    <a:pt x="16" y="33"/>
                    <a:pt x="19" y="33"/>
                  </a:cubicBezTo>
                  <a:cubicBezTo>
                    <a:pt x="19" y="34"/>
                    <a:pt x="19" y="34"/>
                    <a:pt x="19" y="34"/>
                  </a:cubicBezTo>
                  <a:cubicBezTo>
                    <a:pt x="15" y="36"/>
                    <a:pt x="15" y="36"/>
                    <a:pt x="15" y="36"/>
                  </a:cubicBezTo>
                  <a:cubicBezTo>
                    <a:pt x="15" y="39"/>
                    <a:pt x="19" y="105"/>
                    <a:pt x="19" y="106"/>
                  </a:cubicBezTo>
                  <a:cubicBezTo>
                    <a:pt x="20" y="107"/>
                    <a:pt x="36" y="156"/>
                    <a:pt x="36" y="159"/>
                  </a:cubicBezTo>
                  <a:cubicBezTo>
                    <a:pt x="38" y="154"/>
                    <a:pt x="43" y="141"/>
                    <a:pt x="48" y="136"/>
                  </a:cubicBezTo>
                  <a:cubicBezTo>
                    <a:pt x="54" y="130"/>
                    <a:pt x="61" y="128"/>
                    <a:pt x="66" y="128"/>
                  </a:cubicBezTo>
                  <a:cubicBezTo>
                    <a:pt x="65" y="127"/>
                    <a:pt x="60" y="115"/>
                    <a:pt x="60" y="114"/>
                  </a:cubicBezTo>
                  <a:cubicBezTo>
                    <a:pt x="60" y="113"/>
                    <a:pt x="58" y="99"/>
                    <a:pt x="57" y="98"/>
                  </a:cubicBezTo>
                  <a:cubicBezTo>
                    <a:pt x="57" y="97"/>
                    <a:pt x="24" y="12"/>
                    <a:pt x="23" y="11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0" name="Freeform 78"/>
            <p:cNvSpPr>
              <a:spLocks/>
            </p:cNvSpPr>
            <p:nvPr/>
          </p:nvSpPr>
          <p:spPr bwMode="gray">
            <a:xfrm>
              <a:off x="3489326" y="2994025"/>
              <a:ext cx="117475" cy="46038"/>
            </a:xfrm>
            <a:custGeom>
              <a:avLst/>
              <a:gdLst>
                <a:gd name="T0" fmla="*/ 15 w 31"/>
                <a:gd name="T1" fmla="*/ 6 h 12"/>
                <a:gd name="T2" fmla="*/ 30 w 31"/>
                <a:gd name="T3" fmla="*/ 12 h 12"/>
                <a:gd name="T4" fmla="*/ 27 w 31"/>
                <a:gd name="T5" fmla="*/ 3 h 12"/>
                <a:gd name="T6" fmla="*/ 14 w 31"/>
                <a:gd name="T7" fmla="*/ 0 h 12"/>
                <a:gd name="T8" fmla="*/ 3 w 31"/>
                <a:gd name="T9" fmla="*/ 3 h 12"/>
                <a:gd name="T10" fmla="*/ 0 w 31"/>
                <a:gd name="T11" fmla="*/ 11 h 12"/>
                <a:gd name="T12" fmla="*/ 15 w 31"/>
                <a:gd name="T13" fmla="*/ 6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1" h="12">
                  <a:moveTo>
                    <a:pt x="15" y="6"/>
                  </a:moveTo>
                  <a:cubicBezTo>
                    <a:pt x="24" y="6"/>
                    <a:pt x="28" y="10"/>
                    <a:pt x="30" y="12"/>
                  </a:cubicBezTo>
                  <a:cubicBezTo>
                    <a:pt x="31" y="8"/>
                    <a:pt x="30" y="6"/>
                    <a:pt x="27" y="3"/>
                  </a:cubicBezTo>
                  <a:cubicBezTo>
                    <a:pt x="25" y="1"/>
                    <a:pt x="21" y="0"/>
                    <a:pt x="14" y="0"/>
                  </a:cubicBezTo>
                  <a:cubicBezTo>
                    <a:pt x="10" y="0"/>
                    <a:pt x="5" y="1"/>
                    <a:pt x="3" y="3"/>
                  </a:cubicBezTo>
                  <a:cubicBezTo>
                    <a:pt x="0" y="5"/>
                    <a:pt x="0" y="8"/>
                    <a:pt x="0" y="11"/>
                  </a:cubicBezTo>
                  <a:cubicBezTo>
                    <a:pt x="1" y="9"/>
                    <a:pt x="7" y="6"/>
                    <a:pt x="15" y="6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1" name="Freeform 79"/>
            <p:cNvSpPr>
              <a:spLocks/>
            </p:cNvSpPr>
            <p:nvPr/>
          </p:nvSpPr>
          <p:spPr bwMode="gray">
            <a:xfrm>
              <a:off x="3482976" y="2778125"/>
              <a:ext cx="242888" cy="106363"/>
            </a:xfrm>
            <a:custGeom>
              <a:avLst/>
              <a:gdLst>
                <a:gd name="T0" fmla="*/ 0 w 65"/>
                <a:gd name="T1" fmla="*/ 14 h 28"/>
                <a:gd name="T2" fmla="*/ 2 w 65"/>
                <a:gd name="T3" fmla="*/ 24 h 28"/>
                <a:gd name="T4" fmla="*/ 7 w 65"/>
                <a:gd name="T5" fmla="*/ 27 h 28"/>
                <a:gd name="T6" fmla="*/ 17 w 65"/>
                <a:gd name="T7" fmla="*/ 23 h 28"/>
                <a:gd name="T8" fmla="*/ 26 w 65"/>
                <a:gd name="T9" fmla="*/ 28 h 28"/>
                <a:gd name="T10" fmla="*/ 32 w 65"/>
                <a:gd name="T11" fmla="*/ 26 h 28"/>
                <a:gd name="T12" fmla="*/ 36 w 65"/>
                <a:gd name="T13" fmla="*/ 28 h 28"/>
                <a:gd name="T14" fmla="*/ 41 w 65"/>
                <a:gd name="T15" fmla="*/ 22 h 28"/>
                <a:gd name="T16" fmla="*/ 62 w 65"/>
                <a:gd name="T17" fmla="*/ 12 h 28"/>
                <a:gd name="T18" fmla="*/ 65 w 65"/>
                <a:gd name="T19" fmla="*/ 2 h 28"/>
                <a:gd name="T20" fmla="*/ 52 w 65"/>
                <a:gd name="T21" fmla="*/ 8 h 28"/>
                <a:gd name="T22" fmla="*/ 40 w 65"/>
                <a:gd name="T23" fmla="*/ 6 h 28"/>
                <a:gd name="T24" fmla="*/ 41 w 65"/>
                <a:gd name="T25" fmla="*/ 0 h 28"/>
                <a:gd name="T26" fmla="*/ 28 w 65"/>
                <a:gd name="T27" fmla="*/ 2 h 28"/>
                <a:gd name="T28" fmla="*/ 15 w 65"/>
                <a:gd name="T29" fmla="*/ 1 h 28"/>
                <a:gd name="T30" fmla="*/ 0 w 65"/>
                <a:gd name="T31" fmla="*/ 14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65" h="28">
                  <a:moveTo>
                    <a:pt x="0" y="14"/>
                  </a:moveTo>
                  <a:cubicBezTo>
                    <a:pt x="0" y="18"/>
                    <a:pt x="1" y="21"/>
                    <a:pt x="2" y="24"/>
                  </a:cubicBezTo>
                  <a:cubicBezTo>
                    <a:pt x="3" y="25"/>
                    <a:pt x="5" y="27"/>
                    <a:pt x="7" y="27"/>
                  </a:cubicBezTo>
                  <a:cubicBezTo>
                    <a:pt x="9" y="27"/>
                    <a:pt x="12" y="22"/>
                    <a:pt x="17" y="23"/>
                  </a:cubicBezTo>
                  <a:cubicBezTo>
                    <a:pt x="21" y="23"/>
                    <a:pt x="23" y="28"/>
                    <a:pt x="26" y="28"/>
                  </a:cubicBezTo>
                  <a:cubicBezTo>
                    <a:pt x="28" y="28"/>
                    <a:pt x="29" y="26"/>
                    <a:pt x="32" y="26"/>
                  </a:cubicBezTo>
                  <a:cubicBezTo>
                    <a:pt x="34" y="25"/>
                    <a:pt x="34" y="26"/>
                    <a:pt x="36" y="28"/>
                  </a:cubicBezTo>
                  <a:cubicBezTo>
                    <a:pt x="36" y="26"/>
                    <a:pt x="38" y="24"/>
                    <a:pt x="41" y="22"/>
                  </a:cubicBezTo>
                  <a:cubicBezTo>
                    <a:pt x="44" y="19"/>
                    <a:pt x="57" y="17"/>
                    <a:pt x="62" y="12"/>
                  </a:cubicBezTo>
                  <a:cubicBezTo>
                    <a:pt x="65" y="10"/>
                    <a:pt x="65" y="5"/>
                    <a:pt x="65" y="2"/>
                  </a:cubicBezTo>
                  <a:cubicBezTo>
                    <a:pt x="63" y="5"/>
                    <a:pt x="57" y="8"/>
                    <a:pt x="52" y="8"/>
                  </a:cubicBezTo>
                  <a:cubicBezTo>
                    <a:pt x="49" y="9"/>
                    <a:pt x="42" y="7"/>
                    <a:pt x="40" y="6"/>
                  </a:cubicBezTo>
                  <a:cubicBezTo>
                    <a:pt x="41" y="4"/>
                    <a:pt x="42" y="2"/>
                    <a:pt x="41" y="0"/>
                  </a:cubicBezTo>
                  <a:cubicBezTo>
                    <a:pt x="39" y="1"/>
                    <a:pt x="31" y="2"/>
                    <a:pt x="28" y="2"/>
                  </a:cubicBezTo>
                  <a:cubicBezTo>
                    <a:pt x="25" y="2"/>
                    <a:pt x="19" y="1"/>
                    <a:pt x="15" y="1"/>
                  </a:cubicBezTo>
                  <a:cubicBezTo>
                    <a:pt x="5" y="1"/>
                    <a:pt x="0" y="8"/>
                    <a:pt x="0" y="14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2" name="Freeform 80"/>
            <p:cNvSpPr>
              <a:spLocks/>
            </p:cNvSpPr>
            <p:nvPr/>
          </p:nvSpPr>
          <p:spPr bwMode="gray">
            <a:xfrm>
              <a:off x="3422651" y="2895600"/>
              <a:ext cx="247650" cy="125413"/>
            </a:xfrm>
            <a:custGeom>
              <a:avLst/>
              <a:gdLst>
                <a:gd name="T0" fmla="*/ 33 w 66"/>
                <a:gd name="T1" fmla="*/ 14 h 33"/>
                <a:gd name="T2" fmla="*/ 65 w 66"/>
                <a:gd name="T3" fmla="*/ 32 h 33"/>
                <a:gd name="T4" fmla="*/ 65 w 66"/>
                <a:gd name="T5" fmla="*/ 25 h 33"/>
                <a:gd name="T6" fmla="*/ 62 w 66"/>
                <a:gd name="T7" fmla="*/ 15 h 33"/>
                <a:gd name="T8" fmla="*/ 63 w 66"/>
                <a:gd name="T9" fmla="*/ 9 h 33"/>
                <a:gd name="T10" fmla="*/ 55 w 66"/>
                <a:gd name="T11" fmla="*/ 10 h 33"/>
                <a:gd name="T12" fmla="*/ 51 w 66"/>
                <a:gd name="T13" fmla="*/ 3 h 33"/>
                <a:gd name="T14" fmla="*/ 41 w 66"/>
                <a:gd name="T15" fmla="*/ 5 h 33"/>
                <a:gd name="T16" fmla="*/ 33 w 66"/>
                <a:gd name="T17" fmla="*/ 0 h 33"/>
                <a:gd name="T18" fmla="*/ 24 w 66"/>
                <a:gd name="T19" fmla="*/ 5 h 33"/>
                <a:gd name="T20" fmla="*/ 16 w 66"/>
                <a:gd name="T21" fmla="*/ 4 h 33"/>
                <a:gd name="T22" fmla="*/ 13 w 66"/>
                <a:gd name="T23" fmla="*/ 7 h 33"/>
                <a:gd name="T24" fmla="*/ 9 w 66"/>
                <a:gd name="T25" fmla="*/ 10 h 33"/>
                <a:gd name="T26" fmla="*/ 4 w 66"/>
                <a:gd name="T27" fmla="*/ 9 h 33"/>
                <a:gd name="T28" fmla="*/ 4 w 66"/>
                <a:gd name="T29" fmla="*/ 16 h 33"/>
                <a:gd name="T30" fmla="*/ 0 w 66"/>
                <a:gd name="T31" fmla="*/ 26 h 33"/>
                <a:gd name="T32" fmla="*/ 2 w 66"/>
                <a:gd name="T33" fmla="*/ 33 h 33"/>
                <a:gd name="T34" fmla="*/ 33 w 66"/>
                <a:gd name="T35" fmla="*/ 14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66" h="33">
                  <a:moveTo>
                    <a:pt x="33" y="14"/>
                  </a:moveTo>
                  <a:cubicBezTo>
                    <a:pt x="55" y="14"/>
                    <a:pt x="64" y="24"/>
                    <a:pt x="65" y="32"/>
                  </a:cubicBezTo>
                  <a:cubicBezTo>
                    <a:pt x="66" y="30"/>
                    <a:pt x="66" y="28"/>
                    <a:pt x="65" y="25"/>
                  </a:cubicBezTo>
                  <a:cubicBezTo>
                    <a:pt x="65" y="23"/>
                    <a:pt x="62" y="17"/>
                    <a:pt x="62" y="15"/>
                  </a:cubicBezTo>
                  <a:cubicBezTo>
                    <a:pt x="62" y="13"/>
                    <a:pt x="62" y="11"/>
                    <a:pt x="63" y="9"/>
                  </a:cubicBezTo>
                  <a:cubicBezTo>
                    <a:pt x="61" y="10"/>
                    <a:pt x="57" y="12"/>
                    <a:pt x="55" y="10"/>
                  </a:cubicBezTo>
                  <a:cubicBezTo>
                    <a:pt x="52" y="8"/>
                    <a:pt x="54" y="4"/>
                    <a:pt x="51" y="3"/>
                  </a:cubicBezTo>
                  <a:cubicBezTo>
                    <a:pt x="48" y="2"/>
                    <a:pt x="44" y="5"/>
                    <a:pt x="41" y="5"/>
                  </a:cubicBezTo>
                  <a:cubicBezTo>
                    <a:pt x="38" y="4"/>
                    <a:pt x="35" y="0"/>
                    <a:pt x="33" y="0"/>
                  </a:cubicBezTo>
                  <a:cubicBezTo>
                    <a:pt x="29" y="0"/>
                    <a:pt x="28" y="4"/>
                    <a:pt x="24" y="5"/>
                  </a:cubicBezTo>
                  <a:cubicBezTo>
                    <a:pt x="21" y="5"/>
                    <a:pt x="18" y="4"/>
                    <a:pt x="16" y="4"/>
                  </a:cubicBezTo>
                  <a:cubicBezTo>
                    <a:pt x="15" y="4"/>
                    <a:pt x="13" y="5"/>
                    <a:pt x="13" y="7"/>
                  </a:cubicBezTo>
                  <a:cubicBezTo>
                    <a:pt x="12" y="9"/>
                    <a:pt x="11" y="10"/>
                    <a:pt x="9" y="10"/>
                  </a:cubicBezTo>
                  <a:cubicBezTo>
                    <a:pt x="7" y="11"/>
                    <a:pt x="5" y="9"/>
                    <a:pt x="4" y="9"/>
                  </a:cubicBezTo>
                  <a:cubicBezTo>
                    <a:pt x="4" y="10"/>
                    <a:pt x="5" y="14"/>
                    <a:pt x="4" y="16"/>
                  </a:cubicBezTo>
                  <a:cubicBezTo>
                    <a:pt x="3" y="19"/>
                    <a:pt x="1" y="22"/>
                    <a:pt x="0" y="26"/>
                  </a:cubicBezTo>
                  <a:cubicBezTo>
                    <a:pt x="0" y="29"/>
                    <a:pt x="1" y="30"/>
                    <a:pt x="2" y="33"/>
                  </a:cubicBezTo>
                  <a:cubicBezTo>
                    <a:pt x="1" y="21"/>
                    <a:pt x="14" y="14"/>
                    <a:pt x="33" y="14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3" name="Freeform 81"/>
            <p:cNvSpPr>
              <a:spLocks/>
            </p:cNvSpPr>
            <p:nvPr/>
          </p:nvSpPr>
          <p:spPr bwMode="gray">
            <a:xfrm>
              <a:off x="3463926" y="3046413"/>
              <a:ext cx="71438" cy="103188"/>
            </a:xfrm>
            <a:custGeom>
              <a:avLst/>
              <a:gdLst>
                <a:gd name="T0" fmla="*/ 9 w 19"/>
                <a:gd name="T1" fmla="*/ 15 h 27"/>
                <a:gd name="T2" fmla="*/ 2 w 19"/>
                <a:gd name="T3" fmla="*/ 20 h 27"/>
                <a:gd name="T4" fmla="*/ 6 w 19"/>
                <a:gd name="T5" fmla="*/ 27 h 27"/>
                <a:gd name="T6" fmla="*/ 10 w 19"/>
                <a:gd name="T7" fmla="*/ 22 h 27"/>
                <a:gd name="T8" fmla="*/ 13 w 19"/>
                <a:gd name="T9" fmla="*/ 19 h 27"/>
                <a:gd name="T10" fmla="*/ 15 w 19"/>
                <a:gd name="T11" fmla="*/ 17 h 27"/>
                <a:gd name="T12" fmla="*/ 14 w 19"/>
                <a:gd name="T13" fmla="*/ 14 h 27"/>
                <a:gd name="T14" fmla="*/ 18 w 19"/>
                <a:gd name="T15" fmla="*/ 13 h 27"/>
                <a:gd name="T16" fmla="*/ 19 w 19"/>
                <a:gd name="T17" fmla="*/ 10 h 27"/>
                <a:gd name="T18" fmla="*/ 17 w 19"/>
                <a:gd name="T19" fmla="*/ 8 h 27"/>
                <a:gd name="T20" fmla="*/ 11 w 19"/>
                <a:gd name="T21" fmla="*/ 8 h 27"/>
                <a:gd name="T22" fmla="*/ 14 w 19"/>
                <a:gd name="T23" fmla="*/ 6 h 27"/>
                <a:gd name="T24" fmla="*/ 16 w 19"/>
                <a:gd name="T25" fmla="*/ 4 h 27"/>
                <a:gd name="T26" fmla="*/ 15 w 19"/>
                <a:gd name="T27" fmla="*/ 0 h 27"/>
                <a:gd name="T28" fmla="*/ 2 w 19"/>
                <a:gd name="T29" fmla="*/ 6 h 27"/>
                <a:gd name="T30" fmla="*/ 4 w 19"/>
                <a:gd name="T31" fmla="*/ 9 h 27"/>
                <a:gd name="T32" fmla="*/ 1 w 19"/>
                <a:gd name="T33" fmla="*/ 9 h 27"/>
                <a:gd name="T34" fmla="*/ 1 w 19"/>
                <a:gd name="T35" fmla="*/ 16 h 27"/>
                <a:gd name="T36" fmla="*/ 9 w 19"/>
                <a:gd name="T37" fmla="*/ 15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9" h="27">
                  <a:moveTo>
                    <a:pt x="9" y="15"/>
                  </a:moveTo>
                  <a:cubicBezTo>
                    <a:pt x="7" y="16"/>
                    <a:pt x="4" y="18"/>
                    <a:pt x="2" y="20"/>
                  </a:cubicBezTo>
                  <a:cubicBezTo>
                    <a:pt x="3" y="22"/>
                    <a:pt x="5" y="26"/>
                    <a:pt x="6" y="27"/>
                  </a:cubicBezTo>
                  <a:cubicBezTo>
                    <a:pt x="7" y="25"/>
                    <a:pt x="9" y="22"/>
                    <a:pt x="10" y="22"/>
                  </a:cubicBezTo>
                  <a:cubicBezTo>
                    <a:pt x="11" y="21"/>
                    <a:pt x="12" y="20"/>
                    <a:pt x="13" y="19"/>
                  </a:cubicBezTo>
                  <a:cubicBezTo>
                    <a:pt x="15" y="19"/>
                    <a:pt x="15" y="18"/>
                    <a:pt x="15" y="17"/>
                  </a:cubicBezTo>
                  <a:cubicBezTo>
                    <a:pt x="15" y="16"/>
                    <a:pt x="15" y="15"/>
                    <a:pt x="14" y="14"/>
                  </a:cubicBezTo>
                  <a:cubicBezTo>
                    <a:pt x="15" y="14"/>
                    <a:pt x="17" y="14"/>
                    <a:pt x="18" y="13"/>
                  </a:cubicBezTo>
                  <a:cubicBezTo>
                    <a:pt x="19" y="12"/>
                    <a:pt x="19" y="11"/>
                    <a:pt x="19" y="10"/>
                  </a:cubicBezTo>
                  <a:cubicBezTo>
                    <a:pt x="19" y="9"/>
                    <a:pt x="18" y="8"/>
                    <a:pt x="17" y="8"/>
                  </a:cubicBezTo>
                  <a:cubicBezTo>
                    <a:pt x="16" y="8"/>
                    <a:pt x="12" y="8"/>
                    <a:pt x="11" y="8"/>
                  </a:cubicBezTo>
                  <a:cubicBezTo>
                    <a:pt x="11" y="8"/>
                    <a:pt x="13" y="7"/>
                    <a:pt x="14" y="6"/>
                  </a:cubicBezTo>
                  <a:cubicBezTo>
                    <a:pt x="15" y="6"/>
                    <a:pt x="15" y="5"/>
                    <a:pt x="16" y="4"/>
                  </a:cubicBezTo>
                  <a:cubicBezTo>
                    <a:pt x="16" y="4"/>
                    <a:pt x="16" y="2"/>
                    <a:pt x="15" y="0"/>
                  </a:cubicBezTo>
                  <a:cubicBezTo>
                    <a:pt x="11" y="0"/>
                    <a:pt x="4" y="4"/>
                    <a:pt x="2" y="6"/>
                  </a:cubicBezTo>
                  <a:cubicBezTo>
                    <a:pt x="4" y="9"/>
                    <a:pt x="4" y="9"/>
                    <a:pt x="4" y="9"/>
                  </a:cubicBezTo>
                  <a:cubicBezTo>
                    <a:pt x="1" y="9"/>
                    <a:pt x="1" y="9"/>
                    <a:pt x="1" y="9"/>
                  </a:cubicBezTo>
                  <a:cubicBezTo>
                    <a:pt x="0" y="11"/>
                    <a:pt x="1" y="14"/>
                    <a:pt x="1" y="16"/>
                  </a:cubicBezTo>
                  <a:cubicBezTo>
                    <a:pt x="4" y="15"/>
                    <a:pt x="7" y="15"/>
                    <a:pt x="9" y="15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4" name="Freeform 82"/>
            <p:cNvSpPr>
              <a:spLocks noEditPoints="1"/>
            </p:cNvSpPr>
            <p:nvPr/>
          </p:nvSpPr>
          <p:spPr bwMode="gray">
            <a:xfrm>
              <a:off x="3846513" y="3303588"/>
              <a:ext cx="312738" cy="431800"/>
            </a:xfrm>
            <a:custGeom>
              <a:avLst/>
              <a:gdLst>
                <a:gd name="T0" fmla="*/ 64 w 83"/>
                <a:gd name="T1" fmla="*/ 13 h 114"/>
                <a:gd name="T2" fmla="*/ 5 w 83"/>
                <a:gd name="T3" fmla="*/ 19 h 114"/>
                <a:gd name="T4" fmla="*/ 1 w 83"/>
                <a:gd name="T5" fmla="*/ 37 h 114"/>
                <a:gd name="T6" fmla="*/ 6 w 83"/>
                <a:gd name="T7" fmla="*/ 36 h 114"/>
                <a:gd name="T8" fmla="*/ 13 w 83"/>
                <a:gd name="T9" fmla="*/ 36 h 114"/>
                <a:gd name="T10" fmla="*/ 8 w 83"/>
                <a:gd name="T11" fmla="*/ 50 h 114"/>
                <a:gd name="T12" fmla="*/ 15 w 83"/>
                <a:gd name="T13" fmla="*/ 48 h 114"/>
                <a:gd name="T14" fmla="*/ 16 w 83"/>
                <a:gd name="T15" fmla="*/ 62 h 114"/>
                <a:gd name="T16" fmla="*/ 16 w 83"/>
                <a:gd name="T17" fmla="*/ 70 h 114"/>
                <a:gd name="T18" fmla="*/ 20 w 83"/>
                <a:gd name="T19" fmla="*/ 71 h 114"/>
                <a:gd name="T20" fmla="*/ 27 w 83"/>
                <a:gd name="T21" fmla="*/ 75 h 114"/>
                <a:gd name="T22" fmla="*/ 16 w 83"/>
                <a:gd name="T23" fmla="*/ 75 h 114"/>
                <a:gd name="T24" fmla="*/ 22 w 83"/>
                <a:gd name="T25" fmla="*/ 77 h 114"/>
                <a:gd name="T26" fmla="*/ 24 w 83"/>
                <a:gd name="T27" fmla="*/ 80 h 114"/>
                <a:gd name="T28" fmla="*/ 19 w 83"/>
                <a:gd name="T29" fmla="*/ 83 h 114"/>
                <a:gd name="T30" fmla="*/ 26 w 83"/>
                <a:gd name="T31" fmla="*/ 91 h 114"/>
                <a:gd name="T32" fmla="*/ 30 w 83"/>
                <a:gd name="T33" fmla="*/ 100 h 114"/>
                <a:gd name="T34" fmla="*/ 78 w 83"/>
                <a:gd name="T35" fmla="*/ 102 h 114"/>
                <a:gd name="T36" fmla="*/ 63 w 83"/>
                <a:gd name="T37" fmla="*/ 68 h 114"/>
                <a:gd name="T38" fmla="*/ 72 w 83"/>
                <a:gd name="T39" fmla="*/ 61 h 114"/>
                <a:gd name="T40" fmla="*/ 74 w 83"/>
                <a:gd name="T41" fmla="*/ 55 h 114"/>
                <a:gd name="T42" fmla="*/ 70 w 83"/>
                <a:gd name="T43" fmla="*/ 51 h 114"/>
                <a:gd name="T44" fmla="*/ 59 w 83"/>
                <a:gd name="T45" fmla="*/ 50 h 114"/>
                <a:gd name="T46" fmla="*/ 23 w 83"/>
                <a:gd name="T47" fmla="*/ 33 h 114"/>
                <a:gd name="T48" fmla="*/ 12 w 83"/>
                <a:gd name="T49" fmla="*/ 28 h 114"/>
                <a:gd name="T50" fmla="*/ 17 w 83"/>
                <a:gd name="T51" fmla="*/ 29 h 114"/>
                <a:gd name="T52" fmla="*/ 53 w 83"/>
                <a:gd name="T53" fmla="*/ 32 h 114"/>
                <a:gd name="T54" fmla="*/ 78 w 83"/>
                <a:gd name="T55" fmla="*/ 42 h 114"/>
                <a:gd name="T56" fmla="*/ 73 w 83"/>
                <a:gd name="T57" fmla="*/ 26 h 114"/>
                <a:gd name="T58" fmla="*/ 83 w 83"/>
                <a:gd name="T59" fmla="*/ 32 h 114"/>
                <a:gd name="T60" fmla="*/ 29 w 83"/>
                <a:gd name="T61" fmla="*/ 40 h 114"/>
                <a:gd name="T62" fmla="*/ 46 w 83"/>
                <a:gd name="T63" fmla="*/ 47 h 114"/>
                <a:gd name="T64" fmla="*/ 32 w 83"/>
                <a:gd name="T65" fmla="*/ 47 h 114"/>
                <a:gd name="T66" fmla="*/ 29 w 83"/>
                <a:gd name="T67" fmla="*/ 51 h 114"/>
                <a:gd name="T68" fmla="*/ 20 w 83"/>
                <a:gd name="T69" fmla="*/ 47 h 114"/>
                <a:gd name="T70" fmla="*/ 9 w 83"/>
                <a:gd name="T71" fmla="*/ 27 h 114"/>
                <a:gd name="T72" fmla="*/ 18 w 83"/>
                <a:gd name="T73" fmla="*/ 20 h 114"/>
                <a:gd name="T74" fmla="*/ 42 w 83"/>
                <a:gd name="T75" fmla="*/ 20 h 114"/>
                <a:gd name="T76" fmla="*/ 20 w 83"/>
                <a:gd name="T77" fmla="*/ 10 h 114"/>
                <a:gd name="T78" fmla="*/ 43 w 83"/>
                <a:gd name="T79" fmla="*/ 9 h 114"/>
                <a:gd name="T80" fmla="*/ 63 w 83"/>
                <a:gd name="T81" fmla="*/ 30 h 114"/>
                <a:gd name="T82" fmla="*/ 51 w 83"/>
                <a:gd name="T83" fmla="*/ 12 h 114"/>
                <a:gd name="T84" fmla="*/ 63 w 83"/>
                <a:gd name="T85" fmla="*/ 30 h 1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83" h="114">
                  <a:moveTo>
                    <a:pt x="83" y="32"/>
                  </a:moveTo>
                  <a:cubicBezTo>
                    <a:pt x="82" y="30"/>
                    <a:pt x="75" y="22"/>
                    <a:pt x="64" y="13"/>
                  </a:cubicBezTo>
                  <a:cubicBezTo>
                    <a:pt x="55" y="7"/>
                    <a:pt x="42" y="0"/>
                    <a:pt x="32" y="0"/>
                  </a:cubicBezTo>
                  <a:cubicBezTo>
                    <a:pt x="14" y="0"/>
                    <a:pt x="6" y="13"/>
                    <a:pt x="5" y="19"/>
                  </a:cubicBezTo>
                  <a:cubicBezTo>
                    <a:pt x="4" y="23"/>
                    <a:pt x="4" y="27"/>
                    <a:pt x="5" y="29"/>
                  </a:cubicBezTo>
                  <a:cubicBezTo>
                    <a:pt x="2" y="32"/>
                    <a:pt x="1" y="34"/>
                    <a:pt x="1" y="37"/>
                  </a:cubicBezTo>
                  <a:cubicBezTo>
                    <a:pt x="0" y="39"/>
                    <a:pt x="1" y="42"/>
                    <a:pt x="3" y="43"/>
                  </a:cubicBezTo>
                  <a:cubicBezTo>
                    <a:pt x="2" y="41"/>
                    <a:pt x="4" y="38"/>
                    <a:pt x="6" y="36"/>
                  </a:cubicBezTo>
                  <a:cubicBezTo>
                    <a:pt x="7" y="33"/>
                    <a:pt x="10" y="32"/>
                    <a:pt x="12" y="31"/>
                  </a:cubicBezTo>
                  <a:cubicBezTo>
                    <a:pt x="13" y="36"/>
                    <a:pt x="13" y="36"/>
                    <a:pt x="13" y="36"/>
                  </a:cubicBezTo>
                  <a:cubicBezTo>
                    <a:pt x="11" y="37"/>
                    <a:pt x="8" y="40"/>
                    <a:pt x="7" y="42"/>
                  </a:cubicBezTo>
                  <a:cubicBezTo>
                    <a:pt x="8" y="50"/>
                    <a:pt x="8" y="50"/>
                    <a:pt x="8" y="50"/>
                  </a:cubicBezTo>
                  <a:cubicBezTo>
                    <a:pt x="14" y="46"/>
                    <a:pt x="14" y="46"/>
                    <a:pt x="14" y="46"/>
                  </a:cubicBezTo>
                  <a:cubicBezTo>
                    <a:pt x="15" y="48"/>
                    <a:pt x="15" y="48"/>
                    <a:pt x="15" y="48"/>
                  </a:cubicBezTo>
                  <a:cubicBezTo>
                    <a:pt x="13" y="63"/>
                    <a:pt x="13" y="63"/>
                    <a:pt x="13" y="63"/>
                  </a:cubicBezTo>
                  <a:cubicBezTo>
                    <a:pt x="16" y="62"/>
                    <a:pt x="16" y="62"/>
                    <a:pt x="16" y="62"/>
                  </a:cubicBezTo>
                  <a:cubicBezTo>
                    <a:pt x="23" y="65"/>
                    <a:pt x="23" y="65"/>
                    <a:pt x="23" y="65"/>
                  </a:cubicBezTo>
                  <a:cubicBezTo>
                    <a:pt x="16" y="70"/>
                    <a:pt x="16" y="70"/>
                    <a:pt x="16" y="70"/>
                  </a:cubicBezTo>
                  <a:cubicBezTo>
                    <a:pt x="16" y="72"/>
                    <a:pt x="16" y="72"/>
                    <a:pt x="16" y="72"/>
                  </a:cubicBezTo>
                  <a:cubicBezTo>
                    <a:pt x="16" y="72"/>
                    <a:pt x="17" y="71"/>
                    <a:pt x="20" y="71"/>
                  </a:cubicBezTo>
                  <a:cubicBezTo>
                    <a:pt x="22" y="71"/>
                    <a:pt x="27" y="73"/>
                    <a:pt x="27" y="73"/>
                  </a:cubicBezTo>
                  <a:cubicBezTo>
                    <a:pt x="27" y="75"/>
                    <a:pt x="27" y="75"/>
                    <a:pt x="27" y="75"/>
                  </a:cubicBezTo>
                  <a:cubicBezTo>
                    <a:pt x="25" y="75"/>
                    <a:pt x="25" y="75"/>
                    <a:pt x="25" y="75"/>
                  </a:cubicBezTo>
                  <a:cubicBezTo>
                    <a:pt x="16" y="75"/>
                    <a:pt x="16" y="75"/>
                    <a:pt x="16" y="75"/>
                  </a:cubicBezTo>
                  <a:cubicBezTo>
                    <a:pt x="16" y="76"/>
                    <a:pt x="17" y="77"/>
                    <a:pt x="18" y="78"/>
                  </a:cubicBezTo>
                  <a:cubicBezTo>
                    <a:pt x="19" y="77"/>
                    <a:pt x="21" y="77"/>
                    <a:pt x="22" y="77"/>
                  </a:cubicBezTo>
                  <a:cubicBezTo>
                    <a:pt x="22" y="77"/>
                    <a:pt x="24" y="77"/>
                    <a:pt x="26" y="77"/>
                  </a:cubicBezTo>
                  <a:cubicBezTo>
                    <a:pt x="24" y="80"/>
                    <a:pt x="24" y="80"/>
                    <a:pt x="24" y="80"/>
                  </a:cubicBezTo>
                  <a:cubicBezTo>
                    <a:pt x="24" y="80"/>
                    <a:pt x="23" y="81"/>
                    <a:pt x="21" y="80"/>
                  </a:cubicBezTo>
                  <a:cubicBezTo>
                    <a:pt x="20" y="80"/>
                    <a:pt x="19" y="81"/>
                    <a:pt x="19" y="83"/>
                  </a:cubicBezTo>
                  <a:cubicBezTo>
                    <a:pt x="19" y="84"/>
                    <a:pt x="20" y="87"/>
                    <a:pt x="20" y="87"/>
                  </a:cubicBezTo>
                  <a:cubicBezTo>
                    <a:pt x="21" y="92"/>
                    <a:pt x="26" y="91"/>
                    <a:pt x="26" y="91"/>
                  </a:cubicBezTo>
                  <a:cubicBezTo>
                    <a:pt x="29" y="90"/>
                    <a:pt x="39" y="87"/>
                    <a:pt x="39" y="87"/>
                  </a:cubicBezTo>
                  <a:cubicBezTo>
                    <a:pt x="30" y="100"/>
                    <a:pt x="30" y="100"/>
                    <a:pt x="30" y="100"/>
                  </a:cubicBezTo>
                  <a:cubicBezTo>
                    <a:pt x="34" y="114"/>
                    <a:pt x="34" y="114"/>
                    <a:pt x="34" y="114"/>
                  </a:cubicBezTo>
                  <a:cubicBezTo>
                    <a:pt x="40" y="111"/>
                    <a:pt x="58" y="105"/>
                    <a:pt x="78" y="102"/>
                  </a:cubicBezTo>
                  <a:cubicBezTo>
                    <a:pt x="76" y="98"/>
                    <a:pt x="76" y="96"/>
                    <a:pt x="73" y="91"/>
                  </a:cubicBezTo>
                  <a:cubicBezTo>
                    <a:pt x="63" y="68"/>
                    <a:pt x="63" y="68"/>
                    <a:pt x="63" y="68"/>
                  </a:cubicBezTo>
                  <a:cubicBezTo>
                    <a:pt x="64" y="64"/>
                    <a:pt x="64" y="64"/>
                    <a:pt x="64" y="64"/>
                  </a:cubicBezTo>
                  <a:cubicBezTo>
                    <a:pt x="66" y="65"/>
                    <a:pt x="70" y="63"/>
                    <a:pt x="72" y="61"/>
                  </a:cubicBezTo>
                  <a:cubicBezTo>
                    <a:pt x="74" y="60"/>
                    <a:pt x="77" y="56"/>
                    <a:pt x="78" y="54"/>
                  </a:cubicBezTo>
                  <a:cubicBezTo>
                    <a:pt x="77" y="54"/>
                    <a:pt x="75" y="54"/>
                    <a:pt x="74" y="55"/>
                  </a:cubicBezTo>
                  <a:cubicBezTo>
                    <a:pt x="73" y="55"/>
                    <a:pt x="72" y="57"/>
                    <a:pt x="70" y="56"/>
                  </a:cubicBezTo>
                  <a:cubicBezTo>
                    <a:pt x="68" y="55"/>
                    <a:pt x="69" y="53"/>
                    <a:pt x="70" y="51"/>
                  </a:cubicBezTo>
                  <a:cubicBezTo>
                    <a:pt x="70" y="50"/>
                    <a:pt x="67" y="50"/>
                    <a:pt x="66" y="51"/>
                  </a:cubicBezTo>
                  <a:cubicBezTo>
                    <a:pt x="64" y="52"/>
                    <a:pt x="61" y="52"/>
                    <a:pt x="59" y="50"/>
                  </a:cubicBezTo>
                  <a:cubicBezTo>
                    <a:pt x="56" y="47"/>
                    <a:pt x="45" y="38"/>
                    <a:pt x="42" y="36"/>
                  </a:cubicBezTo>
                  <a:cubicBezTo>
                    <a:pt x="36" y="33"/>
                    <a:pt x="28" y="32"/>
                    <a:pt x="23" y="33"/>
                  </a:cubicBezTo>
                  <a:cubicBezTo>
                    <a:pt x="20" y="34"/>
                    <a:pt x="17" y="35"/>
                    <a:pt x="16" y="35"/>
                  </a:cubicBezTo>
                  <a:cubicBezTo>
                    <a:pt x="12" y="28"/>
                    <a:pt x="12" y="28"/>
                    <a:pt x="12" y="28"/>
                  </a:cubicBezTo>
                  <a:cubicBezTo>
                    <a:pt x="13" y="28"/>
                    <a:pt x="13" y="28"/>
                    <a:pt x="13" y="28"/>
                  </a:cubicBezTo>
                  <a:cubicBezTo>
                    <a:pt x="14" y="28"/>
                    <a:pt x="16" y="30"/>
                    <a:pt x="17" y="29"/>
                  </a:cubicBezTo>
                  <a:cubicBezTo>
                    <a:pt x="19" y="28"/>
                    <a:pt x="25" y="27"/>
                    <a:pt x="31" y="27"/>
                  </a:cubicBezTo>
                  <a:cubicBezTo>
                    <a:pt x="39" y="27"/>
                    <a:pt x="49" y="30"/>
                    <a:pt x="53" y="32"/>
                  </a:cubicBezTo>
                  <a:cubicBezTo>
                    <a:pt x="53" y="37"/>
                    <a:pt x="64" y="44"/>
                    <a:pt x="69" y="44"/>
                  </a:cubicBezTo>
                  <a:cubicBezTo>
                    <a:pt x="73" y="45"/>
                    <a:pt x="75" y="44"/>
                    <a:pt x="78" y="42"/>
                  </a:cubicBezTo>
                  <a:cubicBezTo>
                    <a:pt x="67" y="33"/>
                    <a:pt x="67" y="33"/>
                    <a:pt x="67" y="33"/>
                  </a:cubicBezTo>
                  <a:cubicBezTo>
                    <a:pt x="73" y="26"/>
                    <a:pt x="73" y="26"/>
                    <a:pt x="73" y="26"/>
                  </a:cubicBezTo>
                  <a:cubicBezTo>
                    <a:pt x="73" y="26"/>
                    <a:pt x="82" y="35"/>
                    <a:pt x="83" y="36"/>
                  </a:cubicBezTo>
                  <a:cubicBezTo>
                    <a:pt x="83" y="35"/>
                    <a:pt x="83" y="34"/>
                    <a:pt x="83" y="32"/>
                  </a:cubicBezTo>
                  <a:moveTo>
                    <a:pt x="20" y="43"/>
                  </a:moveTo>
                  <a:cubicBezTo>
                    <a:pt x="20" y="43"/>
                    <a:pt x="24" y="41"/>
                    <a:pt x="29" y="40"/>
                  </a:cubicBezTo>
                  <a:cubicBezTo>
                    <a:pt x="35" y="38"/>
                    <a:pt x="42" y="42"/>
                    <a:pt x="47" y="46"/>
                  </a:cubicBezTo>
                  <a:cubicBezTo>
                    <a:pt x="46" y="47"/>
                    <a:pt x="46" y="47"/>
                    <a:pt x="46" y="47"/>
                  </a:cubicBezTo>
                  <a:cubicBezTo>
                    <a:pt x="39" y="49"/>
                    <a:pt x="39" y="49"/>
                    <a:pt x="39" y="49"/>
                  </a:cubicBezTo>
                  <a:cubicBezTo>
                    <a:pt x="37" y="48"/>
                    <a:pt x="35" y="47"/>
                    <a:pt x="32" y="47"/>
                  </a:cubicBezTo>
                  <a:cubicBezTo>
                    <a:pt x="29" y="47"/>
                    <a:pt x="27" y="48"/>
                    <a:pt x="27" y="48"/>
                  </a:cubicBezTo>
                  <a:cubicBezTo>
                    <a:pt x="29" y="51"/>
                    <a:pt x="29" y="51"/>
                    <a:pt x="29" y="51"/>
                  </a:cubicBezTo>
                  <a:cubicBezTo>
                    <a:pt x="26" y="51"/>
                    <a:pt x="26" y="51"/>
                    <a:pt x="26" y="51"/>
                  </a:cubicBezTo>
                  <a:cubicBezTo>
                    <a:pt x="24" y="50"/>
                    <a:pt x="22" y="47"/>
                    <a:pt x="20" y="47"/>
                  </a:cubicBezTo>
                  <a:lnTo>
                    <a:pt x="20" y="43"/>
                  </a:lnTo>
                  <a:close/>
                  <a:moveTo>
                    <a:pt x="9" y="27"/>
                  </a:moveTo>
                  <a:cubicBezTo>
                    <a:pt x="7" y="21"/>
                    <a:pt x="12" y="15"/>
                    <a:pt x="15" y="12"/>
                  </a:cubicBezTo>
                  <a:cubicBezTo>
                    <a:pt x="18" y="20"/>
                    <a:pt x="18" y="20"/>
                    <a:pt x="18" y="20"/>
                  </a:cubicBezTo>
                  <a:cubicBezTo>
                    <a:pt x="15" y="22"/>
                    <a:pt x="11" y="25"/>
                    <a:pt x="9" y="27"/>
                  </a:cubicBezTo>
                  <a:moveTo>
                    <a:pt x="42" y="20"/>
                  </a:moveTo>
                  <a:cubicBezTo>
                    <a:pt x="38" y="18"/>
                    <a:pt x="27" y="18"/>
                    <a:pt x="23" y="19"/>
                  </a:cubicBezTo>
                  <a:cubicBezTo>
                    <a:pt x="20" y="10"/>
                    <a:pt x="20" y="10"/>
                    <a:pt x="20" y="10"/>
                  </a:cubicBezTo>
                  <a:cubicBezTo>
                    <a:pt x="22" y="8"/>
                    <a:pt x="27" y="7"/>
                    <a:pt x="31" y="7"/>
                  </a:cubicBezTo>
                  <a:cubicBezTo>
                    <a:pt x="35" y="7"/>
                    <a:pt x="40" y="8"/>
                    <a:pt x="43" y="9"/>
                  </a:cubicBezTo>
                  <a:lnTo>
                    <a:pt x="42" y="20"/>
                  </a:lnTo>
                  <a:close/>
                  <a:moveTo>
                    <a:pt x="63" y="30"/>
                  </a:moveTo>
                  <a:cubicBezTo>
                    <a:pt x="58" y="27"/>
                    <a:pt x="50" y="22"/>
                    <a:pt x="47" y="22"/>
                  </a:cubicBezTo>
                  <a:cubicBezTo>
                    <a:pt x="51" y="12"/>
                    <a:pt x="51" y="12"/>
                    <a:pt x="51" y="12"/>
                  </a:cubicBezTo>
                  <a:cubicBezTo>
                    <a:pt x="54" y="13"/>
                    <a:pt x="66" y="21"/>
                    <a:pt x="68" y="22"/>
                  </a:cubicBezTo>
                  <a:lnTo>
                    <a:pt x="63" y="3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5" name="Freeform 83"/>
            <p:cNvSpPr>
              <a:spLocks/>
            </p:cNvSpPr>
            <p:nvPr/>
          </p:nvSpPr>
          <p:spPr bwMode="gray">
            <a:xfrm>
              <a:off x="4076701" y="3179763"/>
              <a:ext cx="138113" cy="173038"/>
            </a:xfrm>
            <a:custGeom>
              <a:avLst/>
              <a:gdLst>
                <a:gd name="T0" fmla="*/ 0 w 37"/>
                <a:gd name="T1" fmla="*/ 36 h 46"/>
                <a:gd name="T2" fmla="*/ 15 w 37"/>
                <a:gd name="T3" fmla="*/ 46 h 46"/>
                <a:gd name="T4" fmla="*/ 37 w 37"/>
                <a:gd name="T5" fmla="*/ 0 h 46"/>
                <a:gd name="T6" fmla="*/ 0 w 37"/>
                <a:gd name="T7" fmla="*/ 36 h 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7" h="46">
                  <a:moveTo>
                    <a:pt x="0" y="36"/>
                  </a:moveTo>
                  <a:cubicBezTo>
                    <a:pt x="4" y="38"/>
                    <a:pt x="13" y="45"/>
                    <a:pt x="15" y="46"/>
                  </a:cubicBezTo>
                  <a:cubicBezTo>
                    <a:pt x="37" y="0"/>
                    <a:pt x="37" y="0"/>
                    <a:pt x="37" y="0"/>
                  </a:cubicBezTo>
                  <a:lnTo>
                    <a:pt x="0" y="3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6" name="Freeform 84"/>
            <p:cNvSpPr>
              <a:spLocks noEditPoints="1"/>
            </p:cNvSpPr>
            <p:nvPr/>
          </p:nvSpPr>
          <p:spPr bwMode="gray">
            <a:xfrm>
              <a:off x="8705851" y="3481388"/>
              <a:ext cx="93663" cy="98425"/>
            </a:xfrm>
            <a:custGeom>
              <a:avLst/>
              <a:gdLst>
                <a:gd name="T0" fmla="*/ 12 w 25"/>
                <a:gd name="T1" fmla="*/ 0 h 26"/>
                <a:gd name="T2" fmla="*/ 25 w 25"/>
                <a:gd name="T3" fmla="*/ 13 h 26"/>
                <a:gd name="T4" fmla="*/ 12 w 25"/>
                <a:gd name="T5" fmla="*/ 26 h 26"/>
                <a:gd name="T6" fmla="*/ 0 w 25"/>
                <a:gd name="T7" fmla="*/ 13 h 26"/>
                <a:gd name="T8" fmla="*/ 12 w 25"/>
                <a:gd name="T9" fmla="*/ 0 h 26"/>
                <a:gd name="T10" fmla="*/ 12 w 25"/>
                <a:gd name="T11" fmla="*/ 23 h 26"/>
                <a:gd name="T12" fmla="*/ 22 w 25"/>
                <a:gd name="T13" fmla="*/ 13 h 26"/>
                <a:gd name="T14" fmla="*/ 12 w 25"/>
                <a:gd name="T15" fmla="*/ 3 h 26"/>
                <a:gd name="T16" fmla="*/ 3 w 25"/>
                <a:gd name="T17" fmla="*/ 13 h 26"/>
                <a:gd name="T18" fmla="*/ 12 w 25"/>
                <a:gd name="T19" fmla="*/ 23 h 26"/>
                <a:gd name="T20" fmla="*/ 8 w 25"/>
                <a:gd name="T21" fmla="*/ 6 h 26"/>
                <a:gd name="T22" fmla="*/ 13 w 25"/>
                <a:gd name="T23" fmla="*/ 6 h 26"/>
                <a:gd name="T24" fmla="*/ 18 w 25"/>
                <a:gd name="T25" fmla="*/ 10 h 26"/>
                <a:gd name="T26" fmla="*/ 15 w 25"/>
                <a:gd name="T27" fmla="*/ 14 h 26"/>
                <a:gd name="T28" fmla="*/ 18 w 25"/>
                <a:gd name="T29" fmla="*/ 20 h 26"/>
                <a:gd name="T30" fmla="*/ 16 w 25"/>
                <a:gd name="T31" fmla="*/ 20 h 26"/>
                <a:gd name="T32" fmla="*/ 12 w 25"/>
                <a:gd name="T33" fmla="*/ 14 h 26"/>
                <a:gd name="T34" fmla="*/ 10 w 25"/>
                <a:gd name="T35" fmla="*/ 14 h 26"/>
                <a:gd name="T36" fmla="*/ 10 w 25"/>
                <a:gd name="T37" fmla="*/ 20 h 26"/>
                <a:gd name="T38" fmla="*/ 8 w 25"/>
                <a:gd name="T39" fmla="*/ 20 h 26"/>
                <a:gd name="T40" fmla="*/ 8 w 25"/>
                <a:gd name="T41" fmla="*/ 6 h 26"/>
                <a:gd name="T42" fmla="*/ 10 w 25"/>
                <a:gd name="T43" fmla="*/ 12 h 26"/>
                <a:gd name="T44" fmla="*/ 13 w 25"/>
                <a:gd name="T45" fmla="*/ 12 h 26"/>
                <a:gd name="T46" fmla="*/ 16 w 25"/>
                <a:gd name="T47" fmla="*/ 10 h 26"/>
                <a:gd name="T48" fmla="*/ 13 w 25"/>
                <a:gd name="T49" fmla="*/ 8 h 26"/>
                <a:gd name="T50" fmla="*/ 10 w 25"/>
                <a:gd name="T51" fmla="*/ 8 h 26"/>
                <a:gd name="T52" fmla="*/ 10 w 25"/>
                <a:gd name="T53" fmla="*/ 12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5" h="26">
                  <a:moveTo>
                    <a:pt x="12" y="0"/>
                  </a:moveTo>
                  <a:cubicBezTo>
                    <a:pt x="19" y="0"/>
                    <a:pt x="25" y="5"/>
                    <a:pt x="25" y="13"/>
                  </a:cubicBezTo>
                  <a:cubicBezTo>
                    <a:pt x="25" y="20"/>
                    <a:pt x="19" y="26"/>
                    <a:pt x="12" y="26"/>
                  </a:cubicBezTo>
                  <a:cubicBezTo>
                    <a:pt x="6" y="26"/>
                    <a:pt x="0" y="20"/>
                    <a:pt x="0" y="13"/>
                  </a:cubicBezTo>
                  <a:cubicBezTo>
                    <a:pt x="0" y="5"/>
                    <a:pt x="6" y="0"/>
                    <a:pt x="12" y="0"/>
                  </a:cubicBezTo>
                  <a:moveTo>
                    <a:pt x="12" y="23"/>
                  </a:moveTo>
                  <a:cubicBezTo>
                    <a:pt x="18" y="23"/>
                    <a:pt x="22" y="19"/>
                    <a:pt x="22" y="13"/>
                  </a:cubicBezTo>
                  <a:cubicBezTo>
                    <a:pt x="22" y="7"/>
                    <a:pt x="18" y="3"/>
                    <a:pt x="12" y="3"/>
                  </a:cubicBezTo>
                  <a:cubicBezTo>
                    <a:pt x="7" y="3"/>
                    <a:pt x="3" y="7"/>
                    <a:pt x="3" y="13"/>
                  </a:cubicBezTo>
                  <a:cubicBezTo>
                    <a:pt x="3" y="19"/>
                    <a:pt x="7" y="23"/>
                    <a:pt x="12" y="23"/>
                  </a:cubicBezTo>
                  <a:moveTo>
                    <a:pt x="8" y="6"/>
                  </a:moveTo>
                  <a:cubicBezTo>
                    <a:pt x="13" y="6"/>
                    <a:pt x="13" y="6"/>
                    <a:pt x="13" y="6"/>
                  </a:cubicBezTo>
                  <a:cubicBezTo>
                    <a:pt x="16" y="6"/>
                    <a:pt x="18" y="7"/>
                    <a:pt x="18" y="10"/>
                  </a:cubicBezTo>
                  <a:cubicBezTo>
                    <a:pt x="18" y="13"/>
                    <a:pt x="17" y="14"/>
                    <a:pt x="15" y="14"/>
                  </a:cubicBezTo>
                  <a:cubicBezTo>
                    <a:pt x="18" y="20"/>
                    <a:pt x="18" y="20"/>
                    <a:pt x="18" y="20"/>
                  </a:cubicBezTo>
                  <a:cubicBezTo>
                    <a:pt x="16" y="20"/>
                    <a:pt x="16" y="20"/>
                    <a:pt x="16" y="20"/>
                  </a:cubicBezTo>
                  <a:cubicBezTo>
                    <a:pt x="12" y="14"/>
                    <a:pt x="12" y="14"/>
                    <a:pt x="12" y="14"/>
                  </a:cubicBezTo>
                  <a:cubicBezTo>
                    <a:pt x="10" y="14"/>
                    <a:pt x="10" y="14"/>
                    <a:pt x="10" y="14"/>
                  </a:cubicBezTo>
                  <a:cubicBezTo>
                    <a:pt x="10" y="20"/>
                    <a:pt x="10" y="20"/>
                    <a:pt x="10" y="20"/>
                  </a:cubicBezTo>
                  <a:cubicBezTo>
                    <a:pt x="8" y="20"/>
                    <a:pt x="8" y="20"/>
                    <a:pt x="8" y="20"/>
                  </a:cubicBezTo>
                  <a:lnTo>
                    <a:pt x="8" y="6"/>
                  </a:lnTo>
                  <a:close/>
                  <a:moveTo>
                    <a:pt x="10" y="12"/>
                  </a:moveTo>
                  <a:cubicBezTo>
                    <a:pt x="13" y="12"/>
                    <a:pt x="13" y="12"/>
                    <a:pt x="13" y="12"/>
                  </a:cubicBezTo>
                  <a:cubicBezTo>
                    <a:pt x="14" y="12"/>
                    <a:pt x="16" y="12"/>
                    <a:pt x="16" y="10"/>
                  </a:cubicBezTo>
                  <a:cubicBezTo>
                    <a:pt x="16" y="8"/>
                    <a:pt x="14" y="8"/>
                    <a:pt x="13" y="8"/>
                  </a:cubicBezTo>
                  <a:cubicBezTo>
                    <a:pt x="10" y="8"/>
                    <a:pt x="10" y="8"/>
                    <a:pt x="10" y="8"/>
                  </a:cubicBezTo>
                  <a:lnTo>
                    <a:pt x="10" y="12"/>
                  </a:lnTo>
                  <a:close/>
                </a:path>
              </a:pathLst>
            </a:custGeom>
            <a:solidFill>
              <a:srgbClr val="1A144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7" name="Rectangle 85"/>
            <p:cNvSpPr>
              <a:spLocks noChangeArrowheads="1"/>
            </p:cNvSpPr>
            <p:nvPr/>
          </p:nvSpPr>
          <p:spPr bwMode="gray">
            <a:xfrm>
              <a:off x="4470401" y="3727450"/>
              <a:ext cx="1631950" cy="15875"/>
            </a:xfrm>
            <a:prstGeom prst="rect">
              <a:avLst/>
            </a:prstGeom>
            <a:solidFill>
              <a:srgbClr val="1A144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8" name="Rectangle 86"/>
            <p:cNvSpPr>
              <a:spLocks noChangeArrowheads="1"/>
            </p:cNvSpPr>
            <p:nvPr/>
          </p:nvSpPr>
          <p:spPr bwMode="gray">
            <a:xfrm>
              <a:off x="6327776" y="3727450"/>
              <a:ext cx="2352675" cy="15875"/>
            </a:xfrm>
            <a:prstGeom prst="rect">
              <a:avLst/>
            </a:prstGeom>
            <a:solidFill>
              <a:srgbClr val="1A144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9" name="Rectangle 87"/>
            <p:cNvSpPr>
              <a:spLocks noChangeArrowheads="1"/>
            </p:cNvSpPr>
            <p:nvPr/>
          </p:nvSpPr>
          <p:spPr bwMode="gray">
            <a:xfrm>
              <a:off x="5410201" y="3886200"/>
              <a:ext cx="44450" cy="231775"/>
            </a:xfrm>
            <a:prstGeom prst="rect">
              <a:avLst/>
            </a:prstGeom>
            <a:solidFill>
              <a:srgbClr val="1A144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0" name="Freeform 88"/>
            <p:cNvSpPr>
              <a:spLocks/>
            </p:cNvSpPr>
            <p:nvPr/>
          </p:nvSpPr>
          <p:spPr bwMode="gray">
            <a:xfrm>
              <a:off x="5580063" y="3886200"/>
              <a:ext cx="171450" cy="231775"/>
            </a:xfrm>
            <a:custGeom>
              <a:avLst/>
              <a:gdLst>
                <a:gd name="T0" fmla="*/ 0 w 108"/>
                <a:gd name="T1" fmla="*/ 0 h 146"/>
                <a:gd name="T2" fmla="*/ 23 w 108"/>
                <a:gd name="T3" fmla="*/ 0 h 146"/>
                <a:gd name="T4" fmla="*/ 85 w 108"/>
                <a:gd name="T5" fmla="*/ 103 h 146"/>
                <a:gd name="T6" fmla="*/ 85 w 108"/>
                <a:gd name="T7" fmla="*/ 103 h 146"/>
                <a:gd name="T8" fmla="*/ 85 w 108"/>
                <a:gd name="T9" fmla="*/ 0 h 146"/>
                <a:gd name="T10" fmla="*/ 108 w 108"/>
                <a:gd name="T11" fmla="*/ 0 h 146"/>
                <a:gd name="T12" fmla="*/ 108 w 108"/>
                <a:gd name="T13" fmla="*/ 146 h 146"/>
                <a:gd name="T14" fmla="*/ 85 w 108"/>
                <a:gd name="T15" fmla="*/ 146 h 146"/>
                <a:gd name="T16" fmla="*/ 26 w 108"/>
                <a:gd name="T17" fmla="*/ 43 h 146"/>
                <a:gd name="T18" fmla="*/ 23 w 108"/>
                <a:gd name="T19" fmla="*/ 43 h 146"/>
                <a:gd name="T20" fmla="*/ 23 w 108"/>
                <a:gd name="T21" fmla="*/ 146 h 146"/>
                <a:gd name="T22" fmla="*/ 0 w 108"/>
                <a:gd name="T23" fmla="*/ 146 h 146"/>
                <a:gd name="T24" fmla="*/ 0 w 108"/>
                <a:gd name="T25" fmla="*/ 0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08" h="146">
                  <a:moveTo>
                    <a:pt x="0" y="0"/>
                  </a:moveTo>
                  <a:lnTo>
                    <a:pt x="23" y="0"/>
                  </a:lnTo>
                  <a:lnTo>
                    <a:pt x="85" y="103"/>
                  </a:lnTo>
                  <a:lnTo>
                    <a:pt x="85" y="103"/>
                  </a:lnTo>
                  <a:lnTo>
                    <a:pt x="85" y="0"/>
                  </a:lnTo>
                  <a:lnTo>
                    <a:pt x="108" y="0"/>
                  </a:lnTo>
                  <a:lnTo>
                    <a:pt x="108" y="146"/>
                  </a:lnTo>
                  <a:lnTo>
                    <a:pt x="85" y="146"/>
                  </a:lnTo>
                  <a:lnTo>
                    <a:pt x="26" y="43"/>
                  </a:lnTo>
                  <a:lnTo>
                    <a:pt x="23" y="43"/>
                  </a:lnTo>
                  <a:lnTo>
                    <a:pt x="23" y="146"/>
                  </a:lnTo>
                  <a:lnTo>
                    <a:pt x="0" y="14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A144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1" name="Freeform 89"/>
            <p:cNvSpPr>
              <a:spLocks/>
            </p:cNvSpPr>
            <p:nvPr/>
          </p:nvSpPr>
          <p:spPr bwMode="gray">
            <a:xfrm>
              <a:off x="5849938" y="3883025"/>
              <a:ext cx="198438" cy="238125"/>
            </a:xfrm>
            <a:custGeom>
              <a:avLst/>
              <a:gdLst>
                <a:gd name="T0" fmla="*/ 10 w 53"/>
                <a:gd name="T1" fmla="*/ 43 h 63"/>
                <a:gd name="T2" fmla="*/ 28 w 53"/>
                <a:gd name="T3" fmla="*/ 53 h 63"/>
                <a:gd name="T4" fmla="*/ 41 w 53"/>
                <a:gd name="T5" fmla="*/ 45 h 63"/>
                <a:gd name="T6" fmla="*/ 28 w 53"/>
                <a:gd name="T7" fmla="*/ 37 h 63"/>
                <a:gd name="T8" fmla="*/ 22 w 53"/>
                <a:gd name="T9" fmla="*/ 35 h 63"/>
                <a:gd name="T10" fmla="*/ 3 w 53"/>
                <a:gd name="T11" fmla="*/ 18 h 63"/>
                <a:gd name="T12" fmla="*/ 27 w 53"/>
                <a:gd name="T13" fmla="*/ 0 h 63"/>
                <a:gd name="T14" fmla="*/ 52 w 53"/>
                <a:gd name="T15" fmla="*/ 12 h 63"/>
                <a:gd name="T16" fmla="*/ 43 w 53"/>
                <a:gd name="T17" fmla="*/ 19 h 63"/>
                <a:gd name="T18" fmla="*/ 27 w 53"/>
                <a:gd name="T19" fmla="*/ 10 h 63"/>
                <a:gd name="T20" fmla="*/ 15 w 53"/>
                <a:gd name="T21" fmla="*/ 17 h 63"/>
                <a:gd name="T22" fmla="*/ 28 w 53"/>
                <a:gd name="T23" fmla="*/ 25 h 63"/>
                <a:gd name="T24" fmla="*/ 35 w 53"/>
                <a:gd name="T25" fmla="*/ 26 h 63"/>
                <a:gd name="T26" fmla="*/ 53 w 53"/>
                <a:gd name="T27" fmla="*/ 43 h 63"/>
                <a:gd name="T28" fmla="*/ 26 w 53"/>
                <a:gd name="T29" fmla="*/ 63 h 63"/>
                <a:gd name="T30" fmla="*/ 0 w 53"/>
                <a:gd name="T31" fmla="*/ 50 h 63"/>
                <a:gd name="T32" fmla="*/ 10 w 53"/>
                <a:gd name="T33" fmla="*/ 43 h 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53" h="63">
                  <a:moveTo>
                    <a:pt x="10" y="43"/>
                  </a:moveTo>
                  <a:cubicBezTo>
                    <a:pt x="14" y="50"/>
                    <a:pt x="21" y="53"/>
                    <a:pt x="28" y="53"/>
                  </a:cubicBezTo>
                  <a:cubicBezTo>
                    <a:pt x="33" y="53"/>
                    <a:pt x="41" y="51"/>
                    <a:pt x="41" y="45"/>
                  </a:cubicBezTo>
                  <a:cubicBezTo>
                    <a:pt x="41" y="40"/>
                    <a:pt x="36" y="39"/>
                    <a:pt x="28" y="37"/>
                  </a:cubicBezTo>
                  <a:cubicBezTo>
                    <a:pt x="22" y="35"/>
                    <a:pt x="22" y="35"/>
                    <a:pt x="22" y="35"/>
                  </a:cubicBezTo>
                  <a:cubicBezTo>
                    <a:pt x="12" y="33"/>
                    <a:pt x="3" y="30"/>
                    <a:pt x="3" y="18"/>
                  </a:cubicBezTo>
                  <a:cubicBezTo>
                    <a:pt x="3" y="6"/>
                    <a:pt x="16" y="0"/>
                    <a:pt x="27" y="0"/>
                  </a:cubicBezTo>
                  <a:cubicBezTo>
                    <a:pt x="37" y="0"/>
                    <a:pt x="46" y="3"/>
                    <a:pt x="52" y="12"/>
                  </a:cubicBezTo>
                  <a:cubicBezTo>
                    <a:pt x="43" y="19"/>
                    <a:pt x="43" y="19"/>
                    <a:pt x="43" y="19"/>
                  </a:cubicBezTo>
                  <a:cubicBezTo>
                    <a:pt x="40" y="13"/>
                    <a:pt x="34" y="10"/>
                    <a:pt x="27" y="10"/>
                  </a:cubicBezTo>
                  <a:cubicBezTo>
                    <a:pt x="20" y="10"/>
                    <a:pt x="15" y="13"/>
                    <a:pt x="15" y="17"/>
                  </a:cubicBezTo>
                  <a:cubicBezTo>
                    <a:pt x="15" y="22"/>
                    <a:pt x="21" y="23"/>
                    <a:pt x="28" y="25"/>
                  </a:cubicBezTo>
                  <a:cubicBezTo>
                    <a:pt x="35" y="26"/>
                    <a:pt x="35" y="26"/>
                    <a:pt x="35" y="26"/>
                  </a:cubicBezTo>
                  <a:cubicBezTo>
                    <a:pt x="44" y="28"/>
                    <a:pt x="53" y="32"/>
                    <a:pt x="53" y="43"/>
                  </a:cubicBezTo>
                  <a:cubicBezTo>
                    <a:pt x="53" y="58"/>
                    <a:pt x="39" y="63"/>
                    <a:pt x="26" y="63"/>
                  </a:cubicBezTo>
                  <a:cubicBezTo>
                    <a:pt x="16" y="63"/>
                    <a:pt x="6" y="59"/>
                    <a:pt x="0" y="50"/>
                  </a:cubicBezTo>
                  <a:lnTo>
                    <a:pt x="10" y="43"/>
                  </a:lnTo>
                  <a:close/>
                </a:path>
              </a:pathLst>
            </a:custGeom>
            <a:solidFill>
              <a:srgbClr val="1A144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2" name="Freeform 90"/>
            <p:cNvSpPr>
              <a:spLocks/>
            </p:cNvSpPr>
            <p:nvPr/>
          </p:nvSpPr>
          <p:spPr bwMode="gray">
            <a:xfrm>
              <a:off x="6157913" y="3886200"/>
              <a:ext cx="184150" cy="234950"/>
            </a:xfrm>
            <a:custGeom>
              <a:avLst/>
              <a:gdLst>
                <a:gd name="T0" fmla="*/ 49 w 49"/>
                <a:gd name="T1" fmla="*/ 42 h 62"/>
                <a:gd name="T2" fmla="*/ 24 w 49"/>
                <a:gd name="T3" fmla="*/ 62 h 62"/>
                <a:gd name="T4" fmla="*/ 0 w 49"/>
                <a:gd name="T5" fmla="*/ 42 h 62"/>
                <a:gd name="T6" fmla="*/ 0 w 49"/>
                <a:gd name="T7" fmla="*/ 0 h 62"/>
                <a:gd name="T8" fmla="*/ 11 w 49"/>
                <a:gd name="T9" fmla="*/ 0 h 62"/>
                <a:gd name="T10" fmla="*/ 11 w 49"/>
                <a:gd name="T11" fmla="*/ 39 h 62"/>
                <a:gd name="T12" fmla="*/ 24 w 49"/>
                <a:gd name="T13" fmla="*/ 51 h 62"/>
                <a:gd name="T14" fmla="*/ 37 w 49"/>
                <a:gd name="T15" fmla="*/ 39 h 62"/>
                <a:gd name="T16" fmla="*/ 37 w 49"/>
                <a:gd name="T17" fmla="*/ 0 h 62"/>
                <a:gd name="T18" fmla="*/ 49 w 49"/>
                <a:gd name="T19" fmla="*/ 0 h 62"/>
                <a:gd name="T20" fmla="*/ 49 w 49"/>
                <a:gd name="T21" fmla="*/ 42 h 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49" h="62">
                  <a:moveTo>
                    <a:pt x="49" y="42"/>
                  </a:moveTo>
                  <a:cubicBezTo>
                    <a:pt x="49" y="54"/>
                    <a:pt x="39" y="62"/>
                    <a:pt x="24" y="62"/>
                  </a:cubicBezTo>
                  <a:cubicBezTo>
                    <a:pt x="10" y="62"/>
                    <a:pt x="0" y="54"/>
                    <a:pt x="0" y="42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1" y="0"/>
                    <a:pt x="11" y="0"/>
                    <a:pt x="11" y="0"/>
                  </a:cubicBezTo>
                  <a:cubicBezTo>
                    <a:pt x="11" y="39"/>
                    <a:pt x="11" y="39"/>
                    <a:pt x="11" y="39"/>
                  </a:cubicBezTo>
                  <a:cubicBezTo>
                    <a:pt x="11" y="46"/>
                    <a:pt x="14" y="51"/>
                    <a:pt x="24" y="51"/>
                  </a:cubicBezTo>
                  <a:cubicBezTo>
                    <a:pt x="34" y="51"/>
                    <a:pt x="37" y="46"/>
                    <a:pt x="37" y="39"/>
                  </a:cubicBezTo>
                  <a:cubicBezTo>
                    <a:pt x="37" y="0"/>
                    <a:pt x="37" y="0"/>
                    <a:pt x="37" y="0"/>
                  </a:cubicBezTo>
                  <a:cubicBezTo>
                    <a:pt x="49" y="0"/>
                    <a:pt x="49" y="0"/>
                    <a:pt x="49" y="0"/>
                  </a:cubicBezTo>
                  <a:lnTo>
                    <a:pt x="49" y="42"/>
                  </a:lnTo>
                  <a:close/>
                </a:path>
              </a:pathLst>
            </a:custGeom>
            <a:solidFill>
              <a:srgbClr val="1A144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3" name="Freeform 91"/>
            <p:cNvSpPr>
              <a:spLocks noEditPoints="1"/>
            </p:cNvSpPr>
            <p:nvPr/>
          </p:nvSpPr>
          <p:spPr bwMode="gray">
            <a:xfrm>
              <a:off x="6462713" y="3886200"/>
              <a:ext cx="176213" cy="231775"/>
            </a:xfrm>
            <a:custGeom>
              <a:avLst/>
              <a:gdLst>
                <a:gd name="T0" fmla="*/ 0 w 47"/>
                <a:gd name="T1" fmla="*/ 0 h 61"/>
                <a:gd name="T2" fmla="*/ 25 w 47"/>
                <a:gd name="T3" fmla="*/ 0 h 61"/>
                <a:gd name="T4" fmla="*/ 46 w 47"/>
                <a:gd name="T5" fmla="*/ 18 h 61"/>
                <a:gd name="T6" fmla="*/ 34 w 47"/>
                <a:gd name="T7" fmla="*/ 36 h 61"/>
                <a:gd name="T8" fmla="*/ 47 w 47"/>
                <a:gd name="T9" fmla="*/ 61 h 61"/>
                <a:gd name="T10" fmla="*/ 34 w 47"/>
                <a:gd name="T11" fmla="*/ 61 h 61"/>
                <a:gd name="T12" fmla="*/ 22 w 47"/>
                <a:gd name="T13" fmla="*/ 38 h 61"/>
                <a:gd name="T14" fmla="*/ 11 w 47"/>
                <a:gd name="T15" fmla="*/ 38 h 61"/>
                <a:gd name="T16" fmla="*/ 11 w 47"/>
                <a:gd name="T17" fmla="*/ 61 h 61"/>
                <a:gd name="T18" fmla="*/ 0 w 47"/>
                <a:gd name="T19" fmla="*/ 61 h 61"/>
                <a:gd name="T20" fmla="*/ 0 w 47"/>
                <a:gd name="T21" fmla="*/ 0 h 61"/>
                <a:gd name="T22" fmla="*/ 11 w 47"/>
                <a:gd name="T23" fmla="*/ 28 h 61"/>
                <a:gd name="T24" fmla="*/ 24 w 47"/>
                <a:gd name="T25" fmla="*/ 28 h 61"/>
                <a:gd name="T26" fmla="*/ 34 w 47"/>
                <a:gd name="T27" fmla="*/ 19 h 61"/>
                <a:gd name="T28" fmla="*/ 22 w 47"/>
                <a:gd name="T29" fmla="*/ 10 h 61"/>
                <a:gd name="T30" fmla="*/ 11 w 47"/>
                <a:gd name="T31" fmla="*/ 10 h 61"/>
                <a:gd name="T32" fmla="*/ 11 w 47"/>
                <a:gd name="T33" fmla="*/ 28 h 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7" h="61">
                  <a:moveTo>
                    <a:pt x="0" y="0"/>
                  </a:moveTo>
                  <a:cubicBezTo>
                    <a:pt x="25" y="0"/>
                    <a:pt x="25" y="0"/>
                    <a:pt x="25" y="0"/>
                  </a:cubicBezTo>
                  <a:cubicBezTo>
                    <a:pt x="38" y="0"/>
                    <a:pt x="46" y="8"/>
                    <a:pt x="46" y="18"/>
                  </a:cubicBezTo>
                  <a:cubicBezTo>
                    <a:pt x="46" y="32"/>
                    <a:pt x="37" y="35"/>
                    <a:pt x="34" y="36"/>
                  </a:cubicBezTo>
                  <a:cubicBezTo>
                    <a:pt x="47" y="61"/>
                    <a:pt x="47" y="61"/>
                    <a:pt x="47" y="61"/>
                  </a:cubicBezTo>
                  <a:cubicBezTo>
                    <a:pt x="34" y="61"/>
                    <a:pt x="34" y="61"/>
                    <a:pt x="34" y="61"/>
                  </a:cubicBezTo>
                  <a:cubicBezTo>
                    <a:pt x="22" y="38"/>
                    <a:pt x="22" y="38"/>
                    <a:pt x="22" y="38"/>
                  </a:cubicBezTo>
                  <a:cubicBezTo>
                    <a:pt x="11" y="38"/>
                    <a:pt x="11" y="38"/>
                    <a:pt x="11" y="38"/>
                  </a:cubicBezTo>
                  <a:cubicBezTo>
                    <a:pt x="11" y="61"/>
                    <a:pt x="11" y="61"/>
                    <a:pt x="11" y="61"/>
                  </a:cubicBezTo>
                  <a:cubicBezTo>
                    <a:pt x="0" y="61"/>
                    <a:pt x="0" y="61"/>
                    <a:pt x="0" y="61"/>
                  </a:cubicBezTo>
                  <a:lnTo>
                    <a:pt x="0" y="0"/>
                  </a:lnTo>
                  <a:close/>
                  <a:moveTo>
                    <a:pt x="11" y="28"/>
                  </a:moveTo>
                  <a:cubicBezTo>
                    <a:pt x="24" y="28"/>
                    <a:pt x="24" y="28"/>
                    <a:pt x="24" y="28"/>
                  </a:cubicBezTo>
                  <a:cubicBezTo>
                    <a:pt x="30" y="28"/>
                    <a:pt x="34" y="25"/>
                    <a:pt x="34" y="19"/>
                  </a:cubicBezTo>
                  <a:cubicBezTo>
                    <a:pt x="34" y="14"/>
                    <a:pt x="30" y="10"/>
                    <a:pt x="22" y="10"/>
                  </a:cubicBezTo>
                  <a:cubicBezTo>
                    <a:pt x="11" y="10"/>
                    <a:pt x="11" y="10"/>
                    <a:pt x="11" y="10"/>
                  </a:cubicBezTo>
                  <a:lnTo>
                    <a:pt x="11" y="28"/>
                  </a:lnTo>
                  <a:close/>
                </a:path>
              </a:pathLst>
            </a:custGeom>
            <a:solidFill>
              <a:srgbClr val="1A144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4" name="Freeform 92"/>
            <p:cNvSpPr>
              <a:spLocks noEditPoints="1"/>
            </p:cNvSpPr>
            <p:nvPr/>
          </p:nvSpPr>
          <p:spPr bwMode="gray">
            <a:xfrm>
              <a:off x="6721476" y="3886200"/>
              <a:ext cx="203200" cy="231775"/>
            </a:xfrm>
            <a:custGeom>
              <a:avLst/>
              <a:gdLst>
                <a:gd name="T0" fmla="*/ 50 w 128"/>
                <a:gd name="T1" fmla="*/ 0 h 146"/>
                <a:gd name="T2" fmla="*/ 81 w 128"/>
                <a:gd name="T3" fmla="*/ 0 h 146"/>
                <a:gd name="T4" fmla="*/ 128 w 128"/>
                <a:gd name="T5" fmla="*/ 146 h 146"/>
                <a:gd name="T6" fmla="*/ 100 w 128"/>
                <a:gd name="T7" fmla="*/ 146 h 146"/>
                <a:gd name="T8" fmla="*/ 93 w 128"/>
                <a:gd name="T9" fmla="*/ 117 h 146"/>
                <a:gd name="T10" fmla="*/ 38 w 128"/>
                <a:gd name="T11" fmla="*/ 117 h 146"/>
                <a:gd name="T12" fmla="*/ 29 w 128"/>
                <a:gd name="T13" fmla="*/ 146 h 146"/>
                <a:gd name="T14" fmla="*/ 0 w 128"/>
                <a:gd name="T15" fmla="*/ 146 h 146"/>
                <a:gd name="T16" fmla="*/ 50 w 128"/>
                <a:gd name="T17" fmla="*/ 0 h 146"/>
                <a:gd name="T18" fmla="*/ 64 w 128"/>
                <a:gd name="T19" fmla="*/ 26 h 146"/>
                <a:gd name="T20" fmla="*/ 64 w 128"/>
                <a:gd name="T21" fmla="*/ 26 h 146"/>
                <a:gd name="T22" fmla="*/ 45 w 128"/>
                <a:gd name="T23" fmla="*/ 93 h 146"/>
                <a:gd name="T24" fmla="*/ 85 w 128"/>
                <a:gd name="T25" fmla="*/ 93 h 146"/>
                <a:gd name="T26" fmla="*/ 64 w 128"/>
                <a:gd name="T27" fmla="*/ 26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28" h="146">
                  <a:moveTo>
                    <a:pt x="50" y="0"/>
                  </a:moveTo>
                  <a:lnTo>
                    <a:pt x="81" y="0"/>
                  </a:lnTo>
                  <a:lnTo>
                    <a:pt x="128" y="146"/>
                  </a:lnTo>
                  <a:lnTo>
                    <a:pt x="100" y="146"/>
                  </a:lnTo>
                  <a:lnTo>
                    <a:pt x="93" y="117"/>
                  </a:lnTo>
                  <a:lnTo>
                    <a:pt x="38" y="117"/>
                  </a:lnTo>
                  <a:lnTo>
                    <a:pt x="29" y="146"/>
                  </a:lnTo>
                  <a:lnTo>
                    <a:pt x="0" y="146"/>
                  </a:lnTo>
                  <a:lnTo>
                    <a:pt x="50" y="0"/>
                  </a:lnTo>
                  <a:close/>
                  <a:moveTo>
                    <a:pt x="64" y="26"/>
                  </a:moveTo>
                  <a:lnTo>
                    <a:pt x="64" y="26"/>
                  </a:lnTo>
                  <a:lnTo>
                    <a:pt x="45" y="93"/>
                  </a:lnTo>
                  <a:lnTo>
                    <a:pt x="85" y="93"/>
                  </a:lnTo>
                  <a:lnTo>
                    <a:pt x="64" y="26"/>
                  </a:lnTo>
                  <a:close/>
                </a:path>
              </a:pathLst>
            </a:custGeom>
            <a:solidFill>
              <a:srgbClr val="1A144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5" name="Freeform 93"/>
            <p:cNvSpPr>
              <a:spLocks/>
            </p:cNvSpPr>
            <p:nvPr/>
          </p:nvSpPr>
          <p:spPr bwMode="gray">
            <a:xfrm>
              <a:off x="7023101" y="3886200"/>
              <a:ext cx="171450" cy="231775"/>
            </a:xfrm>
            <a:custGeom>
              <a:avLst/>
              <a:gdLst>
                <a:gd name="T0" fmla="*/ 0 w 108"/>
                <a:gd name="T1" fmla="*/ 0 h 146"/>
                <a:gd name="T2" fmla="*/ 23 w 108"/>
                <a:gd name="T3" fmla="*/ 0 h 146"/>
                <a:gd name="T4" fmla="*/ 82 w 108"/>
                <a:gd name="T5" fmla="*/ 103 h 146"/>
                <a:gd name="T6" fmla="*/ 85 w 108"/>
                <a:gd name="T7" fmla="*/ 103 h 146"/>
                <a:gd name="T8" fmla="*/ 85 w 108"/>
                <a:gd name="T9" fmla="*/ 0 h 146"/>
                <a:gd name="T10" fmla="*/ 108 w 108"/>
                <a:gd name="T11" fmla="*/ 0 h 146"/>
                <a:gd name="T12" fmla="*/ 108 w 108"/>
                <a:gd name="T13" fmla="*/ 146 h 146"/>
                <a:gd name="T14" fmla="*/ 82 w 108"/>
                <a:gd name="T15" fmla="*/ 146 h 146"/>
                <a:gd name="T16" fmla="*/ 23 w 108"/>
                <a:gd name="T17" fmla="*/ 43 h 146"/>
                <a:gd name="T18" fmla="*/ 23 w 108"/>
                <a:gd name="T19" fmla="*/ 43 h 146"/>
                <a:gd name="T20" fmla="*/ 23 w 108"/>
                <a:gd name="T21" fmla="*/ 146 h 146"/>
                <a:gd name="T22" fmla="*/ 0 w 108"/>
                <a:gd name="T23" fmla="*/ 146 h 146"/>
                <a:gd name="T24" fmla="*/ 0 w 108"/>
                <a:gd name="T25" fmla="*/ 0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08" h="146">
                  <a:moveTo>
                    <a:pt x="0" y="0"/>
                  </a:moveTo>
                  <a:lnTo>
                    <a:pt x="23" y="0"/>
                  </a:lnTo>
                  <a:lnTo>
                    <a:pt x="82" y="103"/>
                  </a:lnTo>
                  <a:lnTo>
                    <a:pt x="85" y="103"/>
                  </a:lnTo>
                  <a:lnTo>
                    <a:pt x="85" y="0"/>
                  </a:lnTo>
                  <a:lnTo>
                    <a:pt x="108" y="0"/>
                  </a:lnTo>
                  <a:lnTo>
                    <a:pt x="108" y="146"/>
                  </a:lnTo>
                  <a:lnTo>
                    <a:pt x="82" y="146"/>
                  </a:lnTo>
                  <a:lnTo>
                    <a:pt x="23" y="43"/>
                  </a:lnTo>
                  <a:lnTo>
                    <a:pt x="23" y="43"/>
                  </a:lnTo>
                  <a:lnTo>
                    <a:pt x="23" y="146"/>
                  </a:lnTo>
                  <a:lnTo>
                    <a:pt x="0" y="14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A144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6" name="Freeform 94"/>
            <p:cNvSpPr>
              <a:spLocks/>
            </p:cNvSpPr>
            <p:nvPr/>
          </p:nvSpPr>
          <p:spPr bwMode="gray">
            <a:xfrm>
              <a:off x="7304088" y="3883025"/>
              <a:ext cx="203200" cy="238125"/>
            </a:xfrm>
            <a:custGeom>
              <a:avLst/>
              <a:gdLst>
                <a:gd name="T0" fmla="*/ 42 w 54"/>
                <a:gd name="T1" fmla="*/ 21 h 63"/>
                <a:gd name="T2" fmla="*/ 29 w 54"/>
                <a:gd name="T3" fmla="*/ 10 h 63"/>
                <a:gd name="T4" fmla="*/ 12 w 54"/>
                <a:gd name="T5" fmla="*/ 31 h 63"/>
                <a:gd name="T6" fmla="*/ 29 w 54"/>
                <a:gd name="T7" fmla="*/ 53 h 63"/>
                <a:gd name="T8" fmla="*/ 43 w 54"/>
                <a:gd name="T9" fmla="*/ 40 h 63"/>
                <a:gd name="T10" fmla="*/ 54 w 54"/>
                <a:gd name="T11" fmla="*/ 45 h 63"/>
                <a:gd name="T12" fmla="*/ 29 w 54"/>
                <a:gd name="T13" fmla="*/ 63 h 63"/>
                <a:gd name="T14" fmla="*/ 0 w 54"/>
                <a:gd name="T15" fmla="*/ 31 h 63"/>
                <a:gd name="T16" fmla="*/ 29 w 54"/>
                <a:gd name="T17" fmla="*/ 0 h 63"/>
                <a:gd name="T18" fmla="*/ 53 w 54"/>
                <a:gd name="T19" fmla="*/ 19 h 63"/>
                <a:gd name="T20" fmla="*/ 42 w 54"/>
                <a:gd name="T21" fmla="*/ 21 h 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4" h="63">
                  <a:moveTo>
                    <a:pt x="42" y="21"/>
                  </a:moveTo>
                  <a:cubicBezTo>
                    <a:pt x="41" y="15"/>
                    <a:pt x="36" y="10"/>
                    <a:pt x="29" y="10"/>
                  </a:cubicBezTo>
                  <a:cubicBezTo>
                    <a:pt x="17" y="10"/>
                    <a:pt x="12" y="21"/>
                    <a:pt x="12" y="31"/>
                  </a:cubicBezTo>
                  <a:cubicBezTo>
                    <a:pt x="12" y="42"/>
                    <a:pt x="17" y="53"/>
                    <a:pt x="29" y="53"/>
                  </a:cubicBezTo>
                  <a:cubicBezTo>
                    <a:pt x="37" y="53"/>
                    <a:pt x="41" y="47"/>
                    <a:pt x="43" y="40"/>
                  </a:cubicBezTo>
                  <a:cubicBezTo>
                    <a:pt x="54" y="45"/>
                    <a:pt x="54" y="45"/>
                    <a:pt x="54" y="45"/>
                  </a:cubicBezTo>
                  <a:cubicBezTo>
                    <a:pt x="49" y="57"/>
                    <a:pt x="41" y="63"/>
                    <a:pt x="29" y="63"/>
                  </a:cubicBezTo>
                  <a:cubicBezTo>
                    <a:pt x="9" y="63"/>
                    <a:pt x="0" y="48"/>
                    <a:pt x="0" y="31"/>
                  </a:cubicBezTo>
                  <a:cubicBezTo>
                    <a:pt x="0" y="14"/>
                    <a:pt x="11" y="0"/>
                    <a:pt x="29" y="0"/>
                  </a:cubicBezTo>
                  <a:cubicBezTo>
                    <a:pt x="41" y="0"/>
                    <a:pt x="50" y="6"/>
                    <a:pt x="53" y="19"/>
                  </a:cubicBezTo>
                  <a:lnTo>
                    <a:pt x="42" y="21"/>
                  </a:lnTo>
                  <a:close/>
                </a:path>
              </a:pathLst>
            </a:custGeom>
            <a:solidFill>
              <a:srgbClr val="1A144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7" name="Freeform 95"/>
            <p:cNvSpPr>
              <a:spLocks/>
            </p:cNvSpPr>
            <p:nvPr/>
          </p:nvSpPr>
          <p:spPr bwMode="gray">
            <a:xfrm>
              <a:off x="7597776" y="3886200"/>
              <a:ext cx="168275" cy="231775"/>
            </a:xfrm>
            <a:custGeom>
              <a:avLst/>
              <a:gdLst>
                <a:gd name="T0" fmla="*/ 0 w 106"/>
                <a:gd name="T1" fmla="*/ 0 h 146"/>
                <a:gd name="T2" fmla="*/ 102 w 106"/>
                <a:gd name="T3" fmla="*/ 0 h 146"/>
                <a:gd name="T4" fmla="*/ 102 w 106"/>
                <a:gd name="T5" fmla="*/ 26 h 146"/>
                <a:gd name="T6" fmla="*/ 28 w 106"/>
                <a:gd name="T7" fmla="*/ 26 h 146"/>
                <a:gd name="T8" fmla="*/ 28 w 106"/>
                <a:gd name="T9" fmla="*/ 57 h 146"/>
                <a:gd name="T10" fmla="*/ 95 w 106"/>
                <a:gd name="T11" fmla="*/ 57 h 146"/>
                <a:gd name="T12" fmla="*/ 95 w 106"/>
                <a:gd name="T13" fmla="*/ 81 h 146"/>
                <a:gd name="T14" fmla="*/ 28 w 106"/>
                <a:gd name="T15" fmla="*/ 81 h 146"/>
                <a:gd name="T16" fmla="*/ 28 w 106"/>
                <a:gd name="T17" fmla="*/ 119 h 146"/>
                <a:gd name="T18" fmla="*/ 106 w 106"/>
                <a:gd name="T19" fmla="*/ 119 h 146"/>
                <a:gd name="T20" fmla="*/ 106 w 106"/>
                <a:gd name="T21" fmla="*/ 146 h 146"/>
                <a:gd name="T22" fmla="*/ 0 w 106"/>
                <a:gd name="T23" fmla="*/ 146 h 146"/>
                <a:gd name="T24" fmla="*/ 0 w 106"/>
                <a:gd name="T25" fmla="*/ 0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06" h="146">
                  <a:moveTo>
                    <a:pt x="0" y="0"/>
                  </a:moveTo>
                  <a:lnTo>
                    <a:pt x="102" y="0"/>
                  </a:lnTo>
                  <a:lnTo>
                    <a:pt x="102" y="26"/>
                  </a:lnTo>
                  <a:lnTo>
                    <a:pt x="28" y="26"/>
                  </a:lnTo>
                  <a:lnTo>
                    <a:pt x="28" y="57"/>
                  </a:lnTo>
                  <a:lnTo>
                    <a:pt x="95" y="57"/>
                  </a:lnTo>
                  <a:lnTo>
                    <a:pt x="95" y="81"/>
                  </a:lnTo>
                  <a:lnTo>
                    <a:pt x="28" y="81"/>
                  </a:lnTo>
                  <a:lnTo>
                    <a:pt x="28" y="119"/>
                  </a:lnTo>
                  <a:lnTo>
                    <a:pt x="106" y="119"/>
                  </a:lnTo>
                  <a:lnTo>
                    <a:pt x="106" y="146"/>
                  </a:lnTo>
                  <a:lnTo>
                    <a:pt x="0" y="14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A144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23237782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49255" y="6272429"/>
            <a:ext cx="11402568" cy="46795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 userDrawn="1">
            <p:ph type="ctrTitle"/>
          </p:nvPr>
        </p:nvSpPr>
        <p:spPr>
          <a:xfrm>
            <a:off x="541211" y="1722473"/>
            <a:ext cx="11036990" cy="1594883"/>
          </a:xfrm>
        </p:spPr>
        <p:txBody>
          <a:bodyPr anchor="b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 userDrawn="1">
            <p:ph type="subTitle" idx="1"/>
          </p:nvPr>
        </p:nvSpPr>
        <p:spPr>
          <a:xfrm>
            <a:off x="541211" y="3405449"/>
            <a:ext cx="11036991" cy="397661"/>
          </a:xfrm>
        </p:spPr>
        <p:txBody>
          <a:bodyPr anchor="t">
            <a:noAutofit/>
          </a:bodyPr>
          <a:lstStyle>
            <a:lvl1pPr marL="0" indent="0" algn="l">
              <a:buNone/>
              <a:defRPr sz="2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7" name="Text Placeholder 16"/>
          <p:cNvSpPr>
            <a:spLocks noGrp="1"/>
          </p:cNvSpPr>
          <p:nvPr userDrawn="1">
            <p:ph type="body" sz="quarter" idx="10"/>
          </p:nvPr>
        </p:nvSpPr>
        <p:spPr>
          <a:xfrm>
            <a:off x="541211" y="3927379"/>
            <a:ext cx="11036990" cy="409408"/>
          </a:xfrm>
        </p:spPr>
        <p:txBody>
          <a:bodyPr anchor="ctr">
            <a:no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19"/>
          <p:cNvSpPr txBox="1">
            <a:spLocks/>
          </p:cNvSpPr>
          <p:nvPr userDrawn="1"/>
        </p:nvSpPr>
        <p:spPr>
          <a:xfrm>
            <a:off x="180220" y="6314205"/>
            <a:ext cx="3995995" cy="385481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396875" indent="-19208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588963" indent="-1682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769938" indent="-1809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950913" indent="-157163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sz="1400">
                <a:solidFill>
                  <a:srgbClr val="1A1446"/>
                </a:solidFill>
              </a:rPr>
              <a:t>Finance Transformation &amp; Solutions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D72C5812-C15A-428F-AB7A-9E4F62924C10}"/>
              </a:ext>
            </a:extLst>
          </p:cNvPr>
          <p:cNvGrpSpPr/>
          <p:nvPr userDrawn="1"/>
        </p:nvGrpSpPr>
        <p:grpSpPr>
          <a:xfrm>
            <a:off x="11595615" y="6272479"/>
            <a:ext cx="461773" cy="469521"/>
            <a:chOff x="11613545" y="6272479"/>
            <a:chExt cx="461773" cy="469521"/>
          </a:xfrm>
        </p:grpSpPr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686B8CD5-A813-403D-B3CF-D48D9D599C0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tretch>
              <a:fillRect/>
            </a:stretch>
          </p:blipFill>
          <p:spPr>
            <a:xfrm>
              <a:off x="11613545" y="6272479"/>
              <a:ext cx="461773" cy="469521"/>
            </a:xfrm>
            <a:prstGeom prst="rect">
              <a:avLst/>
            </a:prstGeom>
          </p:spPr>
        </p:pic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44DD94C4-96CC-42B8-B318-6685880B8FA2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3"/>
            <a:srcRect b="2491"/>
            <a:stretch/>
          </p:blipFill>
          <p:spPr>
            <a:xfrm>
              <a:off x="11718819" y="6325130"/>
              <a:ext cx="277918" cy="363309"/>
            </a:xfrm>
            <a:prstGeom prst="rect">
              <a:avLst/>
            </a:prstGeom>
          </p:spPr>
        </p:pic>
      </p:grpSp>
      <p:grpSp>
        <p:nvGrpSpPr>
          <p:cNvPr id="11" name="Group 10"/>
          <p:cNvGrpSpPr/>
          <p:nvPr userDrawn="1"/>
        </p:nvGrpSpPr>
        <p:grpSpPr bwMode="gray">
          <a:xfrm>
            <a:off x="423972" y="435999"/>
            <a:ext cx="2800493" cy="728507"/>
            <a:chOff x="3387726" y="2736850"/>
            <a:chExt cx="5411788" cy="1384300"/>
          </a:xfrm>
        </p:grpSpPr>
        <p:sp>
          <p:nvSpPr>
            <p:cNvPr id="15" name="Freeform 55"/>
            <p:cNvSpPr>
              <a:spLocks/>
            </p:cNvSpPr>
            <p:nvPr/>
          </p:nvSpPr>
          <p:spPr bwMode="gray">
            <a:xfrm>
              <a:off x="4462463" y="3157538"/>
              <a:ext cx="331788" cy="419100"/>
            </a:xfrm>
            <a:custGeom>
              <a:avLst/>
              <a:gdLst>
                <a:gd name="T0" fmla="*/ 39 w 88"/>
                <a:gd name="T1" fmla="*/ 92 h 111"/>
                <a:gd name="T2" fmla="*/ 56 w 88"/>
                <a:gd name="T3" fmla="*/ 104 h 111"/>
                <a:gd name="T4" fmla="*/ 85 w 88"/>
                <a:gd name="T5" fmla="*/ 82 h 111"/>
                <a:gd name="T6" fmla="*/ 88 w 88"/>
                <a:gd name="T7" fmla="*/ 82 h 111"/>
                <a:gd name="T8" fmla="*/ 85 w 88"/>
                <a:gd name="T9" fmla="*/ 111 h 111"/>
                <a:gd name="T10" fmla="*/ 0 w 88"/>
                <a:gd name="T11" fmla="*/ 111 h 111"/>
                <a:gd name="T12" fmla="*/ 0 w 88"/>
                <a:gd name="T13" fmla="*/ 107 h 111"/>
                <a:gd name="T14" fmla="*/ 14 w 88"/>
                <a:gd name="T15" fmla="*/ 89 h 111"/>
                <a:gd name="T16" fmla="*/ 14 w 88"/>
                <a:gd name="T17" fmla="*/ 18 h 111"/>
                <a:gd name="T18" fmla="*/ 0 w 88"/>
                <a:gd name="T19" fmla="*/ 3 h 111"/>
                <a:gd name="T20" fmla="*/ 0 w 88"/>
                <a:gd name="T21" fmla="*/ 0 h 111"/>
                <a:gd name="T22" fmla="*/ 53 w 88"/>
                <a:gd name="T23" fmla="*/ 0 h 111"/>
                <a:gd name="T24" fmla="*/ 53 w 88"/>
                <a:gd name="T25" fmla="*/ 3 h 111"/>
                <a:gd name="T26" fmla="*/ 39 w 88"/>
                <a:gd name="T27" fmla="*/ 18 h 111"/>
                <a:gd name="T28" fmla="*/ 39 w 88"/>
                <a:gd name="T29" fmla="*/ 92 h 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8" h="111">
                  <a:moveTo>
                    <a:pt x="39" y="92"/>
                  </a:moveTo>
                  <a:cubicBezTo>
                    <a:pt x="39" y="102"/>
                    <a:pt x="43" y="104"/>
                    <a:pt x="56" y="104"/>
                  </a:cubicBezTo>
                  <a:cubicBezTo>
                    <a:pt x="70" y="104"/>
                    <a:pt x="76" y="100"/>
                    <a:pt x="85" y="82"/>
                  </a:cubicBezTo>
                  <a:cubicBezTo>
                    <a:pt x="88" y="82"/>
                    <a:pt x="88" y="82"/>
                    <a:pt x="88" y="82"/>
                  </a:cubicBezTo>
                  <a:cubicBezTo>
                    <a:pt x="85" y="111"/>
                    <a:pt x="85" y="111"/>
                    <a:pt x="85" y="111"/>
                  </a:cubicBezTo>
                  <a:cubicBezTo>
                    <a:pt x="0" y="111"/>
                    <a:pt x="0" y="111"/>
                    <a:pt x="0" y="111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13" y="104"/>
                    <a:pt x="14" y="101"/>
                    <a:pt x="14" y="89"/>
                  </a:cubicBezTo>
                  <a:cubicBezTo>
                    <a:pt x="14" y="18"/>
                    <a:pt x="14" y="18"/>
                    <a:pt x="14" y="18"/>
                  </a:cubicBezTo>
                  <a:cubicBezTo>
                    <a:pt x="14" y="9"/>
                    <a:pt x="12" y="6"/>
                    <a:pt x="0" y="3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53" y="0"/>
                    <a:pt x="53" y="0"/>
                    <a:pt x="53" y="0"/>
                  </a:cubicBezTo>
                  <a:cubicBezTo>
                    <a:pt x="53" y="3"/>
                    <a:pt x="53" y="3"/>
                    <a:pt x="53" y="3"/>
                  </a:cubicBezTo>
                  <a:cubicBezTo>
                    <a:pt x="42" y="6"/>
                    <a:pt x="39" y="8"/>
                    <a:pt x="39" y="18"/>
                  </a:cubicBezTo>
                  <a:lnTo>
                    <a:pt x="39" y="92"/>
                  </a:lnTo>
                  <a:close/>
                </a:path>
              </a:pathLst>
            </a:custGeom>
            <a:solidFill>
              <a:srgbClr val="1A144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" name="Freeform 56"/>
            <p:cNvSpPr>
              <a:spLocks noEditPoints="1"/>
            </p:cNvSpPr>
            <p:nvPr/>
          </p:nvSpPr>
          <p:spPr bwMode="gray">
            <a:xfrm>
              <a:off x="4800601" y="3125788"/>
              <a:ext cx="173038" cy="450850"/>
            </a:xfrm>
            <a:custGeom>
              <a:avLst/>
              <a:gdLst>
                <a:gd name="T0" fmla="*/ 34 w 46"/>
                <a:gd name="T1" fmla="*/ 103 h 119"/>
                <a:gd name="T2" fmla="*/ 46 w 46"/>
                <a:gd name="T3" fmla="*/ 115 h 119"/>
                <a:gd name="T4" fmla="*/ 46 w 46"/>
                <a:gd name="T5" fmla="*/ 119 h 119"/>
                <a:gd name="T6" fmla="*/ 1 w 46"/>
                <a:gd name="T7" fmla="*/ 119 h 119"/>
                <a:gd name="T8" fmla="*/ 1 w 46"/>
                <a:gd name="T9" fmla="*/ 115 h 119"/>
                <a:gd name="T10" fmla="*/ 13 w 46"/>
                <a:gd name="T11" fmla="*/ 102 h 119"/>
                <a:gd name="T12" fmla="*/ 13 w 46"/>
                <a:gd name="T13" fmla="*/ 64 h 119"/>
                <a:gd name="T14" fmla="*/ 0 w 46"/>
                <a:gd name="T15" fmla="*/ 50 h 119"/>
                <a:gd name="T16" fmla="*/ 0 w 46"/>
                <a:gd name="T17" fmla="*/ 47 h 119"/>
                <a:gd name="T18" fmla="*/ 31 w 46"/>
                <a:gd name="T19" fmla="*/ 44 h 119"/>
                <a:gd name="T20" fmla="*/ 34 w 46"/>
                <a:gd name="T21" fmla="*/ 44 h 119"/>
                <a:gd name="T22" fmla="*/ 34 w 46"/>
                <a:gd name="T23" fmla="*/ 103 h 119"/>
                <a:gd name="T24" fmla="*/ 23 w 46"/>
                <a:gd name="T25" fmla="*/ 0 h 119"/>
                <a:gd name="T26" fmla="*/ 36 w 46"/>
                <a:gd name="T27" fmla="*/ 12 h 119"/>
                <a:gd name="T28" fmla="*/ 23 w 46"/>
                <a:gd name="T29" fmla="*/ 25 h 119"/>
                <a:gd name="T30" fmla="*/ 11 w 46"/>
                <a:gd name="T31" fmla="*/ 12 h 119"/>
                <a:gd name="T32" fmla="*/ 23 w 46"/>
                <a:gd name="T33" fmla="*/ 0 h 1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6" h="119">
                  <a:moveTo>
                    <a:pt x="34" y="103"/>
                  </a:moveTo>
                  <a:cubicBezTo>
                    <a:pt x="34" y="110"/>
                    <a:pt x="38" y="114"/>
                    <a:pt x="46" y="115"/>
                  </a:cubicBezTo>
                  <a:cubicBezTo>
                    <a:pt x="46" y="119"/>
                    <a:pt x="46" y="119"/>
                    <a:pt x="46" y="119"/>
                  </a:cubicBezTo>
                  <a:cubicBezTo>
                    <a:pt x="1" y="119"/>
                    <a:pt x="1" y="119"/>
                    <a:pt x="1" y="119"/>
                  </a:cubicBezTo>
                  <a:cubicBezTo>
                    <a:pt x="1" y="115"/>
                    <a:pt x="1" y="115"/>
                    <a:pt x="1" y="115"/>
                  </a:cubicBezTo>
                  <a:cubicBezTo>
                    <a:pt x="10" y="114"/>
                    <a:pt x="13" y="111"/>
                    <a:pt x="13" y="102"/>
                  </a:cubicBezTo>
                  <a:cubicBezTo>
                    <a:pt x="13" y="64"/>
                    <a:pt x="13" y="64"/>
                    <a:pt x="13" y="64"/>
                  </a:cubicBezTo>
                  <a:cubicBezTo>
                    <a:pt x="13" y="55"/>
                    <a:pt x="10" y="52"/>
                    <a:pt x="0" y="50"/>
                  </a:cubicBezTo>
                  <a:cubicBezTo>
                    <a:pt x="0" y="47"/>
                    <a:pt x="0" y="47"/>
                    <a:pt x="0" y="47"/>
                  </a:cubicBezTo>
                  <a:cubicBezTo>
                    <a:pt x="31" y="44"/>
                    <a:pt x="31" y="44"/>
                    <a:pt x="31" y="44"/>
                  </a:cubicBezTo>
                  <a:cubicBezTo>
                    <a:pt x="34" y="44"/>
                    <a:pt x="34" y="44"/>
                    <a:pt x="34" y="44"/>
                  </a:cubicBezTo>
                  <a:lnTo>
                    <a:pt x="34" y="103"/>
                  </a:lnTo>
                  <a:close/>
                  <a:moveTo>
                    <a:pt x="23" y="0"/>
                  </a:moveTo>
                  <a:cubicBezTo>
                    <a:pt x="30" y="0"/>
                    <a:pt x="36" y="5"/>
                    <a:pt x="36" y="12"/>
                  </a:cubicBezTo>
                  <a:cubicBezTo>
                    <a:pt x="36" y="19"/>
                    <a:pt x="30" y="25"/>
                    <a:pt x="23" y="25"/>
                  </a:cubicBezTo>
                  <a:cubicBezTo>
                    <a:pt x="17" y="25"/>
                    <a:pt x="11" y="19"/>
                    <a:pt x="11" y="12"/>
                  </a:cubicBezTo>
                  <a:cubicBezTo>
                    <a:pt x="11" y="5"/>
                    <a:pt x="17" y="0"/>
                    <a:pt x="23" y="0"/>
                  </a:cubicBezTo>
                </a:path>
              </a:pathLst>
            </a:custGeom>
            <a:solidFill>
              <a:srgbClr val="1A144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" name="Freeform 57"/>
            <p:cNvSpPr>
              <a:spLocks noEditPoints="1"/>
            </p:cNvSpPr>
            <p:nvPr/>
          </p:nvSpPr>
          <p:spPr bwMode="gray">
            <a:xfrm>
              <a:off x="4984751" y="3125788"/>
              <a:ext cx="354013" cy="458788"/>
            </a:xfrm>
            <a:custGeom>
              <a:avLst/>
              <a:gdLst>
                <a:gd name="T0" fmla="*/ 32 w 94"/>
                <a:gd name="T1" fmla="*/ 62 h 121"/>
                <a:gd name="T2" fmla="*/ 49 w 94"/>
                <a:gd name="T3" fmla="*/ 54 h 121"/>
                <a:gd name="T4" fmla="*/ 70 w 94"/>
                <a:gd name="T5" fmla="*/ 84 h 121"/>
                <a:gd name="T6" fmla="*/ 43 w 94"/>
                <a:gd name="T7" fmla="*/ 116 h 121"/>
                <a:gd name="T8" fmla="*/ 32 w 94"/>
                <a:gd name="T9" fmla="*/ 104 h 121"/>
                <a:gd name="T10" fmla="*/ 32 w 94"/>
                <a:gd name="T11" fmla="*/ 62 h 121"/>
                <a:gd name="T12" fmla="*/ 32 w 94"/>
                <a:gd name="T13" fmla="*/ 0 h 121"/>
                <a:gd name="T14" fmla="*/ 29 w 94"/>
                <a:gd name="T15" fmla="*/ 0 h 121"/>
                <a:gd name="T16" fmla="*/ 0 w 94"/>
                <a:gd name="T17" fmla="*/ 2 h 121"/>
                <a:gd name="T18" fmla="*/ 0 w 94"/>
                <a:gd name="T19" fmla="*/ 5 h 121"/>
                <a:gd name="T20" fmla="*/ 10 w 94"/>
                <a:gd name="T21" fmla="*/ 16 h 121"/>
                <a:gd name="T22" fmla="*/ 10 w 94"/>
                <a:gd name="T23" fmla="*/ 119 h 121"/>
                <a:gd name="T24" fmla="*/ 45 w 94"/>
                <a:gd name="T25" fmla="*/ 121 h 121"/>
                <a:gd name="T26" fmla="*/ 94 w 94"/>
                <a:gd name="T27" fmla="*/ 81 h 121"/>
                <a:gd name="T28" fmla="*/ 59 w 94"/>
                <a:gd name="T29" fmla="*/ 44 h 121"/>
                <a:gd name="T30" fmla="*/ 32 w 94"/>
                <a:gd name="T31" fmla="*/ 57 h 121"/>
                <a:gd name="T32" fmla="*/ 32 w 94"/>
                <a:gd name="T33" fmla="*/ 0 h 1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94" h="121">
                  <a:moveTo>
                    <a:pt x="32" y="62"/>
                  </a:moveTo>
                  <a:cubicBezTo>
                    <a:pt x="39" y="56"/>
                    <a:pt x="43" y="54"/>
                    <a:pt x="49" y="54"/>
                  </a:cubicBezTo>
                  <a:cubicBezTo>
                    <a:pt x="61" y="54"/>
                    <a:pt x="70" y="66"/>
                    <a:pt x="70" y="84"/>
                  </a:cubicBezTo>
                  <a:cubicBezTo>
                    <a:pt x="70" y="107"/>
                    <a:pt x="59" y="116"/>
                    <a:pt x="43" y="116"/>
                  </a:cubicBezTo>
                  <a:cubicBezTo>
                    <a:pt x="35" y="116"/>
                    <a:pt x="32" y="113"/>
                    <a:pt x="32" y="104"/>
                  </a:cubicBezTo>
                  <a:lnTo>
                    <a:pt x="32" y="62"/>
                  </a:lnTo>
                  <a:close/>
                  <a:moveTo>
                    <a:pt x="32" y="0"/>
                  </a:moveTo>
                  <a:cubicBezTo>
                    <a:pt x="29" y="0"/>
                    <a:pt x="29" y="0"/>
                    <a:pt x="29" y="0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0" y="5"/>
                    <a:pt x="0" y="5"/>
                    <a:pt x="0" y="5"/>
                  </a:cubicBezTo>
                  <a:cubicBezTo>
                    <a:pt x="6" y="6"/>
                    <a:pt x="10" y="10"/>
                    <a:pt x="10" y="16"/>
                  </a:cubicBezTo>
                  <a:cubicBezTo>
                    <a:pt x="10" y="119"/>
                    <a:pt x="10" y="119"/>
                    <a:pt x="10" y="119"/>
                  </a:cubicBezTo>
                  <a:cubicBezTo>
                    <a:pt x="21" y="121"/>
                    <a:pt x="32" y="121"/>
                    <a:pt x="45" y="121"/>
                  </a:cubicBezTo>
                  <a:cubicBezTo>
                    <a:pt x="80" y="121"/>
                    <a:pt x="94" y="103"/>
                    <a:pt x="94" y="81"/>
                  </a:cubicBezTo>
                  <a:cubicBezTo>
                    <a:pt x="94" y="60"/>
                    <a:pt x="79" y="44"/>
                    <a:pt x="59" y="44"/>
                  </a:cubicBezTo>
                  <a:cubicBezTo>
                    <a:pt x="49" y="44"/>
                    <a:pt x="40" y="48"/>
                    <a:pt x="32" y="57"/>
                  </a:cubicBezTo>
                  <a:lnTo>
                    <a:pt x="32" y="0"/>
                  </a:lnTo>
                  <a:close/>
                </a:path>
              </a:pathLst>
            </a:custGeom>
            <a:solidFill>
              <a:srgbClr val="1A144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" name="Freeform 58"/>
            <p:cNvSpPr>
              <a:spLocks noEditPoints="1"/>
            </p:cNvSpPr>
            <p:nvPr/>
          </p:nvSpPr>
          <p:spPr bwMode="gray">
            <a:xfrm>
              <a:off x="5368926" y="3292475"/>
              <a:ext cx="288925" cy="292100"/>
            </a:xfrm>
            <a:custGeom>
              <a:avLst/>
              <a:gdLst>
                <a:gd name="T0" fmla="*/ 23 w 77"/>
                <a:gd name="T1" fmla="*/ 28 h 77"/>
                <a:gd name="T2" fmla="*/ 38 w 77"/>
                <a:gd name="T3" fmla="*/ 5 h 77"/>
                <a:gd name="T4" fmla="*/ 54 w 77"/>
                <a:gd name="T5" fmla="*/ 28 h 77"/>
                <a:gd name="T6" fmla="*/ 23 w 77"/>
                <a:gd name="T7" fmla="*/ 28 h 77"/>
                <a:gd name="T8" fmla="*/ 77 w 77"/>
                <a:gd name="T9" fmla="*/ 33 h 77"/>
                <a:gd name="T10" fmla="*/ 40 w 77"/>
                <a:gd name="T11" fmla="*/ 0 h 77"/>
                <a:gd name="T12" fmla="*/ 0 w 77"/>
                <a:gd name="T13" fmla="*/ 39 h 77"/>
                <a:gd name="T14" fmla="*/ 39 w 77"/>
                <a:gd name="T15" fmla="*/ 77 h 77"/>
                <a:gd name="T16" fmla="*/ 77 w 77"/>
                <a:gd name="T17" fmla="*/ 53 h 77"/>
                <a:gd name="T18" fmla="*/ 74 w 77"/>
                <a:gd name="T19" fmla="*/ 53 h 77"/>
                <a:gd name="T20" fmla="*/ 48 w 77"/>
                <a:gd name="T21" fmla="*/ 68 h 77"/>
                <a:gd name="T22" fmla="*/ 23 w 77"/>
                <a:gd name="T23" fmla="*/ 33 h 77"/>
                <a:gd name="T24" fmla="*/ 77 w 77"/>
                <a:gd name="T25" fmla="*/ 33 h 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7" h="77">
                  <a:moveTo>
                    <a:pt x="23" y="28"/>
                  </a:moveTo>
                  <a:cubicBezTo>
                    <a:pt x="24" y="14"/>
                    <a:pt x="29" y="5"/>
                    <a:pt x="38" y="5"/>
                  </a:cubicBezTo>
                  <a:cubicBezTo>
                    <a:pt x="47" y="5"/>
                    <a:pt x="53" y="15"/>
                    <a:pt x="54" y="28"/>
                  </a:cubicBezTo>
                  <a:lnTo>
                    <a:pt x="23" y="28"/>
                  </a:lnTo>
                  <a:close/>
                  <a:moveTo>
                    <a:pt x="77" y="33"/>
                  </a:moveTo>
                  <a:cubicBezTo>
                    <a:pt x="75" y="13"/>
                    <a:pt x="60" y="0"/>
                    <a:pt x="40" y="0"/>
                  </a:cubicBezTo>
                  <a:cubicBezTo>
                    <a:pt x="17" y="0"/>
                    <a:pt x="0" y="17"/>
                    <a:pt x="0" y="39"/>
                  </a:cubicBezTo>
                  <a:cubicBezTo>
                    <a:pt x="0" y="61"/>
                    <a:pt x="17" y="77"/>
                    <a:pt x="39" y="77"/>
                  </a:cubicBezTo>
                  <a:cubicBezTo>
                    <a:pt x="56" y="77"/>
                    <a:pt x="71" y="68"/>
                    <a:pt x="77" y="53"/>
                  </a:cubicBezTo>
                  <a:cubicBezTo>
                    <a:pt x="74" y="53"/>
                    <a:pt x="74" y="53"/>
                    <a:pt x="74" y="53"/>
                  </a:cubicBezTo>
                  <a:cubicBezTo>
                    <a:pt x="67" y="63"/>
                    <a:pt x="59" y="68"/>
                    <a:pt x="48" y="68"/>
                  </a:cubicBezTo>
                  <a:cubicBezTo>
                    <a:pt x="35" y="68"/>
                    <a:pt x="22" y="56"/>
                    <a:pt x="23" y="33"/>
                  </a:cubicBezTo>
                  <a:lnTo>
                    <a:pt x="77" y="33"/>
                  </a:lnTo>
                  <a:close/>
                </a:path>
              </a:pathLst>
            </a:custGeom>
            <a:solidFill>
              <a:srgbClr val="1A144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" name="Freeform 59"/>
            <p:cNvSpPr>
              <a:spLocks/>
            </p:cNvSpPr>
            <p:nvPr/>
          </p:nvSpPr>
          <p:spPr bwMode="gray">
            <a:xfrm>
              <a:off x="5665788" y="3292475"/>
              <a:ext cx="269875" cy="284163"/>
            </a:xfrm>
            <a:custGeom>
              <a:avLst/>
              <a:gdLst>
                <a:gd name="T0" fmla="*/ 67 w 72"/>
                <a:gd name="T1" fmla="*/ 28 h 75"/>
                <a:gd name="T2" fmla="*/ 51 w 72"/>
                <a:gd name="T3" fmla="*/ 19 h 75"/>
                <a:gd name="T4" fmla="*/ 35 w 72"/>
                <a:gd name="T5" fmla="*/ 29 h 75"/>
                <a:gd name="T6" fmla="*/ 35 w 72"/>
                <a:gd name="T7" fmla="*/ 58 h 75"/>
                <a:gd name="T8" fmla="*/ 47 w 72"/>
                <a:gd name="T9" fmla="*/ 71 h 75"/>
                <a:gd name="T10" fmla="*/ 47 w 72"/>
                <a:gd name="T11" fmla="*/ 75 h 75"/>
                <a:gd name="T12" fmla="*/ 2 w 72"/>
                <a:gd name="T13" fmla="*/ 75 h 75"/>
                <a:gd name="T14" fmla="*/ 2 w 72"/>
                <a:gd name="T15" fmla="*/ 71 h 75"/>
                <a:gd name="T16" fmla="*/ 14 w 72"/>
                <a:gd name="T17" fmla="*/ 58 h 75"/>
                <a:gd name="T18" fmla="*/ 14 w 72"/>
                <a:gd name="T19" fmla="*/ 20 h 75"/>
                <a:gd name="T20" fmla="*/ 0 w 72"/>
                <a:gd name="T21" fmla="*/ 6 h 75"/>
                <a:gd name="T22" fmla="*/ 0 w 72"/>
                <a:gd name="T23" fmla="*/ 3 h 75"/>
                <a:gd name="T24" fmla="*/ 32 w 72"/>
                <a:gd name="T25" fmla="*/ 0 h 75"/>
                <a:gd name="T26" fmla="*/ 35 w 72"/>
                <a:gd name="T27" fmla="*/ 0 h 75"/>
                <a:gd name="T28" fmla="*/ 35 w 72"/>
                <a:gd name="T29" fmla="*/ 23 h 75"/>
                <a:gd name="T30" fmla="*/ 35 w 72"/>
                <a:gd name="T31" fmla="*/ 23 h 75"/>
                <a:gd name="T32" fmla="*/ 59 w 72"/>
                <a:gd name="T33" fmla="*/ 0 h 75"/>
                <a:gd name="T34" fmla="*/ 72 w 72"/>
                <a:gd name="T35" fmla="*/ 6 h 75"/>
                <a:gd name="T36" fmla="*/ 67 w 72"/>
                <a:gd name="T37" fmla="*/ 28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2" h="75">
                  <a:moveTo>
                    <a:pt x="67" y="28"/>
                  </a:moveTo>
                  <a:cubicBezTo>
                    <a:pt x="61" y="22"/>
                    <a:pt x="56" y="19"/>
                    <a:pt x="51" y="19"/>
                  </a:cubicBezTo>
                  <a:cubicBezTo>
                    <a:pt x="44" y="19"/>
                    <a:pt x="40" y="21"/>
                    <a:pt x="35" y="29"/>
                  </a:cubicBezTo>
                  <a:cubicBezTo>
                    <a:pt x="35" y="58"/>
                    <a:pt x="35" y="58"/>
                    <a:pt x="35" y="58"/>
                  </a:cubicBezTo>
                  <a:cubicBezTo>
                    <a:pt x="35" y="67"/>
                    <a:pt x="37" y="69"/>
                    <a:pt x="47" y="71"/>
                  </a:cubicBezTo>
                  <a:cubicBezTo>
                    <a:pt x="47" y="75"/>
                    <a:pt x="47" y="75"/>
                    <a:pt x="47" y="75"/>
                  </a:cubicBezTo>
                  <a:cubicBezTo>
                    <a:pt x="2" y="75"/>
                    <a:pt x="2" y="75"/>
                    <a:pt x="2" y="75"/>
                  </a:cubicBezTo>
                  <a:cubicBezTo>
                    <a:pt x="2" y="71"/>
                    <a:pt x="2" y="71"/>
                    <a:pt x="2" y="71"/>
                  </a:cubicBezTo>
                  <a:cubicBezTo>
                    <a:pt x="11" y="69"/>
                    <a:pt x="14" y="66"/>
                    <a:pt x="14" y="58"/>
                  </a:cubicBezTo>
                  <a:cubicBezTo>
                    <a:pt x="14" y="20"/>
                    <a:pt x="14" y="20"/>
                    <a:pt x="14" y="20"/>
                  </a:cubicBezTo>
                  <a:cubicBezTo>
                    <a:pt x="14" y="11"/>
                    <a:pt x="10" y="7"/>
                    <a:pt x="0" y="6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32" y="0"/>
                    <a:pt x="32" y="0"/>
                    <a:pt x="32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35" y="23"/>
                    <a:pt x="35" y="23"/>
                    <a:pt x="35" y="23"/>
                  </a:cubicBezTo>
                  <a:cubicBezTo>
                    <a:pt x="35" y="23"/>
                    <a:pt x="35" y="23"/>
                    <a:pt x="35" y="23"/>
                  </a:cubicBezTo>
                  <a:cubicBezTo>
                    <a:pt x="42" y="7"/>
                    <a:pt x="50" y="0"/>
                    <a:pt x="59" y="0"/>
                  </a:cubicBezTo>
                  <a:cubicBezTo>
                    <a:pt x="64" y="0"/>
                    <a:pt x="68" y="2"/>
                    <a:pt x="72" y="6"/>
                  </a:cubicBezTo>
                  <a:lnTo>
                    <a:pt x="67" y="28"/>
                  </a:lnTo>
                  <a:close/>
                </a:path>
              </a:pathLst>
            </a:custGeom>
            <a:solidFill>
              <a:srgbClr val="1A144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" name="Freeform 60"/>
            <p:cNvSpPr>
              <a:spLocks/>
            </p:cNvSpPr>
            <p:nvPr/>
          </p:nvSpPr>
          <p:spPr bwMode="gray">
            <a:xfrm>
              <a:off x="5943601" y="3198813"/>
              <a:ext cx="541338" cy="588963"/>
            </a:xfrm>
            <a:custGeom>
              <a:avLst/>
              <a:gdLst>
                <a:gd name="T0" fmla="*/ 114 w 144"/>
                <a:gd name="T1" fmla="*/ 28 h 156"/>
                <a:gd name="T2" fmla="*/ 114 w 144"/>
                <a:gd name="T3" fmla="*/ 31 h 156"/>
                <a:gd name="T4" fmla="*/ 119 w 144"/>
                <a:gd name="T5" fmla="*/ 54 h 156"/>
                <a:gd name="T6" fmla="*/ 109 w 144"/>
                <a:gd name="T7" fmla="*/ 77 h 156"/>
                <a:gd name="T8" fmla="*/ 94 w 144"/>
                <a:gd name="T9" fmla="*/ 46 h 156"/>
                <a:gd name="T10" fmla="*/ 97 w 144"/>
                <a:gd name="T11" fmla="*/ 31 h 156"/>
                <a:gd name="T12" fmla="*/ 97 w 144"/>
                <a:gd name="T13" fmla="*/ 28 h 156"/>
                <a:gd name="T14" fmla="*/ 56 w 144"/>
                <a:gd name="T15" fmla="*/ 28 h 156"/>
                <a:gd name="T16" fmla="*/ 55 w 144"/>
                <a:gd name="T17" fmla="*/ 28 h 156"/>
                <a:gd name="T18" fmla="*/ 34 w 144"/>
                <a:gd name="T19" fmla="*/ 28 h 156"/>
                <a:gd name="T20" fmla="*/ 34 w 144"/>
                <a:gd name="T21" fmla="*/ 0 h 156"/>
                <a:gd name="T22" fmla="*/ 30 w 144"/>
                <a:gd name="T23" fmla="*/ 0 h 156"/>
                <a:gd name="T24" fmla="*/ 0 w 144"/>
                <a:gd name="T25" fmla="*/ 30 h 156"/>
                <a:gd name="T26" fmla="*/ 0 w 144"/>
                <a:gd name="T27" fmla="*/ 34 h 156"/>
                <a:gd name="T28" fmla="*/ 13 w 144"/>
                <a:gd name="T29" fmla="*/ 34 h 156"/>
                <a:gd name="T30" fmla="*/ 13 w 144"/>
                <a:gd name="T31" fmla="*/ 80 h 156"/>
                <a:gd name="T32" fmla="*/ 37 w 144"/>
                <a:gd name="T33" fmla="*/ 102 h 156"/>
                <a:gd name="T34" fmla="*/ 60 w 144"/>
                <a:gd name="T35" fmla="*/ 90 h 156"/>
                <a:gd name="T36" fmla="*/ 58 w 144"/>
                <a:gd name="T37" fmla="*/ 88 h 156"/>
                <a:gd name="T38" fmla="*/ 47 w 144"/>
                <a:gd name="T39" fmla="*/ 93 h 156"/>
                <a:gd name="T40" fmla="*/ 34 w 144"/>
                <a:gd name="T41" fmla="*/ 75 h 156"/>
                <a:gd name="T42" fmla="*/ 34 w 144"/>
                <a:gd name="T43" fmla="*/ 34 h 156"/>
                <a:gd name="T44" fmla="*/ 53 w 144"/>
                <a:gd name="T45" fmla="*/ 34 h 156"/>
                <a:gd name="T46" fmla="*/ 71 w 144"/>
                <a:gd name="T47" fmla="*/ 47 h 156"/>
                <a:gd name="T48" fmla="*/ 97 w 144"/>
                <a:gd name="T49" fmla="*/ 102 h 156"/>
                <a:gd name="T50" fmla="*/ 68 w 144"/>
                <a:gd name="T51" fmla="*/ 136 h 156"/>
                <a:gd name="T52" fmla="*/ 58 w 144"/>
                <a:gd name="T53" fmla="*/ 134 h 156"/>
                <a:gd name="T54" fmla="*/ 54 w 144"/>
                <a:gd name="T55" fmla="*/ 155 h 156"/>
                <a:gd name="T56" fmla="*/ 60 w 144"/>
                <a:gd name="T57" fmla="*/ 156 h 156"/>
                <a:gd name="T58" fmla="*/ 90 w 144"/>
                <a:gd name="T59" fmla="*/ 132 h 156"/>
                <a:gd name="T60" fmla="*/ 127 w 144"/>
                <a:gd name="T61" fmla="*/ 50 h 156"/>
                <a:gd name="T62" fmla="*/ 144 w 144"/>
                <a:gd name="T63" fmla="*/ 31 h 156"/>
                <a:gd name="T64" fmla="*/ 144 w 144"/>
                <a:gd name="T65" fmla="*/ 28 h 156"/>
                <a:gd name="T66" fmla="*/ 114 w 144"/>
                <a:gd name="T67" fmla="*/ 28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144" h="156">
                  <a:moveTo>
                    <a:pt x="114" y="28"/>
                  </a:moveTo>
                  <a:cubicBezTo>
                    <a:pt x="114" y="31"/>
                    <a:pt x="114" y="31"/>
                    <a:pt x="114" y="31"/>
                  </a:cubicBezTo>
                  <a:cubicBezTo>
                    <a:pt x="123" y="33"/>
                    <a:pt x="125" y="39"/>
                    <a:pt x="119" y="54"/>
                  </a:cubicBezTo>
                  <a:cubicBezTo>
                    <a:pt x="109" y="77"/>
                    <a:pt x="109" y="77"/>
                    <a:pt x="109" y="77"/>
                  </a:cubicBezTo>
                  <a:cubicBezTo>
                    <a:pt x="94" y="46"/>
                    <a:pt x="94" y="46"/>
                    <a:pt x="94" y="46"/>
                  </a:cubicBezTo>
                  <a:cubicBezTo>
                    <a:pt x="89" y="37"/>
                    <a:pt x="89" y="32"/>
                    <a:pt x="97" y="31"/>
                  </a:cubicBezTo>
                  <a:cubicBezTo>
                    <a:pt x="97" y="28"/>
                    <a:pt x="97" y="28"/>
                    <a:pt x="97" y="28"/>
                  </a:cubicBezTo>
                  <a:cubicBezTo>
                    <a:pt x="56" y="28"/>
                    <a:pt x="56" y="28"/>
                    <a:pt x="56" y="28"/>
                  </a:cubicBezTo>
                  <a:cubicBezTo>
                    <a:pt x="55" y="28"/>
                    <a:pt x="55" y="28"/>
                    <a:pt x="55" y="28"/>
                  </a:cubicBezTo>
                  <a:cubicBezTo>
                    <a:pt x="34" y="28"/>
                    <a:pt x="34" y="28"/>
                    <a:pt x="34" y="28"/>
                  </a:cubicBezTo>
                  <a:cubicBezTo>
                    <a:pt x="34" y="0"/>
                    <a:pt x="34" y="0"/>
                    <a:pt x="34" y="0"/>
                  </a:cubicBezTo>
                  <a:cubicBezTo>
                    <a:pt x="30" y="0"/>
                    <a:pt x="30" y="0"/>
                    <a:pt x="30" y="0"/>
                  </a:cubicBezTo>
                  <a:cubicBezTo>
                    <a:pt x="20" y="13"/>
                    <a:pt x="9" y="25"/>
                    <a:pt x="0" y="30"/>
                  </a:cubicBezTo>
                  <a:cubicBezTo>
                    <a:pt x="0" y="34"/>
                    <a:pt x="0" y="34"/>
                    <a:pt x="0" y="34"/>
                  </a:cubicBezTo>
                  <a:cubicBezTo>
                    <a:pt x="13" y="34"/>
                    <a:pt x="13" y="34"/>
                    <a:pt x="13" y="34"/>
                  </a:cubicBezTo>
                  <a:cubicBezTo>
                    <a:pt x="13" y="80"/>
                    <a:pt x="13" y="80"/>
                    <a:pt x="13" y="80"/>
                  </a:cubicBezTo>
                  <a:cubicBezTo>
                    <a:pt x="13" y="96"/>
                    <a:pt x="23" y="102"/>
                    <a:pt x="37" y="102"/>
                  </a:cubicBezTo>
                  <a:cubicBezTo>
                    <a:pt x="48" y="102"/>
                    <a:pt x="55" y="99"/>
                    <a:pt x="60" y="90"/>
                  </a:cubicBezTo>
                  <a:cubicBezTo>
                    <a:pt x="58" y="88"/>
                    <a:pt x="58" y="88"/>
                    <a:pt x="58" y="88"/>
                  </a:cubicBezTo>
                  <a:cubicBezTo>
                    <a:pt x="54" y="92"/>
                    <a:pt x="51" y="93"/>
                    <a:pt x="47" y="93"/>
                  </a:cubicBezTo>
                  <a:cubicBezTo>
                    <a:pt x="37" y="93"/>
                    <a:pt x="34" y="87"/>
                    <a:pt x="34" y="75"/>
                  </a:cubicBezTo>
                  <a:cubicBezTo>
                    <a:pt x="34" y="34"/>
                    <a:pt x="34" y="34"/>
                    <a:pt x="34" y="34"/>
                  </a:cubicBezTo>
                  <a:cubicBezTo>
                    <a:pt x="53" y="34"/>
                    <a:pt x="53" y="34"/>
                    <a:pt x="53" y="34"/>
                  </a:cubicBezTo>
                  <a:cubicBezTo>
                    <a:pt x="64" y="34"/>
                    <a:pt x="67" y="38"/>
                    <a:pt x="71" y="47"/>
                  </a:cubicBezTo>
                  <a:cubicBezTo>
                    <a:pt x="97" y="102"/>
                    <a:pt x="97" y="102"/>
                    <a:pt x="97" y="102"/>
                  </a:cubicBezTo>
                  <a:cubicBezTo>
                    <a:pt x="89" y="126"/>
                    <a:pt x="81" y="136"/>
                    <a:pt x="68" y="136"/>
                  </a:cubicBezTo>
                  <a:cubicBezTo>
                    <a:pt x="65" y="136"/>
                    <a:pt x="63" y="135"/>
                    <a:pt x="58" y="134"/>
                  </a:cubicBezTo>
                  <a:cubicBezTo>
                    <a:pt x="54" y="155"/>
                    <a:pt x="54" y="155"/>
                    <a:pt x="54" y="155"/>
                  </a:cubicBezTo>
                  <a:cubicBezTo>
                    <a:pt x="56" y="156"/>
                    <a:pt x="58" y="156"/>
                    <a:pt x="60" y="156"/>
                  </a:cubicBezTo>
                  <a:cubicBezTo>
                    <a:pt x="75" y="156"/>
                    <a:pt x="83" y="150"/>
                    <a:pt x="90" y="132"/>
                  </a:cubicBezTo>
                  <a:cubicBezTo>
                    <a:pt x="127" y="50"/>
                    <a:pt x="127" y="50"/>
                    <a:pt x="127" y="50"/>
                  </a:cubicBezTo>
                  <a:cubicBezTo>
                    <a:pt x="132" y="36"/>
                    <a:pt x="135" y="34"/>
                    <a:pt x="144" y="31"/>
                  </a:cubicBezTo>
                  <a:cubicBezTo>
                    <a:pt x="144" y="28"/>
                    <a:pt x="144" y="28"/>
                    <a:pt x="144" y="28"/>
                  </a:cubicBezTo>
                  <a:lnTo>
                    <a:pt x="114" y="28"/>
                  </a:lnTo>
                  <a:close/>
                </a:path>
              </a:pathLst>
            </a:custGeom>
            <a:solidFill>
              <a:srgbClr val="1A144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" name="Freeform 61"/>
            <p:cNvSpPr>
              <a:spLocks/>
            </p:cNvSpPr>
            <p:nvPr/>
          </p:nvSpPr>
          <p:spPr bwMode="gray">
            <a:xfrm>
              <a:off x="6594476" y="3157538"/>
              <a:ext cx="619125" cy="419100"/>
            </a:xfrm>
            <a:custGeom>
              <a:avLst/>
              <a:gdLst>
                <a:gd name="T0" fmla="*/ 148 w 165"/>
                <a:gd name="T1" fmla="*/ 91 h 111"/>
                <a:gd name="T2" fmla="*/ 165 w 165"/>
                <a:gd name="T3" fmla="*/ 108 h 111"/>
                <a:gd name="T4" fmla="*/ 165 w 165"/>
                <a:gd name="T5" fmla="*/ 111 h 111"/>
                <a:gd name="T6" fmla="*/ 110 w 165"/>
                <a:gd name="T7" fmla="*/ 111 h 111"/>
                <a:gd name="T8" fmla="*/ 110 w 165"/>
                <a:gd name="T9" fmla="*/ 108 h 111"/>
                <a:gd name="T10" fmla="*/ 122 w 165"/>
                <a:gd name="T11" fmla="*/ 84 h 111"/>
                <a:gd name="T12" fmla="*/ 113 w 165"/>
                <a:gd name="T13" fmla="*/ 20 h 111"/>
                <a:gd name="T14" fmla="*/ 113 w 165"/>
                <a:gd name="T15" fmla="*/ 20 h 111"/>
                <a:gd name="T16" fmla="*/ 77 w 165"/>
                <a:gd name="T17" fmla="*/ 111 h 111"/>
                <a:gd name="T18" fmla="*/ 73 w 165"/>
                <a:gd name="T19" fmla="*/ 111 h 111"/>
                <a:gd name="T20" fmla="*/ 37 w 165"/>
                <a:gd name="T21" fmla="*/ 20 h 111"/>
                <a:gd name="T22" fmla="*/ 37 w 165"/>
                <a:gd name="T23" fmla="*/ 20 h 111"/>
                <a:gd name="T24" fmla="*/ 27 w 165"/>
                <a:gd name="T25" fmla="*/ 85 h 111"/>
                <a:gd name="T26" fmla="*/ 40 w 165"/>
                <a:gd name="T27" fmla="*/ 108 h 111"/>
                <a:gd name="T28" fmla="*/ 40 w 165"/>
                <a:gd name="T29" fmla="*/ 111 h 111"/>
                <a:gd name="T30" fmla="*/ 0 w 165"/>
                <a:gd name="T31" fmla="*/ 111 h 111"/>
                <a:gd name="T32" fmla="*/ 0 w 165"/>
                <a:gd name="T33" fmla="*/ 108 h 111"/>
                <a:gd name="T34" fmla="*/ 20 w 165"/>
                <a:gd name="T35" fmla="*/ 84 h 111"/>
                <a:gd name="T36" fmla="*/ 31 w 165"/>
                <a:gd name="T37" fmla="*/ 11 h 111"/>
                <a:gd name="T38" fmla="*/ 15 w 165"/>
                <a:gd name="T39" fmla="*/ 3 h 111"/>
                <a:gd name="T40" fmla="*/ 15 w 165"/>
                <a:gd name="T41" fmla="*/ 0 h 111"/>
                <a:gd name="T42" fmla="*/ 55 w 165"/>
                <a:gd name="T43" fmla="*/ 0 h 111"/>
                <a:gd name="T44" fmla="*/ 84 w 165"/>
                <a:gd name="T45" fmla="*/ 74 h 111"/>
                <a:gd name="T46" fmla="*/ 113 w 165"/>
                <a:gd name="T47" fmla="*/ 0 h 111"/>
                <a:gd name="T48" fmla="*/ 151 w 165"/>
                <a:gd name="T49" fmla="*/ 0 h 111"/>
                <a:gd name="T50" fmla="*/ 151 w 165"/>
                <a:gd name="T51" fmla="*/ 3 h 111"/>
                <a:gd name="T52" fmla="*/ 138 w 165"/>
                <a:gd name="T53" fmla="*/ 22 h 111"/>
                <a:gd name="T54" fmla="*/ 148 w 165"/>
                <a:gd name="T55" fmla="*/ 91 h 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165" h="111">
                  <a:moveTo>
                    <a:pt x="148" y="91"/>
                  </a:moveTo>
                  <a:cubicBezTo>
                    <a:pt x="150" y="100"/>
                    <a:pt x="154" y="106"/>
                    <a:pt x="165" y="108"/>
                  </a:cubicBezTo>
                  <a:cubicBezTo>
                    <a:pt x="165" y="111"/>
                    <a:pt x="165" y="111"/>
                    <a:pt x="165" y="111"/>
                  </a:cubicBezTo>
                  <a:cubicBezTo>
                    <a:pt x="110" y="111"/>
                    <a:pt x="110" y="111"/>
                    <a:pt x="110" y="111"/>
                  </a:cubicBezTo>
                  <a:cubicBezTo>
                    <a:pt x="110" y="108"/>
                    <a:pt x="110" y="108"/>
                    <a:pt x="110" y="108"/>
                  </a:cubicBezTo>
                  <a:cubicBezTo>
                    <a:pt x="122" y="105"/>
                    <a:pt x="124" y="98"/>
                    <a:pt x="122" y="84"/>
                  </a:cubicBezTo>
                  <a:cubicBezTo>
                    <a:pt x="113" y="20"/>
                    <a:pt x="113" y="20"/>
                    <a:pt x="113" y="20"/>
                  </a:cubicBezTo>
                  <a:cubicBezTo>
                    <a:pt x="113" y="20"/>
                    <a:pt x="113" y="20"/>
                    <a:pt x="113" y="20"/>
                  </a:cubicBezTo>
                  <a:cubicBezTo>
                    <a:pt x="77" y="111"/>
                    <a:pt x="77" y="111"/>
                    <a:pt x="77" y="111"/>
                  </a:cubicBezTo>
                  <a:cubicBezTo>
                    <a:pt x="73" y="111"/>
                    <a:pt x="73" y="111"/>
                    <a:pt x="73" y="111"/>
                  </a:cubicBezTo>
                  <a:cubicBezTo>
                    <a:pt x="37" y="20"/>
                    <a:pt x="37" y="20"/>
                    <a:pt x="37" y="20"/>
                  </a:cubicBezTo>
                  <a:cubicBezTo>
                    <a:pt x="37" y="20"/>
                    <a:pt x="37" y="20"/>
                    <a:pt x="37" y="20"/>
                  </a:cubicBezTo>
                  <a:cubicBezTo>
                    <a:pt x="27" y="85"/>
                    <a:pt x="27" y="85"/>
                    <a:pt x="27" y="85"/>
                  </a:cubicBezTo>
                  <a:cubicBezTo>
                    <a:pt x="25" y="98"/>
                    <a:pt x="28" y="107"/>
                    <a:pt x="40" y="108"/>
                  </a:cubicBezTo>
                  <a:cubicBezTo>
                    <a:pt x="40" y="111"/>
                    <a:pt x="40" y="111"/>
                    <a:pt x="40" y="111"/>
                  </a:cubicBezTo>
                  <a:cubicBezTo>
                    <a:pt x="0" y="111"/>
                    <a:pt x="0" y="111"/>
                    <a:pt x="0" y="111"/>
                  </a:cubicBezTo>
                  <a:cubicBezTo>
                    <a:pt x="0" y="108"/>
                    <a:pt x="0" y="108"/>
                    <a:pt x="0" y="108"/>
                  </a:cubicBezTo>
                  <a:cubicBezTo>
                    <a:pt x="12" y="108"/>
                    <a:pt x="17" y="101"/>
                    <a:pt x="20" y="84"/>
                  </a:cubicBezTo>
                  <a:cubicBezTo>
                    <a:pt x="31" y="11"/>
                    <a:pt x="31" y="11"/>
                    <a:pt x="31" y="11"/>
                  </a:cubicBezTo>
                  <a:cubicBezTo>
                    <a:pt x="26" y="7"/>
                    <a:pt x="20" y="4"/>
                    <a:pt x="15" y="3"/>
                  </a:cubicBezTo>
                  <a:cubicBezTo>
                    <a:pt x="15" y="0"/>
                    <a:pt x="15" y="0"/>
                    <a:pt x="15" y="0"/>
                  </a:cubicBezTo>
                  <a:cubicBezTo>
                    <a:pt x="55" y="0"/>
                    <a:pt x="55" y="0"/>
                    <a:pt x="55" y="0"/>
                  </a:cubicBezTo>
                  <a:cubicBezTo>
                    <a:pt x="84" y="74"/>
                    <a:pt x="84" y="74"/>
                    <a:pt x="84" y="74"/>
                  </a:cubicBezTo>
                  <a:cubicBezTo>
                    <a:pt x="113" y="0"/>
                    <a:pt x="113" y="0"/>
                    <a:pt x="113" y="0"/>
                  </a:cubicBezTo>
                  <a:cubicBezTo>
                    <a:pt x="151" y="0"/>
                    <a:pt x="151" y="0"/>
                    <a:pt x="151" y="0"/>
                  </a:cubicBezTo>
                  <a:cubicBezTo>
                    <a:pt x="151" y="3"/>
                    <a:pt x="151" y="3"/>
                    <a:pt x="151" y="3"/>
                  </a:cubicBezTo>
                  <a:cubicBezTo>
                    <a:pt x="139" y="6"/>
                    <a:pt x="137" y="11"/>
                    <a:pt x="138" y="22"/>
                  </a:cubicBezTo>
                  <a:lnTo>
                    <a:pt x="148" y="91"/>
                  </a:lnTo>
                  <a:close/>
                </a:path>
              </a:pathLst>
            </a:custGeom>
            <a:solidFill>
              <a:srgbClr val="1A144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" name="Freeform 62"/>
            <p:cNvSpPr>
              <a:spLocks/>
            </p:cNvSpPr>
            <p:nvPr/>
          </p:nvSpPr>
          <p:spPr bwMode="gray">
            <a:xfrm>
              <a:off x="7207251" y="3297238"/>
              <a:ext cx="360363" cy="290513"/>
            </a:xfrm>
            <a:custGeom>
              <a:avLst/>
              <a:gdLst>
                <a:gd name="T0" fmla="*/ 11 w 96"/>
                <a:gd name="T1" fmla="*/ 18 h 77"/>
                <a:gd name="T2" fmla="*/ 0 w 96"/>
                <a:gd name="T3" fmla="*/ 6 h 77"/>
                <a:gd name="T4" fmla="*/ 0 w 96"/>
                <a:gd name="T5" fmla="*/ 3 h 77"/>
                <a:gd name="T6" fmla="*/ 29 w 96"/>
                <a:gd name="T7" fmla="*/ 0 h 77"/>
                <a:gd name="T8" fmla="*/ 32 w 96"/>
                <a:gd name="T9" fmla="*/ 0 h 77"/>
                <a:gd name="T10" fmla="*/ 32 w 96"/>
                <a:gd name="T11" fmla="*/ 53 h 77"/>
                <a:gd name="T12" fmla="*/ 46 w 96"/>
                <a:gd name="T13" fmla="*/ 65 h 77"/>
                <a:gd name="T14" fmla="*/ 63 w 96"/>
                <a:gd name="T15" fmla="*/ 52 h 77"/>
                <a:gd name="T16" fmla="*/ 63 w 96"/>
                <a:gd name="T17" fmla="*/ 17 h 77"/>
                <a:gd name="T18" fmla="*/ 52 w 96"/>
                <a:gd name="T19" fmla="*/ 6 h 77"/>
                <a:gd name="T20" fmla="*/ 52 w 96"/>
                <a:gd name="T21" fmla="*/ 3 h 77"/>
                <a:gd name="T22" fmla="*/ 82 w 96"/>
                <a:gd name="T23" fmla="*/ 0 h 77"/>
                <a:gd name="T24" fmla="*/ 85 w 96"/>
                <a:gd name="T25" fmla="*/ 0 h 77"/>
                <a:gd name="T26" fmla="*/ 85 w 96"/>
                <a:gd name="T27" fmla="*/ 57 h 77"/>
                <a:gd name="T28" fmla="*/ 96 w 96"/>
                <a:gd name="T29" fmla="*/ 71 h 77"/>
                <a:gd name="T30" fmla="*/ 96 w 96"/>
                <a:gd name="T31" fmla="*/ 74 h 77"/>
                <a:gd name="T32" fmla="*/ 63 w 96"/>
                <a:gd name="T33" fmla="*/ 77 h 77"/>
                <a:gd name="T34" fmla="*/ 63 w 96"/>
                <a:gd name="T35" fmla="*/ 60 h 77"/>
                <a:gd name="T36" fmla="*/ 63 w 96"/>
                <a:gd name="T37" fmla="*/ 60 h 77"/>
                <a:gd name="T38" fmla="*/ 35 w 96"/>
                <a:gd name="T39" fmla="*/ 77 h 77"/>
                <a:gd name="T40" fmla="*/ 11 w 96"/>
                <a:gd name="T41" fmla="*/ 55 h 77"/>
                <a:gd name="T42" fmla="*/ 11 w 96"/>
                <a:gd name="T43" fmla="*/ 18 h 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96" h="77">
                  <a:moveTo>
                    <a:pt x="11" y="18"/>
                  </a:moveTo>
                  <a:cubicBezTo>
                    <a:pt x="11" y="10"/>
                    <a:pt x="8" y="7"/>
                    <a:pt x="0" y="6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29" y="0"/>
                    <a:pt x="29" y="0"/>
                    <a:pt x="29" y="0"/>
                  </a:cubicBezTo>
                  <a:cubicBezTo>
                    <a:pt x="32" y="0"/>
                    <a:pt x="32" y="0"/>
                    <a:pt x="32" y="0"/>
                  </a:cubicBezTo>
                  <a:cubicBezTo>
                    <a:pt x="32" y="53"/>
                    <a:pt x="32" y="53"/>
                    <a:pt x="32" y="53"/>
                  </a:cubicBezTo>
                  <a:cubicBezTo>
                    <a:pt x="32" y="61"/>
                    <a:pt x="38" y="65"/>
                    <a:pt x="46" y="65"/>
                  </a:cubicBezTo>
                  <a:cubicBezTo>
                    <a:pt x="53" y="65"/>
                    <a:pt x="57" y="62"/>
                    <a:pt x="63" y="52"/>
                  </a:cubicBezTo>
                  <a:cubicBezTo>
                    <a:pt x="63" y="17"/>
                    <a:pt x="63" y="17"/>
                    <a:pt x="63" y="17"/>
                  </a:cubicBezTo>
                  <a:cubicBezTo>
                    <a:pt x="63" y="11"/>
                    <a:pt x="60" y="7"/>
                    <a:pt x="52" y="6"/>
                  </a:cubicBezTo>
                  <a:cubicBezTo>
                    <a:pt x="52" y="3"/>
                    <a:pt x="52" y="3"/>
                    <a:pt x="52" y="3"/>
                  </a:cubicBezTo>
                  <a:cubicBezTo>
                    <a:pt x="82" y="0"/>
                    <a:pt x="82" y="0"/>
                    <a:pt x="82" y="0"/>
                  </a:cubicBezTo>
                  <a:cubicBezTo>
                    <a:pt x="85" y="0"/>
                    <a:pt x="85" y="0"/>
                    <a:pt x="85" y="0"/>
                  </a:cubicBezTo>
                  <a:cubicBezTo>
                    <a:pt x="85" y="57"/>
                    <a:pt x="85" y="57"/>
                    <a:pt x="85" y="57"/>
                  </a:cubicBezTo>
                  <a:cubicBezTo>
                    <a:pt x="85" y="66"/>
                    <a:pt x="87" y="69"/>
                    <a:pt x="96" y="71"/>
                  </a:cubicBezTo>
                  <a:cubicBezTo>
                    <a:pt x="96" y="74"/>
                    <a:pt x="96" y="74"/>
                    <a:pt x="96" y="74"/>
                  </a:cubicBezTo>
                  <a:cubicBezTo>
                    <a:pt x="63" y="77"/>
                    <a:pt x="63" y="77"/>
                    <a:pt x="63" y="77"/>
                  </a:cubicBezTo>
                  <a:cubicBezTo>
                    <a:pt x="63" y="60"/>
                    <a:pt x="63" y="60"/>
                    <a:pt x="63" y="60"/>
                  </a:cubicBezTo>
                  <a:cubicBezTo>
                    <a:pt x="63" y="60"/>
                    <a:pt x="63" y="60"/>
                    <a:pt x="63" y="60"/>
                  </a:cubicBezTo>
                  <a:cubicBezTo>
                    <a:pt x="55" y="72"/>
                    <a:pt x="46" y="77"/>
                    <a:pt x="35" y="77"/>
                  </a:cubicBezTo>
                  <a:cubicBezTo>
                    <a:pt x="20" y="77"/>
                    <a:pt x="11" y="69"/>
                    <a:pt x="11" y="55"/>
                  </a:cubicBezTo>
                  <a:lnTo>
                    <a:pt x="11" y="18"/>
                  </a:lnTo>
                  <a:close/>
                </a:path>
              </a:pathLst>
            </a:custGeom>
            <a:solidFill>
              <a:srgbClr val="1A144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" name="Freeform 63"/>
            <p:cNvSpPr>
              <a:spLocks/>
            </p:cNvSpPr>
            <p:nvPr/>
          </p:nvSpPr>
          <p:spPr bwMode="gray">
            <a:xfrm>
              <a:off x="7581901" y="3201988"/>
              <a:ext cx="225425" cy="385763"/>
            </a:xfrm>
            <a:custGeom>
              <a:avLst/>
              <a:gdLst>
                <a:gd name="T0" fmla="*/ 13 w 60"/>
                <a:gd name="T1" fmla="*/ 33 h 102"/>
                <a:gd name="T2" fmla="*/ 0 w 60"/>
                <a:gd name="T3" fmla="*/ 33 h 102"/>
                <a:gd name="T4" fmla="*/ 0 w 60"/>
                <a:gd name="T5" fmla="*/ 30 h 102"/>
                <a:gd name="T6" fmla="*/ 31 w 60"/>
                <a:gd name="T7" fmla="*/ 0 h 102"/>
                <a:gd name="T8" fmla="*/ 34 w 60"/>
                <a:gd name="T9" fmla="*/ 0 h 102"/>
                <a:gd name="T10" fmla="*/ 34 w 60"/>
                <a:gd name="T11" fmla="*/ 28 h 102"/>
                <a:gd name="T12" fmla="*/ 58 w 60"/>
                <a:gd name="T13" fmla="*/ 28 h 102"/>
                <a:gd name="T14" fmla="*/ 58 w 60"/>
                <a:gd name="T15" fmla="*/ 33 h 102"/>
                <a:gd name="T16" fmla="*/ 34 w 60"/>
                <a:gd name="T17" fmla="*/ 33 h 102"/>
                <a:gd name="T18" fmla="*/ 34 w 60"/>
                <a:gd name="T19" fmla="*/ 75 h 102"/>
                <a:gd name="T20" fmla="*/ 47 w 60"/>
                <a:gd name="T21" fmla="*/ 93 h 102"/>
                <a:gd name="T22" fmla="*/ 58 w 60"/>
                <a:gd name="T23" fmla="*/ 87 h 102"/>
                <a:gd name="T24" fmla="*/ 60 w 60"/>
                <a:gd name="T25" fmla="*/ 89 h 102"/>
                <a:gd name="T26" fmla="*/ 37 w 60"/>
                <a:gd name="T27" fmla="*/ 102 h 102"/>
                <a:gd name="T28" fmla="*/ 13 w 60"/>
                <a:gd name="T29" fmla="*/ 79 h 102"/>
                <a:gd name="T30" fmla="*/ 13 w 60"/>
                <a:gd name="T31" fmla="*/ 33 h 1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60" h="102">
                  <a:moveTo>
                    <a:pt x="13" y="33"/>
                  </a:moveTo>
                  <a:cubicBezTo>
                    <a:pt x="0" y="33"/>
                    <a:pt x="0" y="33"/>
                    <a:pt x="0" y="33"/>
                  </a:cubicBezTo>
                  <a:cubicBezTo>
                    <a:pt x="0" y="30"/>
                    <a:pt x="0" y="30"/>
                    <a:pt x="0" y="30"/>
                  </a:cubicBezTo>
                  <a:cubicBezTo>
                    <a:pt x="9" y="24"/>
                    <a:pt x="21" y="13"/>
                    <a:pt x="31" y="0"/>
                  </a:cubicBezTo>
                  <a:cubicBezTo>
                    <a:pt x="34" y="0"/>
                    <a:pt x="34" y="0"/>
                    <a:pt x="34" y="0"/>
                  </a:cubicBezTo>
                  <a:cubicBezTo>
                    <a:pt x="34" y="28"/>
                    <a:pt x="34" y="28"/>
                    <a:pt x="34" y="28"/>
                  </a:cubicBezTo>
                  <a:cubicBezTo>
                    <a:pt x="58" y="28"/>
                    <a:pt x="58" y="28"/>
                    <a:pt x="58" y="28"/>
                  </a:cubicBezTo>
                  <a:cubicBezTo>
                    <a:pt x="58" y="33"/>
                    <a:pt x="58" y="33"/>
                    <a:pt x="58" y="33"/>
                  </a:cubicBezTo>
                  <a:cubicBezTo>
                    <a:pt x="34" y="33"/>
                    <a:pt x="34" y="33"/>
                    <a:pt x="34" y="33"/>
                  </a:cubicBezTo>
                  <a:cubicBezTo>
                    <a:pt x="34" y="75"/>
                    <a:pt x="34" y="75"/>
                    <a:pt x="34" y="75"/>
                  </a:cubicBezTo>
                  <a:cubicBezTo>
                    <a:pt x="34" y="86"/>
                    <a:pt x="37" y="93"/>
                    <a:pt x="47" y="93"/>
                  </a:cubicBezTo>
                  <a:cubicBezTo>
                    <a:pt x="51" y="93"/>
                    <a:pt x="54" y="91"/>
                    <a:pt x="58" y="87"/>
                  </a:cubicBezTo>
                  <a:cubicBezTo>
                    <a:pt x="60" y="89"/>
                    <a:pt x="60" y="89"/>
                    <a:pt x="60" y="89"/>
                  </a:cubicBezTo>
                  <a:cubicBezTo>
                    <a:pt x="55" y="98"/>
                    <a:pt x="48" y="102"/>
                    <a:pt x="37" y="102"/>
                  </a:cubicBezTo>
                  <a:cubicBezTo>
                    <a:pt x="24" y="102"/>
                    <a:pt x="13" y="96"/>
                    <a:pt x="13" y="79"/>
                  </a:cubicBezTo>
                  <a:lnTo>
                    <a:pt x="13" y="33"/>
                  </a:lnTo>
                  <a:close/>
                </a:path>
              </a:pathLst>
            </a:custGeom>
            <a:solidFill>
              <a:srgbClr val="1A144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5" name="Freeform 64"/>
            <p:cNvSpPr>
              <a:spLocks/>
            </p:cNvSpPr>
            <p:nvPr/>
          </p:nvSpPr>
          <p:spPr bwMode="gray">
            <a:xfrm>
              <a:off x="7807326" y="3297238"/>
              <a:ext cx="365125" cy="290513"/>
            </a:xfrm>
            <a:custGeom>
              <a:avLst/>
              <a:gdLst>
                <a:gd name="T0" fmla="*/ 12 w 97"/>
                <a:gd name="T1" fmla="*/ 18 h 77"/>
                <a:gd name="T2" fmla="*/ 0 w 97"/>
                <a:gd name="T3" fmla="*/ 6 h 77"/>
                <a:gd name="T4" fmla="*/ 0 w 97"/>
                <a:gd name="T5" fmla="*/ 3 h 77"/>
                <a:gd name="T6" fmla="*/ 30 w 97"/>
                <a:gd name="T7" fmla="*/ 0 h 77"/>
                <a:gd name="T8" fmla="*/ 33 w 97"/>
                <a:gd name="T9" fmla="*/ 0 h 77"/>
                <a:gd name="T10" fmla="*/ 33 w 97"/>
                <a:gd name="T11" fmla="*/ 53 h 77"/>
                <a:gd name="T12" fmla="*/ 46 w 97"/>
                <a:gd name="T13" fmla="*/ 65 h 77"/>
                <a:gd name="T14" fmla="*/ 64 w 97"/>
                <a:gd name="T15" fmla="*/ 52 h 77"/>
                <a:gd name="T16" fmla="*/ 64 w 97"/>
                <a:gd name="T17" fmla="*/ 17 h 77"/>
                <a:gd name="T18" fmla="*/ 53 w 97"/>
                <a:gd name="T19" fmla="*/ 6 h 77"/>
                <a:gd name="T20" fmla="*/ 53 w 97"/>
                <a:gd name="T21" fmla="*/ 3 h 77"/>
                <a:gd name="T22" fmla="*/ 82 w 97"/>
                <a:gd name="T23" fmla="*/ 0 h 77"/>
                <a:gd name="T24" fmla="*/ 86 w 97"/>
                <a:gd name="T25" fmla="*/ 0 h 77"/>
                <a:gd name="T26" fmla="*/ 86 w 97"/>
                <a:gd name="T27" fmla="*/ 57 h 77"/>
                <a:gd name="T28" fmla="*/ 97 w 97"/>
                <a:gd name="T29" fmla="*/ 71 h 77"/>
                <a:gd name="T30" fmla="*/ 97 w 97"/>
                <a:gd name="T31" fmla="*/ 74 h 77"/>
                <a:gd name="T32" fmla="*/ 64 w 97"/>
                <a:gd name="T33" fmla="*/ 77 h 77"/>
                <a:gd name="T34" fmla="*/ 64 w 97"/>
                <a:gd name="T35" fmla="*/ 60 h 77"/>
                <a:gd name="T36" fmla="*/ 64 w 97"/>
                <a:gd name="T37" fmla="*/ 60 h 77"/>
                <a:gd name="T38" fmla="*/ 35 w 97"/>
                <a:gd name="T39" fmla="*/ 77 h 77"/>
                <a:gd name="T40" fmla="*/ 12 w 97"/>
                <a:gd name="T41" fmla="*/ 55 h 77"/>
                <a:gd name="T42" fmla="*/ 12 w 97"/>
                <a:gd name="T43" fmla="*/ 18 h 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97" h="77">
                  <a:moveTo>
                    <a:pt x="12" y="18"/>
                  </a:moveTo>
                  <a:cubicBezTo>
                    <a:pt x="12" y="10"/>
                    <a:pt x="9" y="7"/>
                    <a:pt x="0" y="6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30" y="0"/>
                    <a:pt x="30" y="0"/>
                    <a:pt x="30" y="0"/>
                  </a:cubicBezTo>
                  <a:cubicBezTo>
                    <a:pt x="33" y="0"/>
                    <a:pt x="33" y="0"/>
                    <a:pt x="33" y="0"/>
                  </a:cubicBezTo>
                  <a:cubicBezTo>
                    <a:pt x="33" y="53"/>
                    <a:pt x="33" y="53"/>
                    <a:pt x="33" y="53"/>
                  </a:cubicBezTo>
                  <a:cubicBezTo>
                    <a:pt x="33" y="61"/>
                    <a:pt x="39" y="65"/>
                    <a:pt x="46" y="65"/>
                  </a:cubicBezTo>
                  <a:cubicBezTo>
                    <a:pt x="54" y="65"/>
                    <a:pt x="58" y="62"/>
                    <a:pt x="64" y="52"/>
                  </a:cubicBezTo>
                  <a:cubicBezTo>
                    <a:pt x="64" y="17"/>
                    <a:pt x="64" y="17"/>
                    <a:pt x="64" y="17"/>
                  </a:cubicBezTo>
                  <a:cubicBezTo>
                    <a:pt x="64" y="11"/>
                    <a:pt x="60" y="7"/>
                    <a:pt x="53" y="6"/>
                  </a:cubicBezTo>
                  <a:cubicBezTo>
                    <a:pt x="53" y="3"/>
                    <a:pt x="53" y="3"/>
                    <a:pt x="53" y="3"/>
                  </a:cubicBezTo>
                  <a:cubicBezTo>
                    <a:pt x="82" y="0"/>
                    <a:pt x="82" y="0"/>
                    <a:pt x="82" y="0"/>
                  </a:cubicBezTo>
                  <a:cubicBezTo>
                    <a:pt x="86" y="0"/>
                    <a:pt x="86" y="0"/>
                    <a:pt x="86" y="0"/>
                  </a:cubicBezTo>
                  <a:cubicBezTo>
                    <a:pt x="86" y="57"/>
                    <a:pt x="86" y="57"/>
                    <a:pt x="86" y="57"/>
                  </a:cubicBezTo>
                  <a:cubicBezTo>
                    <a:pt x="86" y="66"/>
                    <a:pt x="88" y="69"/>
                    <a:pt x="97" y="71"/>
                  </a:cubicBezTo>
                  <a:cubicBezTo>
                    <a:pt x="97" y="74"/>
                    <a:pt x="97" y="74"/>
                    <a:pt x="97" y="74"/>
                  </a:cubicBezTo>
                  <a:cubicBezTo>
                    <a:pt x="64" y="77"/>
                    <a:pt x="64" y="77"/>
                    <a:pt x="64" y="77"/>
                  </a:cubicBezTo>
                  <a:cubicBezTo>
                    <a:pt x="64" y="60"/>
                    <a:pt x="64" y="60"/>
                    <a:pt x="64" y="60"/>
                  </a:cubicBezTo>
                  <a:cubicBezTo>
                    <a:pt x="64" y="60"/>
                    <a:pt x="64" y="60"/>
                    <a:pt x="64" y="60"/>
                  </a:cubicBezTo>
                  <a:cubicBezTo>
                    <a:pt x="56" y="72"/>
                    <a:pt x="47" y="77"/>
                    <a:pt x="35" y="77"/>
                  </a:cubicBezTo>
                  <a:cubicBezTo>
                    <a:pt x="21" y="77"/>
                    <a:pt x="12" y="69"/>
                    <a:pt x="12" y="55"/>
                  </a:cubicBezTo>
                  <a:lnTo>
                    <a:pt x="12" y="18"/>
                  </a:lnTo>
                  <a:close/>
                </a:path>
              </a:pathLst>
            </a:custGeom>
            <a:solidFill>
              <a:srgbClr val="1A144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6" name="Freeform 65"/>
            <p:cNvSpPr>
              <a:spLocks noEditPoints="1"/>
            </p:cNvSpPr>
            <p:nvPr/>
          </p:nvSpPr>
          <p:spPr bwMode="gray">
            <a:xfrm>
              <a:off x="8183563" y="3297238"/>
              <a:ext cx="304800" cy="290513"/>
            </a:xfrm>
            <a:custGeom>
              <a:avLst/>
              <a:gdLst>
                <a:gd name="T0" fmla="*/ 46 w 81"/>
                <a:gd name="T1" fmla="*/ 62 h 77"/>
                <a:gd name="T2" fmla="*/ 33 w 81"/>
                <a:gd name="T3" fmla="*/ 69 h 77"/>
                <a:gd name="T4" fmla="*/ 23 w 81"/>
                <a:gd name="T5" fmla="*/ 56 h 77"/>
                <a:gd name="T6" fmla="*/ 46 w 81"/>
                <a:gd name="T7" fmla="*/ 35 h 77"/>
                <a:gd name="T8" fmla="*/ 46 w 81"/>
                <a:gd name="T9" fmla="*/ 62 h 77"/>
                <a:gd name="T10" fmla="*/ 68 w 81"/>
                <a:gd name="T11" fmla="*/ 27 h 77"/>
                <a:gd name="T12" fmla="*/ 36 w 81"/>
                <a:gd name="T13" fmla="*/ 0 h 77"/>
                <a:gd name="T14" fmla="*/ 4 w 81"/>
                <a:gd name="T15" fmla="*/ 24 h 77"/>
                <a:gd name="T16" fmla="*/ 7 w 81"/>
                <a:gd name="T17" fmla="*/ 24 h 77"/>
                <a:gd name="T18" fmla="*/ 28 w 81"/>
                <a:gd name="T19" fmla="*/ 12 h 77"/>
                <a:gd name="T20" fmla="*/ 46 w 81"/>
                <a:gd name="T21" fmla="*/ 31 h 77"/>
                <a:gd name="T22" fmla="*/ 0 w 81"/>
                <a:gd name="T23" fmla="*/ 58 h 77"/>
                <a:gd name="T24" fmla="*/ 22 w 81"/>
                <a:gd name="T25" fmla="*/ 77 h 77"/>
                <a:gd name="T26" fmla="*/ 44 w 81"/>
                <a:gd name="T27" fmla="*/ 69 h 77"/>
                <a:gd name="T28" fmla="*/ 46 w 81"/>
                <a:gd name="T29" fmla="*/ 67 h 77"/>
                <a:gd name="T30" fmla="*/ 63 w 81"/>
                <a:gd name="T31" fmla="*/ 77 h 77"/>
                <a:gd name="T32" fmla="*/ 81 w 81"/>
                <a:gd name="T33" fmla="*/ 63 h 77"/>
                <a:gd name="T34" fmla="*/ 78 w 81"/>
                <a:gd name="T35" fmla="*/ 63 h 77"/>
                <a:gd name="T36" fmla="*/ 72 w 81"/>
                <a:gd name="T37" fmla="*/ 70 h 77"/>
                <a:gd name="T38" fmla="*/ 68 w 81"/>
                <a:gd name="T39" fmla="*/ 60 h 77"/>
                <a:gd name="T40" fmla="*/ 68 w 81"/>
                <a:gd name="T41" fmla="*/ 27 h 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81" h="77">
                  <a:moveTo>
                    <a:pt x="46" y="62"/>
                  </a:moveTo>
                  <a:cubicBezTo>
                    <a:pt x="41" y="67"/>
                    <a:pt x="37" y="69"/>
                    <a:pt x="33" y="69"/>
                  </a:cubicBezTo>
                  <a:cubicBezTo>
                    <a:pt x="27" y="69"/>
                    <a:pt x="23" y="64"/>
                    <a:pt x="23" y="56"/>
                  </a:cubicBezTo>
                  <a:cubicBezTo>
                    <a:pt x="23" y="47"/>
                    <a:pt x="28" y="42"/>
                    <a:pt x="46" y="35"/>
                  </a:cubicBezTo>
                  <a:lnTo>
                    <a:pt x="46" y="62"/>
                  </a:lnTo>
                  <a:close/>
                  <a:moveTo>
                    <a:pt x="68" y="27"/>
                  </a:moveTo>
                  <a:cubicBezTo>
                    <a:pt x="68" y="7"/>
                    <a:pt x="52" y="0"/>
                    <a:pt x="36" y="0"/>
                  </a:cubicBezTo>
                  <a:cubicBezTo>
                    <a:pt x="19" y="0"/>
                    <a:pt x="8" y="9"/>
                    <a:pt x="4" y="24"/>
                  </a:cubicBezTo>
                  <a:cubicBezTo>
                    <a:pt x="7" y="24"/>
                    <a:pt x="7" y="24"/>
                    <a:pt x="7" y="24"/>
                  </a:cubicBezTo>
                  <a:cubicBezTo>
                    <a:pt x="12" y="16"/>
                    <a:pt x="19" y="12"/>
                    <a:pt x="28" y="12"/>
                  </a:cubicBezTo>
                  <a:cubicBezTo>
                    <a:pt x="41" y="12"/>
                    <a:pt x="46" y="18"/>
                    <a:pt x="46" y="31"/>
                  </a:cubicBezTo>
                  <a:cubicBezTo>
                    <a:pt x="29" y="37"/>
                    <a:pt x="0" y="39"/>
                    <a:pt x="0" y="58"/>
                  </a:cubicBezTo>
                  <a:cubicBezTo>
                    <a:pt x="0" y="69"/>
                    <a:pt x="10" y="77"/>
                    <a:pt x="22" y="77"/>
                  </a:cubicBezTo>
                  <a:cubicBezTo>
                    <a:pt x="31" y="77"/>
                    <a:pt x="37" y="75"/>
                    <a:pt x="44" y="69"/>
                  </a:cubicBezTo>
                  <a:cubicBezTo>
                    <a:pt x="46" y="67"/>
                    <a:pt x="46" y="67"/>
                    <a:pt x="46" y="67"/>
                  </a:cubicBezTo>
                  <a:cubicBezTo>
                    <a:pt x="50" y="74"/>
                    <a:pt x="55" y="77"/>
                    <a:pt x="63" y="77"/>
                  </a:cubicBezTo>
                  <a:cubicBezTo>
                    <a:pt x="74" y="77"/>
                    <a:pt x="80" y="72"/>
                    <a:pt x="81" y="63"/>
                  </a:cubicBezTo>
                  <a:cubicBezTo>
                    <a:pt x="78" y="63"/>
                    <a:pt x="78" y="63"/>
                    <a:pt x="78" y="63"/>
                  </a:cubicBezTo>
                  <a:cubicBezTo>
                    <a:pt x="77" y="68"/>
                    <a:pt x="75" y="70"/>
                    <a:pt x="72" y="70"/>
                  </a:cubicBezTo>
                  <a:cubicBezTo>
                    <a:pt x="69" y="70"/>
                    <a:pt x="68" y="67"/>
                    <a:pt x="68" y="60"/>
                  </a:cubicBezTo>
                  <a:lnTo>
                    <a:pt x="68" y="27"/>
                  </a:lnTo>
                  <a:close/>
                </a:path>
              </a:pathLst>
            </a:custGeom>
            <a:solidFill>
              <a:srgbClr val="1A144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7" name="Freeform 66"/>
            <p:cNvSpPr>
              <a:spLocks/>
            </p:cNvSpPr>
            <p:nvPr/>
          </p:nvSpPr>
          <p:spPr bwMode="gray">
            <a:xfrm>
              <a:off x="8491538" y="3125788"/>
              <a:ext cx="180975" cy="450850"/>
            </a:xfrm>
            <a:custGeom>
              <a:avLst/>
              <a:gdLst>
                <a:gd name="T0" fmla="*/ 14 w 48"/>
                <a:gd name="T1" fmla="*/ 20 h 119"/>
                <a:gd name="T2" fmla="*/ 0 w 48"/>
                <a:gd name="T3" fmla="*/ 6 h 119"/>
                <a:gd name="T4" fmla="*/ 0 w 48"/>
                <a:gd name="T5" fmla="*/ 3 h 119"/>
                <a:gd name="T6" fmla="*/ 32 w 48"/>
                <a:gd name="T7" fmla="*/ 0 h 119"/>
                <a:gd name="T8" fmla="*/ 35 w 48"/>
                <a:gd name="T9" fmla="*/ 0 h 119"/>
                <a:gd name="T10" fmla="*/ 35 w 48"/>
                <a:gd name="T11" fmla="*/ 102 h 119"/>
                <a:gd name="T12" fmla="*/ 48 w 48"/>
                <a:gd name="T13" fmla="*/ 116 h 119"/>
                <a:gd name="T14" fmla="*/ 48 w 48"/>
                <a:gd name="T15" fmla="*/ 119 h 119"/>
                <a:gd name="T16" fmla="*/ 0 w 48"/>
                <a:gd name="T17" fmla="*/ 119 h 119"/>
                <a:gd name="T18" fmla="*/ 0 w 48"/>
                <a:gd name="T19" fmla="*/ 116 h 119"/>
                <a:gd name="T20" fmla="*/ 14 w 48"/>
                <a:gd name="T21" fmla="*/ 102 h 119"/>
                <a:gd name="T22" fmla="*/ 14 w 48"/>
                <a:gd name="T23" fmla="*/ 20 h 1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48" h="119">
                  <a:moveTo>
                    <a:pt x="14" y="20"/>
                  </a:moveTo>
                  <a:cubicBezTo>
                    <a:pt x="14" y="10"/>
                    <a:pt x="10" y="6"/>
                    <a:pt x="0" y="6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32" y="0"/>
                    <a:pt x="32" y="0"/>
                    <a:pt x="32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35" y="102"/>
                    <a:pt x="35" y="102"/>
                    <a:pt x="35" y="102"/>
                  </a:cubicBezTo>
                  <a:cubicBezTo>
                    <a:pt x="35" y="111"/>
                    <a:pt x="37" y="114"/>
                    <a:pt x="48" y="116"/>
                  </a:cubicBezTo>
                  <a:cubicBezTo>
                    <a:pt x="48" y="119"/>
                    <a:pt x="48" y="119"/>
                    <a:pt x="48" y="119"/>
                  </a:cubicBezTo>
                  <a:cubicBezTo>
                    <a:pt x="0" y="119"/>
                    <a:pt x="0" y="119"/>
                    <a:pt x="0" y="119"/>
                  </a:cubicBezTo>
                  <a:cubicBezTo>
                    <a:pt x="0" y="116"/>
                    <a:pt x="0" y="116"/>
                    <a:pt x="0" y="116"/>
                  </a:cubicBezTo>
                  <a:cubicBezTo>
                    <a:pt x="11" y="114"/>
                    <a:pt x="14" y="111"/>
                    <a:pt x="14" y="102"/>
                  </a:cubicBezTo>
                  <a:lnTo>
                    <a:pt x="14" y="20"/>
                  </a:lnTo>
                  <a:close/>
                </a:path>
              </a:pathLst>
            </a:custGeom>
            <a:solidFill>
              <a:srgbClr val="1A144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" name="Freeform 67"/>
            <p:cNvSpPr>
              <a:spLocks/>
            </p:cNvSpPr>
            <p:nvPr/>
          </p:nvSpPr>
          <p:spPr bwMode="gray">
            <a:xfrm>
              <a:off x="3387726" y="2736850"/>
              <a:ext cx="981075" cy="1308100"/>
            </a:xfrm>
            <a:custGeom>
              <a:avLst/>
              <a:gdLst>
                <a:gd name="T0" fmla="*/ 258 w 261"/>
                <a:gd name="T1" fmla="*/ 146 h 346"/>
                <a:gd name="T2" fmla="*/ 215 w 261"/>
                <a:gd name="T3" fmla="*/ 141 h 346"/>
                <a:gd name="T4" fmla="*/ 226 w 261"/>
                <a:gd name="T5" fmla="*/ 107 h 346"/>
                <a:gd name="T6" fmla="*/ 203 w 261"/>
                <a:gd name="T7" fmla="*/ 125 h 346"/>
                <a:gd name="T8" fmla="*/ 164 w 261"/>
                <a:gd name="T9" fmla="*/ 101 h 346"/>
                <a:gd name="T10" fmla="*/ 156 w 261"/>
                <a:gd name="T11" fmla="*/ 75 h 346"/>
                <a:gd name="T12" fmla="*/ 150 w 261"/>
                <a:gd name="T13" fmla="*/ 98 h 346"/>
                <a:gd name="T14" fmla="*/ 98 w 261"/>
                <a:gd name="T15" fmla="*/ 105 h 346"/>
                <a:gd name="T16" fmla="*/ 82 w 261"/>
                <a:gd name="T17" fmla="*/ 115 h 346"/>
                <a:gd name="T18" fmla="*/ 82 w 261"/>
                <a:gd name="T19" fmla="*/ 79 h 346"/>
                <a:gd name="T20" fmla="*/ 78 w 261"/>
                <a:gd name="T21" fmla="*/ 53 h 346"/>
                <a:gd name="T22" fmla="*/ 76 w 261"/>
                <a:gd name="T23" fmla="*/ 45 h 346"/>
                <a:gd name="T24" fmla="*/ 71 w 261"/>
                <a:gd name="T25" fmla="*/ 42 h 346"/>
                <a:gd name="T26" fmla="*/ 98 w 261"/>
                <a:gd name="T27" fmla="*/ 16 h 346"/>
                <a:gd name="T28" fmla="*/ 83 w 261"/>
                <a:gd name="T29" fmla="*/ 9 h 346"/>
                <a:gd name="T30" fmla="*/ 68 w 261"/>
                <a:gd name="T31" fmla="*/ 0 h 346"/>
                <a:gd name="T32" fmla="*/ 40 w 261"/>
                <a:gd name="T33" fmla="*/ 3 h 346"/>
                <a:gd name="T34" fmla="*/ 19 w 261"/>
                <a:gd name="T35" fmla="*/ 40 h 346"/>
                <a:gd name="T36" fmla="*/ 6 w 261"/>
                <a:gd name="T37" fmla="*/ 45 h 346"/>
                <a:gd name="T38" fmla="*/ 1 w 261"/>
                <a:gd name="T39" fmla="*/ 69 h 346"/>
                <a:gd name="T40" fmla="*/ 13 w 261"/>
                <a:gd name="T41" fmla="*/ 99 h 346"/>
                <a:gd name="T42" fmla="*/ 16 w 261"/>
                <a:gd name="T43" fmla="*/ 108 h 346"/>
                <a:gd name="T44" fmla="*/ 24 w 261"/>
                <a:gd name="T45" fmla="*/ 124 h 346"/>
                <a:gd name="T46" fmla="*/ 28 w 261"/>
                <a:gd name="T47" fmla="*/ 137 h 346"/>
                <a:gd name="T48" fmla="*/ 34 w 261"/>
                <a:gd name="T49" fmla="*/ 146 h 346"/>
                <a:gd name="T50" fmla="*/ 47 w 261"/>
                <a:gd name="T51" fmla="*/ 148 h 346"/>
                <a:gd name="T52" fmla="*/ 37 w 261"/>
                <a:gd name="T53" fmla="*/ 229 h 346"/>
                <a:gd name="T54" fmla="*/ 73 w 261"/>
                <a:gd name="T55" fmla="*/ 333 h 346"/>
                <a:gd name="T56" fmla="*/ 96 w 261"/>
                <a:gd name="T57" fmla="*/ 311 h 346"/>
                <a:gd name="T58" fmla="*/ 121 w 261"/>
                <a:gd name="T59" fmla="*/ 288 h 346"/>
                <a:gd name="T60" fmla="*/ 123 w 261"/>
                <a:gd name="T61" fmla="*/ 296 h 346"/>
                <a:gd name="T62" fmla="*/ 94 w 261"/>
                <a:gd name="T63" fmla="*/ 346 h 346"/>
                <a:gd name="T64" fmla="*/ 235 w 261"/>
                <a:gd name="T65" fmla="*/ 259 h 346"/>
                <a:gd name="T66" fmla="*/ 231 w 261"/>
                <a:gd name="T67" fmla="*/ 181 h 346"/>
                <a:gd name="T68" fmla="*/ 261 w 261"/>
                <a:gd name="T69" fmla="*/ 146 h 3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261" h="346">
                  <a:moveTo>
                    <a:pt x="261" y="146"/>
                  </a:moveTo>
                  <a:cubicBezTo>
                    <a:pt x="260" y="145"/>
                    <a:pt x="258" y="146"/>
                    <a:pt x="258" y="146"/>
                  </a:cubicBezTo>
                  <a:cubicBezTo>
                    <a:pt x="224" y="158"/>
                    <a:pt x="224" y="158"/>
                    <a:pt x="224" y="158"/>
                  </a:cubicBezTo>
                  <a:cubicBezTo>
                    <a:pt x="222" y="152"/>
                    <a:pt x="219" y="146"/>
                    <a:pt x="215" y="141"/>
                  </a:cubicBezTo>
                  <a:cubicBezTo>
                    <a:pt x="226" y="111"/>
                    <a:pt x="226" y="111"/>
                    <a:pt x="226" y="111"/>
                  </a:cubicBezTo>
                  <a:cubicBezTo>
                    <a:pt x="226" y="111"/>
                    <a:pt x="227" y="108"/>
                    <a:pt x="226" y="107"/>
                  </a:cubicBezTo>
                  <a:cubicBezTo>
                    <a:pt x="225" y="107"/>
                    <a:pt x="223" y="109"/>
                    <a:pt x="223" y="109"/>
                  </a:cubicBezTo>
                  <a:cubicBezTo>
                    <a:pt x="203" y="125"/>
                    <a:pt x="203" y="125"/>
                    <a:pt x="203" y="125"/>
                  </a:cubicBezTo>
                  <a:cubicBezTo>
                    <a:pt x="196" y="117"/>
                    <a:pt x="187" y="110"/>
                    <a:pt x="176" y="105"/>
                  </a:cubicBezTo>
                  <a:cubicBezTo>
                    <a:pt x="173" y="104"/>
                    <a:pt x="169" y="102"/>
                    <a:pt x="164" y="101"/>
                  </a:cubicBezTo>
                  <a:cubicBezTo>
                    <a:pt x="158" y="78"/>
                    <a:pt x="158" y="78"/>
                    <a:pt x="158" y="78"/>
                  </a:cubicBezTo>
                  <a:cubicBezTo>
                    <a:pt x="158" y="78"/>
                    <a:pt x="158" y="75"/>
                    <a:pt x="156" y="75"/>
                  </a:cubicBezTo>
                  <a:cubicBezTo>
                    <a:pt x="155" y="75"/>
                    <a:pt x="154" y="77"/>
                    <a:pt x="154" y="77"/>
                  </a:cubicBezTo>
                  <a:cubicBezTo>
                    <a:pt x="150" y="98"/>
                    <a:pt x="150" y="98"/>
                    <a:pt x="150" y="98"/>
                  </a:cubicBezTo>
                  <a:cubicBezTo>
                    <a:pt x="146" y="98"/>
                    <a:pt x="142" y="97"/>
                    <a:pt x="137" y="97"/>
                  </a:cubicBezTo>
                  <a:cubicBezTo>
                    <a:pt x="122" y="97"/>
                    <a:pt x="109" y="100"/>
                    <a:pt x="98" y="105"/>
                  </a:cubicBezTo>
                  <a:cubicBezTo>
                    <a:pt x="93" y="107"/>
                    <a:pt x="89" y="110"/>
                    <a:pt x="84" y="113"/>
                  </a:cubicBezTo>
                  <a:cubicBezTo>
                    <a:pt x="84" y="113"/>
                    <a:pt x="83" y="114"/>
                    <a:pt x="82" y="115"/>
                  </a:cubicBezTo>
                  <a:cubicBezTo>
                    <a:pt x="78" y="104"/>
                    <a:pt x="75" y="96"/>
                    <a:pt x="74" y="93"/>
                  </a:cubicBezTo>
                  <a:cubicBezTo>
                    <a:pt x="77" y="91"/>
                    <a:pt x="81" y="84"/>
                    <a:pt x="82" y="79"/>
                  </a:cubicBezTo>
                  <a:cubicBezTo>
                    <a:pt x="84" y="72"/>
                    <a:pt x="84" y="68"/>
                    <a:pt x="82" y="63"/>
                  </a:cubicBezTo>
                  <a:cubicBezTo>
                    <a:pt x="81" y="59"/>
                    <a:pt x="78" y="55"/>
                    <a:pt x="78" y="53"/>
                  </a:cubicBezTo>
                  <a:cubicBezTo>
                    <a:pt x="79" y="51"/>
                    <a:pt x="79" y="50"/>
                    <a:pt x="80" y="49"/>
                  </a:cubicBezTo>
                  <a:cubicBezTo>
                    <a:pt x="80" y="46"/>
                    <a:pt x="78" y="45"/>
                    <a:pt x="76" y="45"/>
                  </a:cubicBezTo>
                  <a:cubicBezTo>
                    <a:pt x="74" y="45"/>
                    <a:pt x="73" y="45"/>
                    <a:pt x="71" y="45"/>
                  </a:cubicBezTo>
                  <a:cubicBezTo>
                    <a:pt x="71" y="45"/>
                    <a:pt x="70" y="45"/>
                    <a:pt x="71" y="42"/>
                  </a:cubicBezTo>
                  <a:cubicBezTo>
                    <a:pt x="72" y="38"/>
                    <a:pt x="79" y="36"/>
                    <a:pt x="86" y="34"/>
                  </a:cubicBezTo>
                  <a:cubicBezTo>
                    <a:pt x="94" y="31"/>
                    <a:pt x="98" y="25"/>
                    <a:pt x="98" y="16"/>
                  </a:cubicBezTo>
                  <a:cubicBezTo>
                    <a:pt x="99" y="9"/>
                    <a:pt x="95" y="4"/>
                    <a:pt x="90" y="2"/>
                  </a:cubicBezTo>
                  <a:cubicBezTo>
                    <a:pt x="89" y="4"/>
                    <a:pt x="85" y="8"/>
                    <a:pt x="83" y="9"/>
                  </a:cubicBezTo>
                  <a:cubicBezTo>
                    <a:pt x="80" y="11"/>
                    <a:pt x="76" y="11"/>
                    <a:pt x="74" y="11"/>
                  </a:cubicBezTo>
                  <a:cubicBezTo>
                    <a:pt x="74" y="6"/>
                    <a:pt x="72" y="2"/>
                    <a:pt x="68" y="0"/>
                  </a:cubicBezTo>
                  <a:cubicBezTo>
                    <a:pt x="67" y="2"/>
                    <a:pt x="63" y="5"/>
                    <a:pt x="56" y="5"/>
                  </a:cubicBezTo>
                  <a:cubicBezTo>
                    <a:pt x="50" y="5"/>
                    <a:pt x="49" y="3"/>
                    <a:pt x="40" y="3"/>
                  </a:cubicBezTo>
                  <a:cubicBezTo>
                    <a:pt x="27" y="3"/>
                    <a:pt x="16" y="11"/>
                    <a:pt x="15" y="23"/>
                  </a:cubicBezTo>
                  <a:cubicBezTo>
                    <a:pt x="14" y="30"/>
                    <a:pt x="17" y="36"/>
                    <a:pt x="19" y="40"/>
                  </a:cubicBezTo>
                  <a:cubicBezTo>
                    <a:pt x="17" y="41"/>
                    <a:pt x="14" y="45"/>
                    <a:pt x="13" y="46"/>
                  </a:cubicBezTo>
                  <a:cubicBezTo>
                    <a:pt x="12" y="45"/>
                    <a:pt x="9" y="43"/>
                    <a:pt x="6" y="45"/>
                  </a:cubicBezTo>
                  <a:cubicBezTo>
                    <a:pt x="7" y="47"/>
                    <a:pt x="7" y="49"/>
                    <a:pt x="7" y="51"/>
                  </a:cubicBezTo>
                  <a:cubicBezTo>
                    <a:pt x="6" y="53"/>
                    <a:pt x="1" y="62"/>
                    <a:pt x="1" y="69"/>
                  </a:cubicBezTo>
                  <a:cubicBezTo>
                    <a:pt x="0" y="82"/>
                    <a:pt x="7" y="91"/>
                    <a:pt x="13" y="93"/>
                  </a:cubicBezTo>
                  <a:cubicBezTo>
                    <a:pt x="12" y="95"/>
                    <a:pt x="12" y="97"/>
                    <a:pt x="13" y="99"/>
                  </a:cubicBezTo>
                  <a:cubicBezTo>
                    <a:pt x="13" y="100"/>
                    <a:pt x="14" y="101"/>
                    <a:pt x="17" y="101"/>
                  </a:cubicBezTo>
                  <a:cubicBezTo>
                    <a:pt x="16" y="103"/>
                    <a:pt x="15" y="105"/>
                    <a:pt x="16" y="108"/>
                  </a:cubicBezTo>
                  <a:cubicBezTo>
                    <a:pt x="17" y="111"/>
                    <a:pt x="20" y="115"/>
                    <a:pt x="23" y="115"/>
                  </a:cubicBezTo>
                  <a:cubicBezTo>
                    <a:pt x="23" y="117"/>
                    <a:pt x="24" y="122"/>
                    <a:pt x="24" y="124"/>
                  </a:cubicBezTo>
                  <a:cubicBezTo>
                    <a:pt x="23" y="126"/>
                    <a:pt x="22" y="128"/>
                    <a:pt x="23" y="131"/>
                  </a:cubicBezTo>
                  <a:cubicBezTo>
                    <a:pt x="23" y="134"/>
                    <a:pt x="25" y="137"/>
                    <a:pt x="28" y="137"/>
                  </a:cubicBezTo>
                  <a:cubicBezTo>
                    <a:pt x="28" y="139"/>
                    <a:pt x="29" y="141"/>
                    <a:pt x="30" y="142"/>
                  </a:cubicBezTo>
                  <a:cubicBezTo>
                    <a:pt x="31" y="143"/>
                    <a:pt x="32" y="144"/>
                    <a:pt x="34" y="146"/>
                  </a:cubicBezTo>
                  <a:cubicBezTo>
                    <a:pt x="36" y="147"/>
                    <a:pt x="38" y="148"/>
                    <a:pt x="41" y="148"/>
                  </a:cubicBezTo>
                  <a:cubicBezTo>
                    <a:pt x="43" y="148"/>
                    <a:pt x="46" y="148"/>
                    <a:pt x="47" y="148"/>
                  </a:cubicBezTo>
                  <a:cubicBezTo>
                    <a:pt x="47" y="149"/>
                    <a:pt x="47" y="156"/>
                    <a:pt x="48" y="164"/>
                  </a:cubicBezTo>
                  <a:cubicBezTo>
                    <a:pt x="41" y="183"/>
                    <a:pt x="37" y="205"/>
                    <a:pt x="37" y="229"/>
                  </a:cubicBezTo>
                  <a:cubicBezTo>
                    <a:pt x="37" y="229"/>
                    <a:pt x="37" y="229"/>
                    <a:pt x="37" y="229"/>
                  </a:cubicBezTo>
                  <a:cubicBezTo>
                    <a:pt x="37" y="271"/>
                    <a:pt x="50" y="309"/>
                    <a:pt x="73" y="333"/>
                  </a:cubicBezTo>
                  <a:cubicBezTo>
                    <a:pt x="73" y="333"/>
                    <a:pt x="74" y="335"/>
                    <a:pt x="78" y="338"/>
                  </a:cubicBezTo>
                  <a:cubicBezTo>
                    <a:pt x="78" y="338"/>
                    <a:pt x="85" y="325"/>
                    <a:pt x="96" y="311"/>
                  </a:cubicBezTo>
                  <a:cubicBezTo>
                    <a:pt x="99" y="308"/>
                    <a:pt x="102" y="304"/>
                    <a:pt x="105" y="301"/>
                  </a:cubicBezTo>
                  <a:cubicBezTo>
                    <a:pt x="111" y="296"/>
                    <a:pt x="116" y="292"/>
                    <a:pt x="121" y="288"/>
                  </a:cubicBezTo>
                  <a:cubicBezTo>
                    <a:pt x="135" y="278"/>
                    <a:pt x="152" y="271"/>
                    <a:pt x="167" y="268"/>
                  </a:cubicBezTo>
                  <a:cubicBezTo>
                    <a:pt x="150" y="277"/>
                    <a:pt x="140" y="282"/>
                    <a:pt x="123" y="296"/>
                  </a:cubicBezTo>
                  <a:cubicBezTo>
                    <a:pt x="113" y="305"/>
                    <a:pt x="96" y="320"/>
                    <a:pt x="85" y="342"/>
                  </a:cubicBezTo>
                  <a:cubicBezTo>
                    <a:pt x="87" y="344"/>
                    <a:pt x="91" y="346"/>
                    <a:pt x="94" y="346"/>
                  </a:cubicBezTo>
                  <a:cubicBezTo>
                    <a:pt x="97" y="343"/>
                    <a:pt x="109" y="321"/>
                    <a:pt x="128" y="303"/>
                  </a:cubicBezTo>
                  <a:cubicBezTo>
                    <a:pt x="166" y="267"/>
                    <a:pt x="211" y="259"/>
                    <a:pt x="235" y="259"/>
                  </a:cubicBezTo>
                  <a:cubicBezTo>
                    <a:pt x="236" y="249"/>
                    <a:pt x="237" y="239"/>
                    <a:pt x="237" y="229"/>
                  </a:cubicBezTo>
                  <a:cubicBezTo>
                    <a:pt x="237" y="212"/>
                    <a:pt x="235" y="195"/>
                    <a:pt x="231" y="181"/>
                  </a:cubicBezTo>
                  <a:cubicBezTo>
                    <a:pt x="259" y="149"/>
                    <a:pt x="259" y="149"/>
                    <a:pt x="259" y="149"/>
                  </a:cubicBezTo>
                  <a:cubicBezTo>
                    <a:pt x="259" y="149"/>
                    <a:pt x="261" y="147"/>
                    <a:pt x="261" y="146"/>
                  </a:cubicBezTo>
                </a:path>
              </a:pathLst>
            </a:custGeom>
            <a:solidFill>
              <a:srgbClr val="1A144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9" name="Freeform 68"/>
            <p:cNvSpPr>
              <a:spLocks/>
            </p:cNvSpPr>
            <p:nvPr/>
          </p:nvSpPr>
          <p:spPr bwMode="gray">
            <a:xfrm>
              <a:off x="3505201" y="3119438"/>
              <a:ext cx="82550" cy="117475"/>
            </a:xfrm>
            <a:custGeom>
              <a:avLst/>
              <a:gdLst>
                <a:gd name="T0" fmla="*/ 20 w 22"/>
                <a:gd name="T1" fmla="*/ 31 h 31"/>
                <a:gd name="T2" fmla="*/ 11 w 22"/>
                <a:gd name="T3" fmla="*/ 28 h 31"/>
                <a:gd name="T4" fmla="*/ 1 w 22"/>
                <a:gd name="T5" fmla="*/ 31 h 31"/>
                <a:gd name="T6" fmla="*/ 0 w 22"/>
                <a:gd name="T7" fmla="*/ 26 h 31"/>
                <a:gd name="T8" fmla="*/ 2 w 22"/>
                <a:gd name="T9" fmla="*/ 24 h 31"/>
                <a:gd name="T10" fmla="*/ 1 w 22"/>
                <a:gd name="T11" fmla="*/ 6 h 31"/>
                <a:gd name="T12" fmla="*/ 8 w 22"/>
                <a:gd name="T13" fmla="*/ 2 h 31"/>
                <a:gd name="T14" fmla="*/ 10 w 22"/>
                <a:gd name="T15" fmla="*/ 0 h 31"/>
                <a:gd name="T16" fmla="*/ 17 w 22"/>
                <a:gd name="T17" fmla="*/ 7 h 31"/>
                <a:gd name="T18" fmla="*/ 19 w 22"/>
                <a:gd name="T19" fmla="*/ 15 h 31"/>
                <a:gd name="T20" fmla="*/ 19 w 22"/>
                <a:gd name="T21" fmla="*/ 25 h 31"/>
                <a:gd name="T22" fmla="*/ 21 w 22"/>
                <a:gd name="T23" fmla="*/ 28 h 31"/>
                <a:gd name="T24" fmla="*/ 20 w 22"/>
                <a:gd name="T25" fmla="*/ 31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2" h="31">
                  <a:moveTo>
                    <a:pt x="20" y="31"/>
                  </a:moveTo>
                  <a:cubicBezTo>
                    <a:pt x="19" y="30"/>
                    <a:pt x="14" y="28"/>
                    <a:pt x="11" y="28"/>
                  </a:cubicBezTo>
                  <a:cubicBezTo>
                    <a:pt x="7" y="28"/>
                    <a:pt x="4" y="29"/>
                    <a:pt x="1" y="31"/>
                  </a:cubicBezTo>
                  <a:cubicBezTo>
                    <a:pt x="0" y="30"/>
                    <a:pt x="0" y="28"/>
                    <a:pt x="0" y="26"/>
                  </a:cubicBezTo>
                  <a:cubicBezTo>
                    <a:pt x="1" y="25"/>
                    <a:pt x="2" y="24"/>
                    <a:pt x="2" y="24"/>
                  </a:cubicBezTo>
                  <a:cubicBezTo>
                    <a:pt x="1" y="6"/>
                    <a:pt x="1" y="6"/>
                    <a:pt x="1" y="6"/>
                  </a:cubicBezTo>
                  <a:cubicBezTo>
                    <a:pt x="1" y="6"/>
                    <a:pt x="6" y="3"/>
                    <a:pt x="8" y="2"/>
                  </a:cubicBezTo>
                  <a:cubicBezTo>
                    <a:pt x="9" y="2"/>
                    <a:pt x="10" y="1"/>
                    <a:pt x="10" y="0"/>
                  </a:cubicBezTo>
                  <a:cubicBezTo>
                    <a:pt x="12" y="1"/>
                    <a:pt x="15" y="4"/>
                    <a:pt x="17" y="7"/>
                  </a:cubicBezTo>
                  <a:cubicBezTo>
                    <a:pt x="18" y="9"/>
                    <a:pt x="19" y="12"/>
                    <a:pt x="19" y="15"/>
                  </a:cubicBezTo>
                  <a:cubicBezTo>
                    <a:pt x="20" y="18"/>
                    <a:pt x="20" y="21"/>
                    <a:pt x="19" y="25"/>
                  </a:cubicBezTo>
                  <a:cubicBezTo>
                    <a:pt x="20" y="25"/>
                    <a:pt x="21" y="26"/>
                    <a:pt x="21" y="28"/>
                  </a:cubicBezTo>
                  <a:cubicBezTo>
                    <a:pt x="22" y="29"/>
                    <a:pt x="21" y="30"/>
                    <a:pt x="20" y="31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0" name="Freeform 69"/>
            <p:cNvSpPr>
              <a:spLocks/>
            </p:cNvSpPr>
            <p:nvPr/>
          </p:nvSpPr>
          <p:spPr bwMode="gray">
            <a:xfrm>
              <a:off x="4165601" y="3319463"/>
              <a:ext cx="161925" cy="128588"/>
            </a:xfrm>
            <a:custGeom>
              <a:avLst/>
              <a:gdLst>
                <a:gd name="T0" fmla="*/ 7 w 43"/>
                <a:gd name="T1" fmla="*/ 34 h 34"/>
                <a:gd name="T2" fmla="*/ 0 w 43"/>
                <a:gd name="T3" fmla="*/ 19 h 34"/>
                <a:gd name="T4" fmla="*/ 43 w 43"/>
                <a:gd name="T5" fmla="*/ 0 h 34"/>
                <a:gd name="T6" fmla="*/ 7 w 43"/>
                <a:gd name="T7" fmla="*/ 34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3" h="34">
                  <a:moveTo>
                    <a:pt x="7" y="34"/>
                  </a:moveTo>
                  <a:cubicBezTo>
                    <a:pt x="7" y="30"/>
                    <a:pt x="3" y="21"/>
                    <a:pt x="0" y="19"/>
                  </a:cubicBezTo>
                  <a:cubicBezTo>
                    <a:pt x="43" y="0"/>
                    <a:pt x="43" y="0"/>
                    <a:pt x="43" y="0"/>
                  </a:cubicBezTo>
                  <a:lnTo>
                    <a:pt x="7" y="3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2" name="Freeform 70"/>
            <p:cNvSpPr>
              <a:spLocks/>
            </p:cNvSpPr>
            <p:nvPr/>
          </p:nvSpPr>
          <p:spPr bwMode="gray">
            <a:xfrm>
              <a:off x="3756026" y="3179763"/>
              <a:ext cx="136525" cy="166688"/>
            </a:xfrm>
            <a:custGeom>
              <a:avLst/>
              <a:gdLst>
                <a:gd name="T0" fmla="*/ 0 w 36"/>
                <a:gd name="T1" fmla="*/ 0 h 44"/>
                <a:gd name="T2" fmla="*/ 36 w 36"/>
                <a:gd name="T3" fmla="*/ 33 h 44"/>
                <a:gd name="T4" fmla="*/ 26 w 36"/>
                <a:gd name="T5" fmla="*/ 44 h 44"/>
                <a:gd name="T6" fmla="*/ 0 w 36"/>
                <a:gd name="T7" fmla="*/ 0 h 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44">
                  <a:moveTo>
                    <a:pt x="0" y="0"/>
                  </a:moveTo>
                  <a:cubicBezTo>
                    <a:pt x="36" y="33"/>
                    <a:pt x="36" y="33"/>
                    <a:pt x="36" y="33"/>
                  </a:cubicBezTo>
                  <a:cubicBezTo>
                    <a:pt x="32" y="35"/>
                    <a:pt x="27" y="40"/>
                    <a:pt x="26" y="44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3" name="Freeform 71"/>
            <p:cNvSpPr>
              <a:spLocks/>
            </p:cNvSpPr>
            <p:nvPr/>
          </p:nvSpPr>
          <p:spPr bwMode="gray">
            <a:xfrm>
              <a:off x="3783013" y="3398838"/>
              <a:ext cx="52388" cy="68263"/>
            </a:xfrm>
            <a:custGeom>
              <a:avLst/>
              <a:gdLst>
                <a:gd name="T0" fmla="*/ 14 w 14"/>
                <a:gd name="T1" fmla="*/ 7 h 18"/>
                <a:gd name="T2" fmla="*/ 12 w 14"/>
                <a:gd name="T3" fmla="*/ 12 h 18"/>
                <a:gd name="T4" fmla="*/ 12 w 14"/>
                <a:gd name="T5" fmla="*/ 18 h 18"/>
                <a:gd name="T6" fmla="*/ 1 w 14"/>
                <a:gd name="T7" fmla="*/ 10 h 18"/>
                <a:gd name="T8" fmla="*/ 0 w 14"/>
                <a:gd name="T9" fmla="*/ 1 h 18"/>
                <a:gd name="T10" fmla="*/ 0 w 14"/>
                <a:gd name="T11" fmla="*/ 0 h 18"/>
                <a:gd name="T12" fmla="*/ 14 w 14"/>
                <a:gd name="T13" fmla="*/ 7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4" h="18">
                  <a:moveTo>
                    <a:pt x="14" y="7"/>
                  </a:moveTo>
                  <a:cubicBezTo>
                    <a:pt x="13" y="9"/>
                    <a:pt x="12" y="10"/>
                    <a:pt x="12" y="12"/>
                  </a:cubicBezTo>
                  <a:cubicBezTo>
                    <a:pt x="11" y="15"/>
                    <a:pt x="12" y="16"/>
                    <a:pt x="12" y="18"/>
                  </a:cubicBezTo>
                  <a:cubicBezTo>
                    <a:pt x="1" y="10"/>
                    <a:pt x="1" y="10"/>
                    <a:pt x="1" y="10"/>
                  </a:cubicBezTo>
                  <a:cubicBezTo>
                    <a:pt x="1" y="8"/>
                    <a:pt x="0" y="3"/>
                    <a:pt x="0" y="1"/>
                  </a:cubicBezTo>
                  <a:cubicBezTo>
                    <a:pt x="0" y="1"/>
                    <a:pt x="0" y="1"/>
                    <a:pt x="0" y="0"/>
                  </a:cubicBezTo>
                  <a:lnTo>
                    <a:pt x="14" y="7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4" name="Freeform 72"/>
            <p:cNvSpPr>
              <a:spLocks/>
            </p:cNvSpPr>
            <p:nvPr/>
          </p:nvSpPr>
          <p:spPr bwMode="gray">
            <a:xfrm>
              <a:off x="3535363" y="3035300"/>
              <a:ext cx="247650" cy="601663"/>
            </a:xfrm>
            <a:custGeom>
              <a:avLst/>
              <a:gdLst>
                <a:gd name="T0" fmla="*/ 19 w 66"/>
                <a:gd name="T1" fmla="*/ 106 h 159"/>
                <a:gd name="T2" fmla="*/ 15 w 66"/>
                <a:gd name="T3" fmla="*/ 36 h 159"/>
                <a:gd name="T4" fmla="*/ 19 w 66"/>
                <a:gd name="T5" fmla="*/ 34 h 159"/>
                <a:gd name="T6" fmla="*/ 19 w 66"/>
                <a:gd name="T7" fmla="*/ 33 h 159"/>
                <a:gd name="T8" fmla="*/ 12 w 66"/>
                <a:gd name="T9" fmla="*/ 30 h 159"/>
                <a:gd name="T10" fmla="*/ 11 w 66"/>
                <a:gd name="T11" fmla="*/ 10 h 159"/>
                <a:gd name="T12" fmla="*/ 3 w 66"/>
                <a:gd name="T13" fmla="*/ 7 h 159"/>
                <a:gd name="T14" fmla="*/ 2 w 66"/>
                <a:gd name="T15" fmla="*/ 0 h 159"/>
                <a:gd name="T16" fmla="*/ 13 w 66"/>
                <a:gd name="T17" fmla="*/ 3 h 159"/>
                <a:gd name="T18" fmla="*/ 17 w 66"/>
                <a:gd name="T19" fmla="*/ 5 h 159"/>
                <a:gd name="T20" fmla="*/ 22 w 66"/>
                <a:gd name="T21" fmla="*/ 7 h 159"/>
                <a:gd name="T22" fmla="*/ 23 w 66"/>
                <a:gd name="T23" fmla="*/ 11 h 159"/>
                <a:gd name="T24" fmla="*/ 57 w 66"/>
                <a:gd name="T25" fmla="*/ 98 h 159"/>
                <a:gd name="T26" fmla="*/ 60 w 66"/>
                <a:gd name="T27" fmla="*/ 114 h 159"/>
                <a:gd name="T28" fmla="*/ 66 w 66"/>
                <a:gd name="T29" fmla="*/ 128 h 159"/>
                <a:gd name="T30" fmla="*/ 48 w 66"/>
                <a:gd name="T31" fmla="*/ 136 h 159"/>
                <a:gd name="T32" fmla="*/ 36 w 66"/>
                <a:gd name="T33" fmla="*/ 159 h 159"/>
                <a:gd name="T34" fmla="*/ 19 w 66"/>
                <a:gd name="T35" fmla="*/ 106 h 1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66" h="159">
                  <a:moveTo>
                    <a:pt x="19" y="106"/>
                  </a:moveTo>
                  <a:cubicBezTo>
                    <a:pt x="19" y="105"/>
                    <a:pt x="15" y="39"/>
                    <a:pt x="15" y="36"/>
                  </a:cubicBezTo>
                  <a:cubicBezTo>
                    <a:pt x="19" y="34"/>
                    <a:pt x="19" y="34"/>
                    <a:pt x="19" y="34"/>
                  </a:cubicBezTo>
                  <a:cubicBezTo>
                    <a:pt x="19" y="33"/>
                    <a:pt x="19" y="33"/>
                    <a:pt x="19" y="33"/>
                  </a:cubicBezTo>
                  <a:cubicBezTo>
                    <a:pt x="16" y="33"/>
                    <a:pt x="13" y="32"/>
                    <a:pt x="12" y="30"/>
                  </a:cubicBezTo>
                  <a:cubicBezTo>
                    <a:pt x="11" y="10"/>
                    <a:pt x="11" y="10"/>
                    <a:pt x="11" y="10"/>
                  </a:cubicBezTo>
                  <a:cubicBezTo>
                    <a:pt x="8" y="10"/>
                    <a:pt x="4" y="9"/>
                    <a:pt x="3" y="7"/>
                  </a:cubicBezTo>
                  <a:cubicBezTo>
                    <a:pt x="1" y="6"/>
                    <a:pt x="0" y="4"/>
                    <a:pt x="2" y="0"/>
                  </a:cubicBezTo>
                  <a:cubicBezTo>
                    <a:pt x="3" y="1"/>
                    <a:pt x="9" y="3"/>
                    <a:pt x="13" y="3"/>
                  </a:cubicBezTo>
                  <a:cubicBezTo>
                    <a:pt x="14" y="3"/>
                    <a:pt x="16" y="5"/>
                    <a:pt x="17" y="5"/>
                  </a:cubicBezTo>
                  <a:cubicBezTo>
                    <a:pt x="18" y="6"/>
                    <a:pt x="21" y="7"/>
                    <a:pt x="22" y="7"/>
                  </a:cubicBezTo>
                  <a:cubicBezTo>
                    <a:pt x="23" y="8"/>
                    <a:pt x="23" y="10"/>
                    <a:pt x="23" y="11"/>
                  </a:cubicBezTo>
                  <a:cubicBezTo>
                    <a:pt x="24" y="12"/>
                    <a:pt x="57" y="97"/>
                    <a:pt x="57" y="98"/>
                  </a:cubicBezTo>
                  <a:cubicBezTo>
                    <a:pt x="58" y="99"/>
                    <a:pt x="60" y="113"/>
                    <a:pt x="60" y="114"/>
                  </a:cubicBezTo>
                  <a:cubicBezTo>
                    <a:pt x="60" y="115"/>
                    <a:pt x="65" y="127"/>
                    <a:pt x="66" y="128"/>
                  </a:cubicBezTo>
                  <a:cubicBezTo>
                    <a:pt x="61" y="128"/>
                    <a:pt x="54" y="130"/>
                    <a:pt x="48" y="136"/>
                  </a:cubicBezTo>
                  <a:cubicBezTo>
                    <a:pt x="43" y="141"/>
                    <a:pt x="38" y="154"/>
                    <a:pt x="36" y="159"/>
                  </a:cubicBezTo>
                  <a:cubicBezTo>
                    <a:pt x="36" y="156"/>
                    <a:pt x="20" y="107"/>
                    <a:pt x="19" y="106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5" name="Freeform 73"/>
            <p:cNvSpPr>
              <a:spLocks/>
            </p:cNvSpPr>
            <p:nvPr/>
          </p:nvSpPr>
          <p:spPr bwMode="gray">
            <a:xfrm>
              <a:off x="3673476" y="3535363"/>
              <a:ext cx="206375" cy="407988"/>
            </a:xfrm>
            <a:custGeom>
              <a:avLst/>
              <a:gdLst>
                <a:gd name="T0" fmla="*/ 24 w 55"/>
                <a:gd name="T1" fmla="*/ 55 h 108"/>
                <a:gd name="T2" fmla="*/ 14 w 55"/>
                <a:gd name="T3" fmla="*/ 88 h 108"/>
                <a:gd name="T4" fmla="*/ 0 w 55"/>
                <a:gd name="T5" fmla="*/ 108 h 108"/>
                <a:gd name="T6" fmla="*/ 5 w 55"/>
                <a:gd name="T7" fmla="*/ 73 h 108"/>
                <a:gd name="T8" fmla="*/ 5 w 55"/>
                <a:gd name="T9" fmla="*/ 36 h 108"/>
                <a:gd name="T10" fmla="*/ 19 w 55"/>
                <a:gd name="T11" fmla="*/ 9 h 108"/>
                <a:gd name="T12" fmla="*/ 44 w 55"/>
                <a:gd name="T13" fmla="*/ 3 h 108"/>
                <a:gd name="T14" fmla="*/ 55 w 55"/>
                <a:gd name="T15" fmla="*/ 22 h 108"/>
                <a:gd name="T16" fmla="*/ 37 w 55"/>
                <a:gd name="T17" fmla="*/ 26 h 108"/>
                <a:gd name="T18" fmla="*/ 24 w 55"/>
                <a:gd name="T19" fmla="*/ 55 h 1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55" h="108">
                  <a:moveTo>
                    <a:pt x="24" y="55"/>
                  </a:moveTo>
                  <a:cubicBezTo>
                    <a:pt x="22" y="68"/>
                    <a:pt x="19" y="80"/>
                    <a:pt x="14" y="88"/>
                  </a:cubicBezTo>
                  <a:cubicBezTo>
                    <a:pt x="11" y="93"/>
                    <a:pt x="3" y="104"/>
                    <a:pt x="0" y="108"/>
                  </a:cubicBezTo>
                  <a:cubicBezTo>
                    <a:pt x="3" y="101"/>
                    <a:pt x="6" y="85"/>
                    <a:pt x="5" y="73"/>
                  </a:cubicBezTo>
                  <a:cubicBezTo>
                    <a:pt x="5" y="65"/>
                    <a:pt x="3" y="48"/>
                    <a:pt x="5" y="36"/>
                  </a:cubicBezTo>
                  <a:cubicBezTo>
                    <a:pt x="7" y="24"/>
                    <a:pt x="11" y="17"/>
                    <a:pt x="19" y="9"/>
                  </a:cubicBezTo>
                  <a:cubicBezTo>
                    <a:pt x="23" y="5"/>
                    <a:pt x="32" y="0"/>
                    <a:pt x="44" y="3"/>
                  </a:cubicBezTo>
                  <a:cubicBezTo>
                    <a:pt x="55" y="22"/>
                    <a:pt x="55" y="22"/>
                    <a:pt x="55" y="22"/>
                  </a:cubicBezTo>
                  <a:cubicBezTo>
                    <a:pt x="49" y="21"/>
                    <a:pt x="42" y="22"/>
                    <a:pt x="37" y="26"/>
                  </a:cubicBezTo>
                  <a:cubicBezTo>
                    <a:pt x="28" y="33"/>
                    <a:pt x="25" y="42"/>
                    <a:pt x="24" y="55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6" name="Freeform 74"/>
            <p:cNvSpPr>
              <a:spLocks/>
            </p:cNvSpPr>
            <p:nvPr/>
          </p:nvSpPr>
          <p:spPr bwMode="gray">
            <a:xfrm>
              <a:off x="3767138" y="3640138"/>
              <a:ext cx="180975" cy="201613"/>
            </a:xfrm>
            <a:custGeom>
              <a:avLst/>
              <a:gdLst>
                <a:gd name="T0" fmla="*/ 0 w 48"/>
                <a:gd name="T1" fmla="*/ 53 h 53"/>
                <a:gd name="T2" fmla="*/ 6 w 48"/>
                <a:gd name="T3" fmla="*/ 27 h 53"/>
                <a:gd name="T4" fmla="*/ 17 w 48"/>
                <a:gd name="T5" fmla="*/ 3 h 53"/>
                <a:gd name="T6" fmla="*/ 30 w 48"/>
                <a:gd name="T7" fmla="*/ 0 h 53"/>
                <a:gd name="T8" fmla="*/ 41 w 48"/>
                <a:gd name="T9" fmla="*/ 24 h 53"/>
                <a:gd name="T10" fmla="*/ 48 w 48"/>
                <a:gd name="T11" fmla="*/ 27 h 53"/>
                <a:gd name="T12" fmla="*/ 0 w 48"/>
                <a:gd name="T13" fmla="*/ 53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8" h="53">
                  <a:moveTo>
                    <a:pt x="0" y="53"/>
                  </a:moveTo>
                  <a:cubicBezTo>
                    <a:pt x="2" y="48"/>
                    <a:pt x="6" y="32"/>
                    <a:pt x="6" y="27"/>
                  </a:cubicBezTo>
                  <a:cubicBezTo>
                    <a:pt x="8" y="20"/>
                    <a:pt x="9" y="10"/>
                    <a:pt x="17" y="3"/>
                  </a:cubicBezTo>
                  <a:cubicBezTo>
                    <a:pt x="21" y="0"/>
                    <a:pt x="27" y="0"/>
                    <a:pt x="30" y="0"/>
                  </a:cubicBezTo>
                  <a:cubicBezTo>
                    <a:pt x="41" y="24"/>
                    <a:pt x="41" y="24"/>
                    <a:pt x="41" y="24"/>
                  </a:cubicBezTo>
                  <a:cubicBezTo>
                    <a:pt x="42" y="26"/>
                    <a:pt x="45" y="27"/>
                    <a:pt x="48" y="27"/>
                  </a:cubicBezTo>
                  <a:cubicBezTo>
                    <a:pt x="37" y="30"/>
                    <a:pt x="10" y="43"/>
                    <a:pt x="0" y="5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7" name="Freeform 75"/>
            <p:cNvSpPr>
              <a:spLocks/>
            </p:cNvSpPr>
            <p:nvPr/>
          </p:nvSpPr>
          <p:spPr bwMode="gray">
            <a:xfrm>
              <a:off x="4124326" y="3530600"/>
              <a:ext cx="95250" cy="152400"/>
            </a:xfrm>
            <a:custGeom>
              <a:avLst/>
              <a:gdLst>
                <a:gd name="T0" fmla="*/ 2 w 25"/>
                <a:gd name="T1" fmla="*/ 8 h 40"/>
                <a:gd name="T2" fmla="*/ 2 w 25"/>
                <a:gd name="T3" fmla="*/ 16 h 40"/>
                <a:gd name="T4" fmla="*/ 9 w 25"/>
                <a:gd name="T5" fmla="*/ 29 h 40"/>
                <a:gd name="T6" fmla="*/ 14 w 25"/>
                <a:gd name="T7" fmla="*/ 40 h 40"/>
                <a:gd name="T8" fmla="*/ 25 w 25"/>
                <a:gd name="T9" fmla="*/ 40 h 40"/>
                <a:gd name="T10" fmla="*/ 11 w 25"/>
                <a:gd name="T11" fmla="*/ 14 h 40"/>
                <a:gd name="T12" fmla="*/ 11 w 25"/>
                <a:gd name="T13" fmla="*/ 0 h 40"/>
                <a:gd name="T14" fmla="*/ 2 w 25"/>
                <a:gd name="T15" fmla="*/ 8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5" h="40">
                  <a:moveTo>
                    <a:pt x="2" y="8"/>
                  </a:moveTo>
                  <a:cubicBezTo>
                    <a:pt x="0" y="11"/>
                    <a:pt x="1" y="14"/>
                    <a:pt x="2" y="16"/>
                  </a:cubicBezTo>
                  <a:cubicBezTo>
                    <a:pt x="3" y="18"/>
                    <a:pt x="9" y="29"/>
                    <a:pt x="9" y="29"/>
                  </a:cubicBezTo>
                  <a:cubicBezTo>
                    <a:pt x="11" y="34"/>
                    <a:pt x="12" y="36"/>
                    <a:pt x="14" y="40"/>
                  </a:cubicBezTo>
                  <a:cubicBezTo>
                    <a:pt x="17" y="40"/>
                    <a:pt x="21" y="40"/>
                    <a:pt x="25" y="40"/>
                  </a:cubicBezTo>
                  <a:cubicBezTo>
                    <a:pt x="21" y="31"/>
                    <a:pt x="11" y="14"/>
                    <a:pt x="11" y="14"/>
                  </a:cubicBezTo>
                  <a:cubicBezTo>
                    <a:pt x="11" y="0"/>
                    <a:pt x="11" y="0"/>
                    <a:pt x="11" y="0"/>
                  </a:cubicBezTo>
                  <a:cubicBezTo>
                    <a:pt x="8" y="1"/>
                    <a:pt x="4" y="5"/>
                    <a:pt x="2" y="8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8" name="Freeform 76"/>
            <p:cNvSpPr>
              <a:spLocks/>
            </p:cNvSpPr>
            <p:nvPr/>
          </p:nvSpPr>
          <p:spPr bwMode="gray">
            <a:xfrm>
              <a:off x="3948113" y="3065463"/>
              <a:ext cx="68263" cy="223838"/>
            </a:xfrm>
            <a:custGeom>
              <a:avLst/>
              <a:gdLst>
                <a:gd name="T0" fmla="*/ 0 w 18"/>
                <a:gd name="T1" fmla="*/ 57 h 59"/>
                <a:gd name="T2" fmla="*/ 18 w 18"/>
                <a:gd name="T3" fmla="*/ 59 h 59"/>
                <a:gd name="T4" fmla="*/ 8 w 18"/>
                <a:gd name="T5" fmla="*/ 0 h 59"/>
                <a:gd name="T6" fmla="*/ 0 w 18"/>
                <a:gd name="T7" fmla="*/ 57 h 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8" h="59">
                  <a:moveTo>
                    <a:pt x="0" y="57"/>
                  </a:moveTo>
                  <a:cubicBezTo>
                    <a:pt x="5" y="56"/>
                    <a:pt x="15" y="57"/>
                    <a:pt x="18" y="59"/>
                  </a:cubicBezTo>
                  <a:cubicBezTo>
                    <a:pt x="8" y="0"/>
                    <a:pt x="8" y="0"/>
                    <a:pt x="8" y="0"/>
                  </a:cubicBezTo>
                  <a:lnTo>
                    <a:pt x="0" y="57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9" name="Freeform 77"/>
            <p:cNvSpPr>
              <a:spLocks/>
            </p:cNvSpPr>
            <p:nvPr/>
          </p:nvSpPr>
          <p:spPr bwMode="gray">
            <a:xfrm>
              <a:off x="3535363" y="3035300"/>
              <a:ext cx="247650" cy="601663"/>
            </a:xfrm>
            <a:custGeom>
              <a:avLst/>
              <a:gdLst>
                <a:gd name="T0" fmla="*/ 23 w 66"/>
                <a:gd name="T1" fmla="*/ 11 h 159"/>
                <a:gd name="T2" fmla="*/ 22 w 66"/>
                <a:gd name="T3" fmla="*/ 7 h 159"/>
                <a:gd name="T4" fmla="*/ 17 w 66"/>
                <a:gd name="T5" fmla="*/ 5 h 159"/>
                <a:gd name="T6" fmla="*/ 13 w 66"/>
                <a:gd name="T7" fmla="*/ 3 h 159"/>
                <a:gd name="T8" fmla="*/ 2 w 66"/>
                <a:gd name="T9" fmla="*/ 0 h 159"/>
                <a:gd name="T10" fmla="*/ 3 w 66"/>
                <a:gd name="T11" fmla="*/ 7 h 159"/>
                <a:gd name="T12" fmla="*/ 11 w 66"/>
                <a:gd name="T13" fmla="*/ 10 h 159"/>
                <a:gd name="T14" fmla="*/ 12 w 66"/>
                <a:gd name="T15" fmla="*/ 30 h 159"/>
                <a:gd name="T16" fmla="*/ 19 w 66"/>
                <a:gd name="T17" fmla="*/ 33 h 159"/>
                <a:gd name="T18" fmla="*/ 19 w 66"/>
                <a:gd name="T19" fmla="*/ 34 h 159"/>
                <a:gd name="T20" fmla="*/ 15 w 66"/>
                <a:gd name="T21" fmla="*/ 36 h 159"/>
                <a:gd name="T22" fmla="*/ 19 w 66"/>
                <a:gd name="T23" fmla="*/ 106 h 159"/>
                <a:gd name="T24" fmla="*/ 36 w 66"/>
                <a:gd name="T25" fmla="*/ 159 h 159"/>
                <a:gd name="T26" fmla="*/ 48 w 66"/>
                <a:gd name="T27" fmla="*/ 136 h 159"/>
                <a:gd name="T28" fmla="*/ 66 w 66"/>
                <a:gd name="T29" fmla="*/ 128 h 159"/>
                <a:gd name="T30" fmla="*/ 60 w 66"/>
                <a:gd name="T31" fmla="*/ 114 h 159"/>
                <a:gd name="T32" fmla="*/ 57 w 66"/>
                <a:gd name="T33" fmla="*/ 98 h 159"/>
                <a:gd name="T34" fmla="*/ 23 w 66"/>
                <a:gd name="T35" fmla="*/ 11 h 1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66" h="159">
                  <a:moveTo>
                    <a:pt x="23" y="11"/>
                  </a:moveTo>
                  <a:cubicBezTo>
                    <a:pt x="23" y="10"/>
                    <a:pt x="23" y="8"/>
                    <a:pt x="22" y="7"/>
                  </a:cubicBezTo>
                  <a:cubicBezTo>
                    <a:pt x="21" y="7"/>
                    <a:pt x="18" y="6"/>
                    <a:pt x="17" y="5"/>
                  </a:cubicBezTo>
                  <a:cubicBezTo>
                    <a:pt x="16" y="5"/>
                    <a:pt x="14" y="3"/>
                    <a:pt x="13" y="3"/>
                  </a:cubicBezTo>
                  <a:cubicBezTo>
                    <a:pt x="9" y="3"/>
                    <a:pt x="3" y="1"/>
                    <a:pt x="2" y="0"/>
                  </a:cubicBezTo>
                  <a:cubicBezTo>
                    <a:pt x="0" y="4"/>
                    <a:pt x="1" y="6"/>
                    <a:pt x="3" y="7"/>
                  </a:cubicBezTo>
                  <a:cubicBezTo>
                    <a:pt x="4" y="9"/>
                    <a:pt x="8" y="10"/>
                    <a:pt x="11" y="10"/>
                  </a:cubicBezTo>
                  <a:cubicBezTo>
                    <a:pt x="12" y="30"/>
                    <a:pt x="12" y="30"/>
                    <a:pt x="12" y="30"/>
                  </a:cubicBezTo>
                  <a:cubicBezTo>
                    <a:pt x="13" y="32"/>
                    <a:pt x="16" y="33"/>
                    <a:pt x="19" y="33"/>
                  </a:cubicBezTo>
                  <a:cubicBezTo>
                    <a:pt x="19" y="34"/>
                    <a:pt x="19" y="34"/>
                    <a:pt x="19" y="34"/>
                  </a:cubicBezTo>
                  <a:cubicBezTo>
                    <a:pt x="15" y="36"/>
                    <a:pt x="15" y="36"/>
                    <a:pt x="15" y="36"/>
                  </a:cubicBezTo>
                  <a:cubicBezTo>
                    <a:pt x="15" y="39"/>
                    <a:pt x="19" y="105"/>
                    <a:pt x="19" y="106"/>
                  </a:cubicBezTo>
                  <a:cubicBezTo>
                    <a:pt x="20" y="107"/>
                    <a:pt x="36" y="156"/>
                    <a:pt x="36" y="159"/>
                  </a:cubicBezTo>
                  <a:cubicBezTo>
                    <a:pt x="38" y="154"/>
                    <a:pt x="43" y="141"/>
                    <a:pt x="48" y="136"/>
                  </a:cubicBezTo>
                  <a:cubicBezTo>
                    <a:pt x="54" y="130"/>
                    <a:pt x="61" y="128"/>
                    <a:pt x="66" y="128"/>
                  </a:cubicBezTo>
                  <a:cubicBezTo>
                    <a:pt x="65" y="127"/>
                    <a:pt x="60" y="115"/>
                    <a:pt x="60" y="114"/>
                  </a:cubicBezTo>
                  <a:cubicBezTo>
                    <a:pt x="60" y="113"/>
                    <a:pt x="58" y="99"/>
                    <a:pt x="57" y="98"/>
                  </a:cubicBezTo>
                  <a:cubicBezTo>
                    <a:pt x="57" y="97"/>
                    <a:pt x="24" y="12"/>
                    <a:pt x="23" y="11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0" name="Freeform 78"/>
            <p:cNvSpPr>
              <a:spLocks/>
            </p:cNvSpPr>
            <p:nvPr/>
          </p:nvSpPr>
          <p:spPr bwMode="gray">
            <a:xfrm>
              <a:off x="3489326" y="2994025"/>
              <a:ext cx="117475" cy="46038"/>
            </a:xfrm>
            <a:custGeom>
              <a:avLst/>
              <a:gdLst>
                <a:gd name="T0" fmla="*/ 15 w 31"/>
                <a:gd name="T1" fmla="*/ 6 h 12"/>
                <a:gd name="T2" fmla="*/ 30 w 31"/>
                <a:gd name="T3" fmla="*/ 12 h 12"/>
                <a:gd name="T4" fmla="*/ 27 w 31"/>
                <a:gd name="T5" fmla="*/ 3 h 12"/>
                <a:gd name="T6" fmla="*/ 14 w 31"/>
                <a:gd name="T7" fmla="*/ 0 h 12"/>
                <a:gd name="T8" fmla="*/ 3 w 31"/>
                <a:gd name="T9" fmla="*/ 3 h 12"/>
                <a:gd name="T10" fmla="*/ 0 w 31"/>
                <a:gd name="T11" fmla="*/ 11 h 12"/>
                <a:gd name="T12" fmla="*/ 15 w 31"/>
                <a:gd name="T13" fmla="*/ 6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1" h="12">
                  <a:moveTo>
                    <a:pt x="15" y="6"/>
                  </a:moveTo>
                  <a:cubicBezTo>
                    <a:pt x="24" y="6"/>
                    <a:pt x="28" y="10"/>
                    <a:pt x="30" y="12"/>
                  </a:cubicBezTo>
                  <a:cubicBezTo>
                    <a:pt x="31" y="8"/>
                    <a:pt x="30" y="6"/>
                    <a:pt x="27" y="3"/>
                  </a:cubicBezTo>
                  <a:cubicBezTo>
                    <a:pt x="25" y="1"/>
                    <a:pt x="21" y="0"/>
                    <a:pt x="14" y="0"/>
                  </a:cubicBezTo>
                  <a:cubicBezTo>
                    <a:pt x="10" y="0"/>
                    <a:pt x="5" y="1"/>
                    <a:pt x="3" y="3"/>
                  </a:cubicBezTo>
                  <a:cubicBezTo>
                    <a:pt x="0" y="5"/>
                    <a:pt x="0" y="8"/>
                    <a:pt x="0" y="11"/>
                  </a:cubicBezTo>
                  <a:cubicBezTo>
                    <a:pt x="1" y="9"/>
                    <a:pt x="7" y="6"/>
                    <a:pt x="15" y="6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1" name="Freeform 79"/>
            <p:cNvSpPr>
              <a:spLocks/>
            </p:cNvSpPr>
            <p:nvPr/>
          </p:nvSpPr>
          <p:spPr bwMode="gray">
            <a:xfrm>
              <a:off x="3482976" y="2778125"/>
              <a:ext cx="242888" cy="106363"/>
            </a:xfrm>
            <a:custGeom>
              <a:avLst/>
              <a:gdLst>
                <a:gd name="T0" fmla="*/ 0 w 65"/>
                <a:gd name="T1" fmla="*/ 14 h 28"/>
                <a:gd name="T2" fmla="*/ 2 w 65"/>
                <a:gd name="T3" fmla="*/ 24 h 28"/>
                <a:gd name="T4" fmla="*/ 7 w 65"/>
                <a:gd name="T5" fmla="*/ 27 h 28"/>
                <a:gd name="T6" fmla="*/ 17 w 65"/>
                <a:gd name="T7" fmla="*/ 23 h 28"/>
                <a:gd name="T8" fmla="*/ 26 w 65"/>
                <a:gd name="T9" fmla="*/ 28 h 28"/>
                <a:gd name="T10" fmla="*/ 32 w 65"/>
                <a:gd name="T11" fmla="*/ 26 h 28"/>
                <a:gd name="T12" fmla="*/ 36 w 65"/>
                <a:gd name="T13" fmla="*/ 28 h 28"/>
                <a:gd name="T14" fmla="*/ 41 w 65"/>
                <a:gd name="T15" fmla="*/ 22 h 28"/>
                <a:gd name="T16" fmla="*/ 62 w 65"/>
                <a:gd name="T17" fmla="*/ 12 h 28"/>
                <a:gd name="T18" fmla="*/ 65 w 65"/>
                <a:gd name="T19" fmla="*/ 2 h 28"/>
                <a:gd name="T20" fmla="*/ 52 w 65"/>
                <a:gd name="T21" fmla="*/ 8 h 28"/>
                <a:gd name="T22" fmla="*/ 40 w 65"/>
                <a:gd name="T23" fmla="*/ 6 h 28"/>
                <a:gd name="T24" fmla="*/ 41 w 65"/>
                <a:gd name="T25" fmla="*/ 0 h 28"/>
                <a:gd name="T26" fmla="*/ 28 w 65"/>
                <a:gd name="T27" fmla="*/ 2 h 28"/>
                <a:gd name="T28" fmla="*/ 15 w 65"/>
                <a:gd name="T29" fmla="*/ 1 h 28"/>
                <a:gd name="T30" fmla="*/ 0 w 65"/>
                <a:gd name="T31" fmla="*/ 14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65" h="28">
                  <a:moveTo>
                    <a:pt x="0" y="14"/>
                  </a:moveTo>
                  <a:cubicBezTo>
                    <a:pt x="0" y="18"/>
                    <a:pt x="1" y="21"/>
                    <a:pt x="2" y="24"/>
                  </a:cubicBezTo>
                  <a:cubicBezTo>
                    <a:pt x="3" y="25"/>
                    <a:pt x="5" y="27"/>
                    <a:pt x="7" y="27"/>
                  </a:cubicBezTo>
                  <a:cubicBezTo>
                    <a:pt x="9" y="27"/>
                    <a:pt x="12" y="22"/>
                    <a:pt x="17" y="23"/>
                  </a:cubicBezTo>
                  <a:cubicBezTo>
                    <a:pt x="21" y="23"/>
                    <a:pt x="23" y="28"/>
                    <a:pt x="26" y="28"/>
                  </a:cubicBezTo>
                  <a:cubicBezTo>
                    <a:pt x="28" y="28"/>
                    <a:pt x="29" y="26"/>
                    <a:pt x="32" y="26"/>
                  </a:cubicBezTo>
                  <a:cubicBezTo>
                    <a:pt x="34" y="25"/>
                    <a:pt x="34" y="26"/>
                    <a:pt x="36" y="28"/>
                  </a:cubicBezTo>
                  <a:cubicBezTo>
                    <a:pt x="36" y="26"/>
                    <a:pt x="38" y="24"/>
                    <a:pt x="41" y="22"/>
                  </a:cubicBezTo>
                  <a:cubicBezTo>
                    <a:pt x="44" y="19"/>
                    <a:pt x="57" y="17"/>
                    <a:pt x="62" y="12"/>
                  </a:cubicBezTo>
                  <a:cubicBezTo>
                    <a:pt x="65" y="10"/>
                    <a:pt x="65" y="5"/>
                    <a:pt x="65" y="2"/>
                  </a:cubicBezTo>
                  <a:cubicBezTo>
                    <a:pt x="63" y="5"/>
                    <a:pt x="57" y="8"/>
                    <a:pt x="52" y="8"/>
                  </a:cubicBezTo>
                  <a:cubicBezTo>
                    <a:pt x="49" y="9"/>
                    <a:pt x="42" y="7"/>
                    <a:pt x="40" y="6"/>
                  </a:cubicBezTo>
                  <a:cubicBezTo>
                    <a:pt x="41" y="4"/>
                    <a:pt x="42" y="2"/>
                    <a:pt x="41" y="0"/>
                  </a:cubicBezTo>
                  <a:cubicBezTo>
                    <a:pt x="39" y="1"/>
                    <a:pt x="31" y="2"/>
                    <a:pt x="28" y="2"/>
                  </a:cubicBezTo>
                  <a:cubicBezTo>
                    <a:pt x="25" y="2"/>
                    <a:pt x="19" y="1"/>
                    <a:pt x="15" y="1"/>
                  </a:cubicBezTo>
                  <a:cubicBezTo>
                    <a:pt x="5" y="1"/>
                    <a:pt x="0" y="8"/>
                    <a:pt x="0" y="14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2" name="Freeform 80"/>
            <p:cNvSpPr>
              <a:spLocks/>
            </p:cNvSpPr>
            <p:nvPr/>
          </p:nvSpPr>
          <p:spPr bwMode="gray">
            <a:xfrm>
              <a:off x="3422651" y="2895600"/>
              <a:ext cx="247650" cy="125413"/>
            </a:xfrm>
            <a:custGeom>
              <a:avLst/>
              <a:gdLst>
                <a:gd name="T0" fmla="*/ 33 w 66"/>
                <a:gd name="T1" fmla="*/ 14 h 33"/>
                <a:gd name="T2" fmla="*/ 65 w 66"/>
                <a:gd name="T3" fmla="*/ 32 h 33"/>
                <a:gd name="T4" fmla="*/ 65 w 66"/>
                <a:gd name="T5" fmla="*/ 25 h 33"/>
                <a:gd name="T6" fmla="*/ 62 w 66"/>
                <a:gd name="T7" fmla="*/ 15 h 33"/>
                <a:gd name="T8" fmla="*/ 63 w 66"/>
                <a:gd name="T9" fmla="*/ 9 h 33"/>
                <a:gd name="T10" fmla="*/ 55 w 66"/>
                <a:gd name="T11" fmla="*/ 10 h 33"/>
                <a:gd name="T12" fmla="*/ 51 w 66"/>
                <a:gd name="T13" fmla="*/ 3 h 33"/>
                <a:gd name="T14" fmla="*/ 41 w 66"/>
                <a:gd name="T15" fmla="*/ 5 h 33"/>
                <a:gd name="T16" fmla="*/ 33 w 66"/>
                <a:gd name="T17" fmla="*/ 0 h 33"/>
                <a:gd name="T18" fmla="*/ 24 w 66"/>
                <a:gd name="T19" fmla="*/ 5 h 33"/>
                <a:gd name="T20" fmla="*/ 16 w 66"/>
                <a:gd name="T21" fmla="*/ 4 h 33"/>
                <a:gd name="T22" fmla="*/ 13 w 66"/>
                <a:gd name="T23" fmla="*/ 7 h 33"/>
                <a:gd name="T24" fmla="*/ 9 w 66"/>
                <a:gd name="T25" fmla="*/ 10 h 33"/>
                <a:gd name="T26" fmla="*/ 4 w 66"/>
                <a:gd name="T27" fmla="*/ 9 h 33"/>
                <a:gd name="T28" fmla="*/ 4 w 66"/>
                <a:gd name="T29" fmla="*/ 16 h 33"/>
                <a:gd name="T30" fmla="*/ 0 w 66"/>
                <a:gd name="T31" fmla="*/ 26 h 33"/>
                <a:gd name="T32" fmla="*/ 2 w 66"/>
                <a:gd name="T33" fmla="*/ 33 h 33"/>
                <a:gd name="T34" fmla="*/ 33 w 66"/>
                <a:gd name="T35" fmla="*/ 14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66" h="33">
                  <a:moveTo>
                    <a:pt x="33" y="14"/>
                  </a:moveTo>
                  <a:cubicBezTo>
                    <a:pt x="55" y="14"/>
                    <a:pt x="64" y="24"/>
                    <a:pt x="65" y="32"/>
                  </a:cubicBezTo>
                  <a:cubicBezTo>
                    <a:pt x="66" y="30"/>
                    <a:pt x="66" y="28"/>
                    <a:pt x="65" y="25"/>
                  </a:cubicBezTo>
                  <a:cubicBezTo>
                    <a:pt x="65" y="23"/>
                    <a:pt x="62" y="17"/>
                    <a:pt x="62" y="15"/>
                  </a:cubicBezTo>
                  <a:cubicBezTo>
                    <a:pt x="62" y="13"/>
                    <a:pt x="62" y="11"/>
                    <a:pt x="63" y="9"/>
                  </a:cubicBezTo>
                  <a:cubicBezTo>
                    <a:pt x="61" y="10"/>
                    <a:pt x="57" y="12"/>
                    <a:pt x="55" y="10"/>
                  </a:cubicBezTo>
                  <a:cubicBezTo>
                    <a:pt x="52" y="8"/>
                    <a:pt x="54" y="4"/>
                    <a:pt x="51" y="3"/>
                  </a:cubicBezTo>
                  <a:cubicBezTo>
                    <a:pt x="48" y="2"/>
                    <a:pt x="44" y="5"/>
                    <a:pt x="41" y="5"/>
                  </a:cubicBezTo>
                  <a:cubicBezTo>
                    <a:pt x="38" y="4"/>
                    <a:pt x="35" y="0"/>
                    <a:pt x="33" y="0"/>
                  </a:cubicBezTo>
                  <a:cubicBezTo>
                    <a:pt x="29" y="0"/>
                    <a:pt x="28" y="4"/>
                    <a:pt x="24" y="5"/>
                  </a:cubicBezTo>
                  <a:cubicBezTo>
                    <a:pt x="21" y="5"/>
                    <a:pt x="18" y="4"/>
                    <a:pt x="16" y="4"/>
                  </a:cubicBezTo>
                  <a:cubicBezTo>
                    <a:pt x="15" y="4"/>
                    <a:pt x="13" y="5"/>
                    <a:pt x="13" y="7"/>
                  </a:cubicBezTo>
                  <a:cubicBezTo>
                    <a:pt x="12" y="9"/>
                    <a:pt x="11" y="10"/>
                    <a:pt x="9" y="10"/>
                  </a:cubicBezTo>
                  <a:cubicBezTo>
                    <a:pt x="7" y="11"/>
                    <a:pt x="5" y="9"/>
                    <a:pt x="4" y="9"/>
                  </a:cubicBezTo>
                  <a:cubicBezTo>
                    <a:pt x="4" y="10"/>
                    <a:pt x="5" y="14"/>
                    <a:pt x="4" y="16"/>
                  </a:cubicBezTo>
                  <a:cubicBezTo>
                    <a:pt x="3" y="19"/>
                    <a:pt x="1" y="22"/>
                    <a:pt x="0" y="26"/>
                  </a:cubicBezTo>
                  <a:cubicBezTo>
                    <a:pt x="0" y="29"/>
                    <a:pt x="1" y="30"/>
                    <a:pt x="2" y="33"/>
                  </a:cubicBezTo>
                  <a:cubicBezTo>
                    <a:pt x="1" y="21"/>
                    <a:pt x="14" y="14"/>
                    <a:pt x="33" y="14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3" name="Freeform 81"/>
            <p:cNvSpPr>
              <a:spLocks/>
            </p:cNvSpPr>
            <p:nvPr/>
          </p:nvSpPr>
          <p:spPr bwMode="gray">
            <a:xfrm>
              <a:off x="3463926" y="3046413"/>
              <a:ext cx="71438" cy="103188"/>
            </a:xfrm>
            <a:custGeom>
              <a:avLst/>
              <a:gdLst>
                <a:gd name="T0" fmla="*/ 9 w 19"/>
                <a:gd name="T1" fmla="*/ 15 h 27"/>
                <a:gd name="T2" fmla="*/ 2 w 19"/>
                <a:gd name="T3" fmla="*/ 20 h 27"/>
                <a:gd name="T4" fmla="*/ 6 w 19"/>
                <a:gd name="T5" fmla="*/ 27 h 27"/>
                <a:gd name="T6" fmla="*/ 10 w 19"/>
                <a:gd name="T7" fmla="*/ 22 h 27"/>
                <a:gd name="T8" fmla="*/ 13 w 19"/>
                <a:gd name="T9" fmla="*/ 19 h 27"/>
                <a:gd name="T10" fmla="*/ 15 w 19"/>
                <a:gd name="T11" fmla="*/ 17 h 27"/>
                <a:gd name="T12" fmla="*/ 14 w 19"/>
                <a:gd name="T13" fmla="*/ 14 h 27"/>
                <a:gd name="T14" fmla="*/ 18 w 19"/>
                <a:gd name="T15" fmla="*/ 13 h 27"/>
                <a:gd name="T16" fmla="*/ 19 w 19"/>
                <a:gd name="T17" fmla="*/ 10 h 27"/>
                <a:gd name="T18" fmla="*/ 17 w 19"/>
                <a:gd name="T19" fmla="*/ 8 h 27"/>
                <a:gd name="T20" fmla="*/ 11 w 19"/>
                <a:gd name="T21" fmla="*/ 8 h 27"/>
                <a:gd name="T22" fmla="*/ 14 w 19"/>
                <a:gd name="T23" fmla="*/ 6 h 27"/>
                <a:gd name="T24" fmla="*/ 16 w 19"/>
                <a:gd name="T25" fmla="*/ 4 h 27"/>
                <a:gd name="T26" fmla="*/ 15 w 19"/>
                <a:gd name="T27" fmla="*/ 0 h 27"/>
                <a:gd name="T28" fmla="*/ 2 w 19"/>
                <a:gd name="T29" fmla="*/ 6 h 27"/>
                <a:gd name="T30" fmla="*/ 4 w 19"/>
                <a:gd name="T31" fmla="*/ 9 h 27"/>
                <a:gd name="T32" fmla="*/ 1 w 19"/>
                <a:gd name="T33" fmla="*/ 9 h 27"/>
                <a:gd name="T34" fmla="*/ 1 w 19"/>
                <a:gd name="T35" fmla="*/ 16 h 27"/>
                <a:gd name="T36" fmla="*/ 9 w 19"/>
                <a:gd name="T37" fmla="*/ 15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9" h="27">
                  <a:moveTo>
                    <a:pt x="9" y="15"/>
                  </a:moveTo>
                  <a:cubicBezTo>
                    <a:pt x="7" y="16"/>
                    <a:pt x="4" y="18"/>
                    <a:pt x="2" y="20"/>
                  </a:cubicBezTo>
                  <a:cubicBezTo>
                    <a:pt x="3" y="22"/>
                    <a:pt x="5" y="26"/>
                    <a:pt x="6" y="27"/>
                  </a:cubicBezTo>
                  <a:cubicBezTo>
                    <a:pt x="7" y="25"/>
                    <a:pt x="9" y="22"/>
                    <a:pt x="10" y="22"/>
                  </a:cubicBezTo>
                  <a:cubicBezTo>
                    <a:pt x="11" y="21"/>
                    <a:pt x="12" y="20"/>
                    <a:pt x="13" y="19"/>
                  </a:cubicBezTo>
                  <a:cubicBezTo>
                    <a:pt x="15" y="19"/>
                    <a:pt x="15" y="18"/>
                    <a:pt x="15" y="17"/>
                  </a:cubicBezTo>
                  <a:cubicBezTo>
                    <a:pt x="15" y="16"/>
                    <a:pt x="15" y="15"/>
                    <a:pt x="14" y="14"/>
                  </a:cubicBezTo>
                  <a:cubicBezTo>
                    <a:pt x="15" y="14"/>
                    <a:pt x="17" y="14"/>
                    <a:pt x="18" y="13"/>
                  </a:cubicBezTo>
                  <a:cubicBezTo>
                    <a:pt x="19" y="12"/>
                    <a:pt x="19" y="11"/>
                    <a:pt x="19" y="10"/>
                  </a:cubicBezTo>
                  <a:cubicBezTo>
                    <a:pt x="19" y="9"/>
                    <a:pt x="18" y="8"/>
                    <a:pt x="17" y="8"/>
                  </a:cubicBezTo>
                  <a:cubicBezTo>
                    <a:pt x="16" y="8"/>
                    <a:pt x="12" y="8"/>
                    <a:pt x="11" y="8"/>
                  </a:cubicBezTo>
                  <a:cubicBezTo>
                    <a:pt x="11" y="8"/>
                    <a:pt x="13" y="7"/>
                    <a:pt x="14" y="6"/>
                  </a:cubicBezTo>
                  <a:cubicBezTo>
                    <a:pt x="15" y="6"/>
                    <a:pt x="15" y="5"/>
                    <a:pt x="16" y="4"/>
                  </a:cubicBezTo>
                  <a:cubicBezTo>
                    <a:pt x="16" y="4"/>
                    <a:pt x="16" y="2"/>
                    <a:pt x="15" y="0"/>
                  </a:cubicBezTo>
                  <a:cubicBezTo>
                    <a:pt x="11" y="0"/>
                    <a:pt x="4" y="4"/>
                    <a:pt x="2" y="6"/>
                  </a:cubicBezTo>
                  <a:cubicBezTo>
                    <a:pt x="4" y="9"/>
                    <a:pt x="4" y="9"/>
                    <a:pt x="4" y="9"/>
                  </a:cubicBezTo>
                  <a:cubicBezTo>
                    <a:pt x="1" y="9"/>
                    <a:pt x="1" y="9"/>
                    <a:pt x="1" y="9"/>
                  </a:cubicBezTo>
                  <a:cubicBezTo>
                    <a:pt x="0" y="11"/>
                    <a:pt x="1" y="14"/>
                    <a:pt x="1" y="16"/>
                  </a:cubicBezTo>
                  <a:cubicBezTo>
                    <a:pt x="4" y="15"/>
                    <a:pt x="7" y="15"/>
                    <a:pt x="9" y="15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4" name="Freeform 82"/>
            <p:cNvSpPr>
              <a:spLocks noEditPoints="1"/>
            </p:cNvSpPr>
            <p:nvPr/>
          </p:nvSpPr>
          <p:spPr bwMode="gray">
            <a:xfrm>
              <a:off x="3846513" y="3303588"/>
              <a:ext cx="312738" cy="431800"/>
            </a:xfrm>
            <a:custGeom>
              <a:avLst/>
              <a:gdLst>
                <a:gd name="T0" fmla="*/ 64 w 83"/>
                <a:gd name="T1" fmla="*/ 13 h 114"/>
                <a:gd name="T2" fmla="*/ 5 w 83"/>
                <a:gd name="T3" fmla="*/ 19 h 114"/>
                <a:gd name="T4" fmla="*/ 1 w 83"/>
                <a:gd name="T5" fmla="*/ 37 h 114"/>
                <a:gd name="T6" fmla="*/ 6 w 83"/>
                <a:gd name="T7" fmla="*/ 36 h 114"/>
                <a:gd name="T8" fmla="*/ 13 w 83"/>
                <a:gd name="T9" fmla="*/ 36 h 114"/>
                <a:gd name="T10" fmla="*/ 8 w 83"/>
                <a:gd name="T11" fmla="*/ 50 h 114"/>
                <a:gd name="T12" fmla="*/ 15 w 83"/>
                <a:gd name="T13" fmla="*/ 48 h 114"/>
                <a:gd name="T14" fmla="*/ 16 w 83"/>
                <a:gd name="T15" fmla="*/ 62 h 114"/>
                <a:gd name="T16" fmla="*/ 16 w 83"/>
                <a:gd name="T17" fmla="*/ 70 h 114"/>
                <a:gd name="T18" fmla="*/ 20 w 83"/>
                <a:gd name="T19" fmla="*/ 71 h 114"/>
                <a:gd name="T20" fmla="*/ 27 w 83"/>
                <a:gd name="T21" fmla="*/ 75 h 114"/>
                <a:gd name="T22" fmla="*/ 16 w 83"/>
                <a:gd name="T23" fmla="*/ 75 h 114"/>
                <a:gd name="T24" fmla="*/ 22 w 83"/>
                <a:gd name="T25" fmla="*/ 77 h 114"/>
                <a:gd name="T26" fmla="*/ 24 w 83"/>
                <a:gd name="T27" fmla="*/ 80 h 114"/>
                <a:gd name="T28" fmla="*/ 19 w 83"/>
                <a:gd name="T29" fmla="*/ 83 h 114"/>
                <a:gd name="T30" fmla="*/ 26 w 83"/>
                <a:gd name="T31" fmla="*/ 91 h 114"/>
                <a:gd name="T32" fmla="*/ 30 w 83"/>
                <a:gd name="T33" fmla="*/ 100 h 114"/>
                <a:gd name="T34" fmla="*/ 78 w 83"/>
                <a:gd name="T35" fmla="*/ 102 h 114"/>
                <a:gd name="T36" fmla="*/ 63 w 83"/>
                <a:gd name="T37" fmla="*/ 68 h 114"/>
                <a:gd name="T38" fmla="*/ 72 w 83"/>
                <a:gd name="T39" fmla="*/ 61 h 114"/>
                <a:gd name="T40" fmla="*/ 74 w 83"/>
                <a:gd name="T41" fmla="*/ 55 h 114"/>
                <a:gd name="T42" fmla="*/ 70 w 83"/>
                <a:gd name="T43" fmla="*/ 51 h 114"/>
                <a:gd name="T44" fmla="*/ 59 w 83"/>
                <a:gd name="T45" fmla="*/ 50 h 114"/>
                <a:gd name="T46" fmla="*/ 23 w 83"/>
                <a:gd name="T47" fmla="*/ 33 h 114"/>
                <a:gd name="T48" fmla="*/ 12 w 83"/>
                <a:gd name="T49" fmla="*/ 28 h 114"/>
                <a:gd name="T50" fmla="*/ 17 w 83"/>
                <a:gd name="T51" fmla="*/ 29 h 114"/>
                <a:gd name="T52" fmla="*/ 53 w 83"/>
                <a:gd name="T53" fmla="*/ 32 h 114"/>
                <a:gd name="T54" fmla="*/ 78 w 83"/>
                <a:gd name="T55" fmla="*/ 42 h 114"/>
                <a:gd name="T56" fmla="*/ 73 w 83"/>
                <a:gd name="T57" fmla="*/ 26 h 114"/>
                <a:gd name="T58" fmla="*/ 83 w 83"/>
                <a:gd name="T59" fmla="*/ 32 h 114"/>
                <a:gd name="T60" fmla="*/ 29 w 83"/>
                <a:gd name="T61" fmla="*/ 40 h 114"/>
                <a:gd name="T62" fmla="*/ 46 w 83"/>
                <a:gd name="T63" fmla="*/ 47 h 114"/>
                <a:gd name="T64" fmla="*/ 32 w 83"/>
                <a:gd name="T65" fmla="*/ 47 h 114"/>
                <a:gd name="T66" fmla="*/ 29 w 83"/>
                <a:gd name="T67" fmla="*/ 51 h 114"/>
                <a:gd name="T68" fmla="*/ 20 w 83"/>
                <a:gd name="T69" fmla="*/ 47 h 114"/>
                <a:gd name="T70" fmla="*/ 9 w 83"/>
                <a:gd name="T71" fmla="*/ 27 h 114"/>
                <a:gd name="T72" fmla="*/ 18 w 83"/>
                <a:gd name="T73" fmla="*/ 20 h 114"/>
                <a:gd name="T74" fmla="*/ 42 w 83"/>
                <a:gd name="T75" fmla="*/ 20 h 114"/>
                <a:gd name="T76" fmla="*/ 20 w 83"/>
                <a:gd name="T77" fmla="*/ 10 h 114"/>
                <a:gd name="T78" fmla="*/ 43 w 83"/>
                <a:gd name="T79" fmla="*/ 9 h 114"/>
                <a:gd name="T80" fmla="*/ 63 w 83"/>
                <a:gd name="T81" fmla="*/ 30 h 114"/>
                <a:gd name="T82" fmla="*/ 51 w 83"/>
                <a:gd name="T83" fmla="*/ 12 h 114"/>
                <a:gd name="T84" fmla="*/ 63 w 83"/>
                <a:gd name="T85" fmla="*/ 30 h 1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83" h="114">
                  <a:moveTo>
                    <a:pt x="83" y="32"/>
                  </a:moveTo>
                  <a:cubicBezTo>
                    <a:pt x="82" y="30"/>
                    <a:pt x="75" y="22"/>
                    <a:pt x="64" y="13"/>
                  </a:cubicBezTo>
                  <a:cubicBezTo>
                    <a:pt x="55" y="7"/>
                    <a:pt x="42" y="0"/>
                    <a:pt x="32" y="0"/>
                  </a:cubicBezTo>
                  <a:cubicBezTo>
                    <a:pt x="14" y="0"/>
                    <a:pt x="6" y="13"/>
                    <a:pt x="5" y="19"/>
                  </a:cubicBezTo>
                  <a:cubicBezTo>
                    <a:pt x="4" y="23"/>
                    <a:pt x="4" y="27"/>
                    <a:pt x="5" y="29"/>
                  </a:cubicBezTo>
                  <a:cubicBezTo>
                    <a:pt x="2" y="32"/>
                    <a:pt x="1" y="34"/>
                    <a:pt x="1" y="37"/>
                  </a:cubicBezTo>
                  <a:cubicBezTo>
                    <a:pt x="0" y="39"/>
                    <a:pt x="1" y="42"/>
                    <a:pt x="3" y="43"/>
                  </a:cubicBezTo>
                  <a:cubicBezTo>
                    <a:pt x="2" y="41"/>
                    <a:pt x="4" y="38"/>
                    <a:pt x="6" y="36"/>
                  </a:cubicBezTo>
                  <a:cubicBezTo>
                    <a:pt x="7" y="33"/>
                    <a:pt x="10" y="32"/>
                    <a:pt x="12" y="31"/>
                  </a:cubicBezTo>
                  <a:cubicBezTo>
                    <a:pt x="13" y="36"/>
                    <a:pt x="13" y="36"/>
                    <a:pt x="13" y="36"/>
                  </a:cubicBezTo>
                  <a:cubicBezTo>
                    <a:pt x="11" y="37"/>
                    <a:pt x="8" y="40"/>
                    <a:pt x="7" y="42"/>
                  </a:cubicBezTo>
                  <a:cubicBezTo>
                    <a:pt x="8" y="50"/>
                    <a:pt x="8" y="50"/>
                    <a:pt x="8" y="50"/>
                  </a:cubicBezTo>
                  <a:cubicBezTo>
                    <a:pt x="14" y="46"/>
                    <a:pt x="14" y="46"/>
                    <a:pt x="14" y="46"/>
                  </a:cubicBezTo>
                  <a:cubicBezTo>
                    <a:pt x="15" y="48"/>
                    <a:pt x="15" y="48"/>
                    <a:pt x="15" y="48"/>
                  </a:cubicBezTo>
                  <a:cubicBezTo>
                    <a:pt x="13" y="63"/>
                    <a:pt x="13" y="63"/>
                    <a:pt x="13" y="63"/>
                  </a:cubicBezTo>
                  <a:cubicBezTo>
                    <a:pt x="16" y="62"/>
                    <a:pt x="16" y="62"/>
                    <a:pt x="16" y="62"/>
                  </a:cubicBezTo>
                  <a:cubicBezTo>
                    <a:pt x="23" y="65"/>
                    <a:pt x="23" y="65"/>
                    <a:pt x="23" y="65"/>
                  </a:cubicBezTo>
                  <a:cubicBezTo>
                    <a:pt x="16" y="70"/>
                    <a:pt x="16" y="70"/>
                    <a:pt x="16" y="70"/>
                  </a:cubicBezTo>
                  <a:cubicBezTo>
                    <a:pt x="16" y="72"/>
                    <a:pt x="16" y="72"/>
                    <a:pt x="16" y="72"/>
                  </a:cubicBezTo>
                  <a:cubicBezTo>
                    <a:pt x="16" y="72"/>
                    <a:pt x="17" y="71"/>
                    <a:pt x="20" y="71"/>
                  </a:cubicBezTo>
                  <a:cubicBezTo>
                    <a:pt x="22" y="71"/>
                    <a:pt x="27" y="73"/>
                    <a:pt x="27" y="73"/>
                  </a:cubicBezTo>
                  <a:cubicBezTo>
                    <a:pt x="27" y="75"/>
                    <a:pt x="27" y="75"/>
                    <a:pt x="27" y="75"/>
                  </a:cubicBezTo>
                  <a:cubicBezTo>
                    <a:pt x="25" y="75"/>
                    <a:pt x="25" y="75"/>
                    <a:pt x="25" y="75"/>
                  </a:cubicBezTo>
                  <a:cubicBezTo>
                    <a:pt x="16" y="75"/>
                    <a:pt x="16" y="75"/>
                    <a:pt x="16" y="75"/>
                  </a:cubicBezTo>
                  <a:cubicBezTo>
                    <a:pt x="16" y="76"/>
                    <a:pt x="17" y="77"/>
                    <a:pt x="18" y="78"/>
                  </a:cubicBezTo>
                  <a:cubicBezTo>
                    <a:pt x="19" y="77"/>
                    <a:pt x="21" y="77"/>
                    <a:pt x="22" y="77"/>
                  </a:cubicBezTo>
                  <a:cubicBezTo>
                    <a:pt x="22" y="77"/>
                    <a:pt x="24" y="77"/>
                    <a:pt x="26" y="77"/>
                  </a:cubicBezTo>
                  <a:cubicBezTo>
                    <a:pt x="24" y="80"/>
                    <a:pt x="24" y="80"/>
                    <a:pt x="24" y="80"/>
                  </a:cubicBezTo>
                  <a:cubicBezTo>
                    <a:pt x="24" y="80"/>
                    <a:pt x="23" y="81"/>
                    <a:pt x="21" y="80"/>
                  </a:cubicBezTo>
                  <a:cubicBezTo>
                    <a:pt x="20" y="80"/>
                    <a:pt x="19" y="81"/>
                    <a:pt x="19" y="83"/>
                  </a:cubicBezTo>
                  <a:cubicBezTo>
                    <a:pt x="19" y="84"/>
                    <a:pt x="20" y="87"/>
                    <a:pt x="20" y="87"/>
                  </a:cubicBezTo>
                  <a:cubicBezTo>
                    <a:pt x="21" y="92"/>
                    <a:pt x="26" y="91"/>
                    <a:pt x="26" y="91"/>
                  </a:cubicBezTo>
                  <a:cubicBezTo>
                    <a:pt x="29" y="90"/>
                    <a:pt x="39" y="87"/>
                    <a:pt x="39" y="87"/>
                  </a:cubicBezTo>
                  <a:cubicBezTo>
                    <a:pt x="30" y="100"/>
                    <a:pt x="30" y="100"/>
                    <a:pt x="30" y="100"/>
                  </a:cubicBezTo>
                  <a:cubicBezTo>
                    <a:pt x="34" y="114"/>
                    <a:pt x="34" y="114"/>
                    <a:pt x="34" y="114"/>
                  </a:cubicBezTo>
                  <a:cubicBezTo>
                    <a:pt x="40" y="111"/>
                    <a:pt x="58" y="105"/>
                    <a:pt x="78" y="102"/>
                  </a:cubicBezTo>
                  <a:cubicBezTo>
                    <a:pt x="76" y="98"/>
                    <a:pt x="76" y="96"/>
                    <a:pt x="73" y="91"/>
                  </a:cubicBezTo>
                  <a:cubicBezTo>
                    <a:pt x="63" y="68"/>
                    <a:pt x="63" y="68"/>
                    <a:pt x="63" y="68"/>
                  </a:cubicBezTo>
                  <a:cubicBezTo>
                    <a:pt x="64" y="64"/>
                    <a:pt x="64" y="64"/>
                    <a:pt x="64" y="64"/>
                  </a:cubicBezTo>
                  <a:cubicBezTo>
                    <a:pt x="66" y="65"/>
                    <a:pt x="70" y="63"/>
                    <a:pt x="72" y="61"/>
                  </a:cubicBezTo>
                  <a:cubicBezTo>
                    <a:pt x="74" y="60"/>
                    <a:pt x="77" y="56"/>
                    <a:pt x="78" y="54"/>
                  </a:cubicBezTo>
                  <a:cubicBezTo>
                    <a:pt x="77" y="54"/>
                    <a:pt x="75" y="54"/>
                    <a:pt x="74" y="55"/>
                  </a:cubicBezTo>
                  <a:cubicBezTo>
                    <a:pt x="73" y="55"/>
                    <a:pt x="72" y="57"/>
                    <a:pt x="70" y="56"/>
                  </a:cubicBezTo>
                  <a:cubicBezTo>
                    <a:pt x="68" y="55"/>
                    <a:pt x="69" y="53"/>
                    <a:pt x="70" y="51"/>
                  </a:cubicBezTo>
                  <a:cubicBezTo>
                    <a:pt x="70" y="50"/>
                    <a:pt x="67" y="50"/>
                    <a:pt x="66" y="51"/>
                  </a:cubicBezTo>
                  <a:cubicBezTo>
                    <a:pt x="64" y="52"/>
                    <a:pt x="61" y="52"/>
                    <a:pt x="59" y="50"/>
                  </a:cubicBezTo>
                  <a:cubicBezTo>
                    <a:pt x="56" y="47"/>
                    <a:pt x="45" y="38"/>
                    <a:pt x="42" y="36"/>
                  </a:cubicBezTo>
                  <a:cubicBezTo>
                    <a:pt x="36" y="33"/>
                    <a:pt x="28" y="32"/>
                    <a:pt x="23" y="33"/>
                  </a:cubicBezTo>
                  <a:cubicBezTo>
                    <a:pt x="20" y="34"/>
                    <a:pt x="17" y="35"/>
                    <a:pt x="16" y="35"/>
                  </a:cubicBezTo>
                  <a:cubicBezTo>
                    <a:pt x="12" y="28"/>
                    <a:pt x="12" y="28"/>
                    <a:pt x="12" y="28"/>
                  </a:cubicBezTo>
                  <a:cubicBezTo>
                    <a:pt x="13" y="28"/>
                    <a:pt x="13" y="28"/>
                    <a:pt x="13" y="28"/>
                  </a:cubicBezTo>
                  <a:cubicBezTo>
                    <a:pt x="14" y="28"/>
                    <a:pt x="16" y="30"/>
                    <a:pt x="17" y="29"/>
                  </a:cubicBezTo>
                  <a:cubicBezTo>
                    <a:pt x="19" y="28"/>
                    <a:pt x="25" y="27"/>
                    <a:pt x="31" y="27"/>
                  </a:cubicBezTo>
                  <a:cubicBezTo>
                    <a:pt x="39" y="27"/>
                    <a:pt x="49" y="30"/>
                    <a:pt x="53" y="32"/>
                  </a:cubicBezTo>
                  <a:cubicBezTo>
                    <a:pt x="53" y="37"/>
                    <a:pt x="64" y="44"/>
                    <a:pt x="69" y="44"/>
                  </a:cubicBezTo>
                  <a:cubicBezTo>
                    <a:pt x="73" y="45"/>
                    <a:pt x="75" y="44"/>
                    <a:pt x="78" y="42"/>
                  </a:cubicBezTo>
                  <a:cubicBezTo>
                    <a:pt x="67" y="33"/>
                    <a:pt x="67" y="33"/>
                    <a:pt x="67" y="33"/>
                  </a:cubicBezTo>
                  <a:cubicBezTo>
                    <a:pt x="73" y="26"/>
                    <a:pt x="73" y="26"/>
                    <a:pt x="73" y="26"/>
                  </a:cubicBezTo>
                  <a:cubicBezTo>
                    <a:pt x="73" y="26"/>
                    <a:pt x="82" y="35"/>
                    <a:pt x="83" y="36"/>
                  </a:cubicBezTo>
                  <a:cubicBezTo>
                    <a:pt x="83" y="35"/>
                    <a:pt x="83" y="34"/>
                    <a:pt x="83" y="32"/>
                  </a:cubicBezTo>
                  <a:moveTo>
                    <a:pt x="20" y="43"/>
                  </a:moveTo>
                  <a:cubicBezTo>
                    <a:pt x="20" y="43"/>
                    <a:pt x="24" y="41"/>
                    <a:pt x="29" y="40"/>
                  </a:cubicBezTo>
                  <a:cubicBezTo>
                    <a:pt x="35" y="38"/>
                    <a:pt x="42" y="42"/>
                    <a:pt x="47" y="46"/>
                  </a:cubicBezTo>
                  <a:cubicBezTo>
                    <a:pt x="46" y="47"/>
                    <a:pt x="46" y="47"/>
                    <a:pt x="46" y="47"/>
                  </a:cubicBezTo>
                  <a:cubicBezTo>
                    <a:pt x="39" y="49"/>
                    <a:pt x="39" y="49"/>
                    <a:pt x="39" y="49"/>
                  </a:cubicBezTo>
                  <a:cubicBezTo>
                    <a:pt x="37" y="48"/>
                    <a:pt x="35" y="47"/>
                    <a:pt x="32" y="47"/>
                  </a:cubicBezTo>
                  <a:cubicBezTo>
                    <a:pt x="29" y="47"/>
                    <a:pt x="27" y="48"/>
                    <a:pt x="27" y="48"/>
                  </a:cubicBezTo>
                  <a:cubicBezTo>
                    <a:pt x="29" y="51"/>
                    <a:pt x="29" y="51"/>
                    <a:pt x="29" y="51"/>
                  </a:cubicBezTo>
                  <a:cubicBezTo>
                    <a:pt x="26" y="51"/>
                    <a:pt x="26" y="51"/>
                    <a:pt x="26" y="51"/>
                  </a:cubicBezTo>
                  <a:cubicBezTo>
                    <a:pt x="24" y="50"/>
                    <a:pt x="22" y="47"/>
                    <a:pt x="20" y="47"/>
                  </a:cubicBezTo>
                  <a:lnTo>
                    <a:pt x="20" y="43"/>
                  </a:lnTo>
                  <a:close/>
                  <a:moveTo>
                    <a:pt x="9" y="27"/>
                  </a:moveTo>
                  <a:cubicBezTo>
                    <a:pt x="7" y="21"/>
                    <a:pt x="12" y="15"/>
                    <a:pt x="15" y="12"/>
                  </a:cubicBezTo>
                  <a:cubicBezTo>
                    <a:pt x="18" y="20"/>
                    <a:pt x="18" y="20"/>
                    <a:pt x="18" y="20"/>
                  </a:cubicBezTo>
                  <a:cubicBezTo>
                    <a:pt x="15" y="22"/>
                    <a:pt x="11" y="25"/>
                    <a:pt x="9" y="27"/>
                  </a:cubicBezTo>
                  <a:moveTo>
                    <a:pt x="42" y="20"/>
                  </a:moveTo>
                  <a:cubicBezTo>
                    <a:pt x="38" y="18"/>
                    <a:pt x="27" y="18"/>
                    <a:pt x="23" y="19"/>
                  </a:cubicBezTo>
                  <a:cubicBezTo>
                    <a:pt x="20" y="10"/>
                    <a:pt x="20" y="10"/>
                    <a:pt x="20" y="10"/>
                  </a:cubicBezTo>
                  <a:cubicBezTo>
                    <a:pt x="22" y="8"/>
                    <a:pt x="27" y="7"/>
                    <a:pt x="31" y="7"/>
                  </a:cubicBezTo>
                  <a:cubicBezTo>
                    <a:pt x="35" y="7"/>
                    <a:pt x="40" y="8"/>
                    <a:pt x="43" y="9"/>
                  </a:cubicBezTo>
                  <a:lnTo>
                    <a:pt x="42" y="20"/>
                  </a:lnTo>
                  <a:close/>
                  <a:moveTo>
                    <a:pt x="63" y="30"/>
                  </a:moveTo>
                  <a:cubicBezTo>
                    <a:pt x="58" y="27"/>
                    <a:pt x="50" y="22"/>
                    <a:pt x="47" y="22"/>
                  </a:cubicBezTo>
                  <a:cubicBezTo>
                    <a:pt x="51" y="12"/>
                    <a:pt x="51" y="12"/>
                    <a:pt x="51" y="12"/>
                  </a:cubicBezTo>
                  <a:cubicBezTo>
                    <a:pt x="54" y="13"/>
                    <a:pt x="66" y="21"/>
                    <a:pt x="68" y="22"/>
                  </a:cubicBezTo>
                  <a:lnTo>
                    <a:pt x="63" y="3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5" name="Freeform 83"/>
            <p:cNvSpPr>
              <a:spLocks/>
            </p:cNvSpPr>
            <p:nvPr/>
          </p:nvSpPr>
          <p:spPr bwMode="gray">
            <a:xfrm>
              <a:off x="4076701" y="3179763"/>
              <a:ext cx="138113" cy="173038"/>
            </a:xfrm>
            <a:custGeom>
              <a:avLst/>
              <a:gdLst>
                <a:gd name="T0" fmla="*/ 0 w 37"/>
                <a:gd name="T1" fmla="*/ 36 h 46"/>
                <a:gd name="T2" fmla="*/ 15 w 37"/>
                <a:gd name="T3" fmla="*/ 46 h 46"/>
                <a:gd name="T4" fmla="*/ 37 w 37"/>
                <a:gd name="T5" fmla="*/ 0 h 46"/>
                <a:gd name="T6" fmla="*/ 0 w 37"/>
                <a:gd name="T7" fmla="*/ 36 h 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7" h="46">
                  <a:moveTo>
                    <a:pt x="0" y="36"/>
                  </a:moveTo>
                  <a:cubicBezTo>
                    <a:pt x="4" y="38"/>
                    <a:pt x="13" y="45"/>
                    <a:pt x="15" y="46"/>
                  </a:cubicBezTo>
                  <a:cubicBezTo>
                    <a:pt x="37" y="0"/>
                    <a:pt x="37" y="0"/>
                    <a:pt x="37" y="0"/>
                  </a:cubicBezTo>
                  <a:lnTo>
                    <a:pt x="0" y="3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6" name="Freeform 84"/>
            <p:cNvSpPr>
              <a:spLocks noEditPoints="1"/>
            </p:cNvSpPr>
            <p:nvPr/>
          </p:nvSpPr>
          <p:spPr bwMode="gray">
            <a:xfrm>
              <a:off x="8705851" y="3481388"/>
              <a:ext cx="93663" cy="98425"/>
            </a:xfrm>
            <a:custGeom>
              <a:avLst/>
              <a:gdLst>
                <a:gd name="T0" fmla="*/ 12 w 25"/>
                <a:gd name="T1" fmla="*/ 0 h 26"/>
                <a:gd name="T2" fmla="*/ 25 w 25"/>
                <a:gd name="T3" fmla="*/ 13 h 26"/>
                <a:gd name="T4" fmla="*/ 12 w 25"/>
                <a:gd name="T5" fmla="*/ 26 h 26"/>
                <a:gd name="T6" fmla="*/ 0 w 25"/>
                <a:gd name="T7" fmla="*/ 13 h 26"/>
                <a:gd name="T8" fmla="*/ 12 w 25"/>
                <a:gd name="T9" fmla="*/ 0 h 26"/>
                <a:gd name="T10" fmla="*/ 12 w 25"/>
                <a:gd name="T11" fmla="*/ 23 h 26"/>
                <a:gd name="T12" fmla="*/ 22 w 25"/>
                <a:gd name="T13" fmla="*/ 13 h 26"/>
                <a:gd name="T14" fmla="*/ 12 w 25"/>
                <a:gd name="T15" fmla="*/ 3 h 26"/>
                <a:gd name="T16" fmla="*/ 3 w 25"/>
                <a:gd name="T17" fmla="*/ 13 h 26"/>
                <a:gd name="T18" fmla="*/ 12 w 25"/>
                <a:gd name="T19" fmla="*/ 23 h 26"/>
                <a:gd name="T20" fmla="*/ 8 w 25"/>
                <a:gd name="T21" fmla="*/ 6 h 26"/>
                <a:gd name="T22" fmla="*/ 13 w 25"/>
                <a:gd name="T23" fmla="*/ 6 h 26"/>
                <a:gd name="T24" fmla="*/ 18 w 25"/>
                <a:gd name="T25" fmla="*/ 10 h 26"/>
                <a:gd name="T26" fmla="*/ 15 w 25"/>
                <a:gd name="T27" fmla="*/ 14 h 26"/>
                <a:gd name="T28" fmla="*/ 18 w 25"/>
                <a:gd name="T29" fmla="*/ 20 h 26"/>
                <a:gd name="T30" fmla="*/ 16 w 25"/>
                <a:gd name="T31" fmla="*/ 20 h 26"/>
                <a:gd name="T32" fmla="*/ 12 w 25"/>
                <a:gd name="T33" fmla="*/ 14 h 26"/>
                <a:gd name="T34" fmla="*/ 10 w 25"/>
                <a:gd name="T35" fmla="*/ 14 h 26"/>
                <a:gd name="T36" fmla="*/ 10 w 25"/>
                <a:gd name="T37" fmla="*/ 20 h 26"/>
                <a:gd name="T38" fmla="*/ 8 w 25"/>
                <a:gd name="T39" fmla="*/ 20 h 26"/>
                <a:gd name="T40" fmla="*/ 8 w 25"/>
                <a:gd name="T41" fmla="*/ 6 h 26"/>
                <a:gd name="T42" fmla="*/ 10 w 25"/>
                <a:gd name="T43" fmla="*/ 12 h 26"/>
                <a:gd name="T44" fmla="*/ 13 w 25"/>
                <a:gd name="T45" fmla="*/ 12 h 26"/>
                <a:gd name="T46" fmla="*/ 16 w 25"/>
                <a:gd name="T47" fmla="*/ 10 h 26"/>
                <a:gd name="T48" fmla="*/ 13 w 25"/>
                <a:gd name="T49" fmla="*/ 8 h 26"/>
                <a:gd name="T50" fmla="*/ 10 w 25"/>
                <a:gd name="T51" fmla="*/ 8 h 26"/>
                <a:gd name="T52" fmla="*/ 10 w 25"/>
                <a:gd name="T53" fmla="*/ 12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5" h="26">
                  <a:moveTo>
                    <a:pt x="12" y="0"/>
                  </a:moveTo>
                  <a:cubicBezTo>
                    <a:pt x="19" y="0"/>
                    <a:pt x="25" y="5"/>
                    <a:pt x="25" y="13"/>
                  </a:cubicBezTo>
                  <a:cubicBezTo>
                    <a:pt x="25" y="20"/>
                    <a:pt x="19" y="26"/>
                    <a:pt x="12" y="26"/>
                  </a:cubicBezTo>
                  <a:cubicBezTo>
                    <a:pt x="6" y="26"/>
                    <a:pt x="0" y="20"/>
                    <a:pt x="0" y="13"/>
                  </a:cubicBezTo>
                  <a:cubicBezTo>
                    <a:pt x="0" y="5"/>
                    <a:pt x="6" y="0"/>
                    <a:pt x="12" y="0"/>
                  </a:cubicBezTo>
                  <a:moveTo>
                    <a:pt x="12" y="23"/>
                  </a:moveTo>
                  <a:cubicBezTo>
                    <a:pt x="18" y="23"/>
                    <a:pt x="22" y="19"/>
                    <a:pt x="22" y="13"/>
                  </a:cubicBezTo>
                  <a:cubicBezTo>
                    <a:pt x="22" y="7"/>
                    <a:pt x="18" y="3"/>
                    <a:pt x="12" y="3"/>
                  </a:cubicBezTo>
                  <a:cubicBezTo>
                    <a:pt x="7" y="3"/>
                    <a:pt x="3" y="7"/>
                    <a:pt x="3" y="13"/>
                  </a:cubicBezTo>
                  <a:cubicBezTo>
                    <a:pt x="3" y="19"/>
                    <a:pt x="7" y="23"/>
                    <a:pt x="12" y="23"/>
                  </a:cubicBezTo>
                  <a:moveTo>
                    <a:pt x="8" y="6"/>
                  </a:moveTo>
                  <a:cubicBezTo>
                    <a:pt x="13" y="6"/>
                    <a:pt x="13" y="6"/>
                    <a:pt x="13" y="6"/>
                  </a:cubicBezTo>
                  <a:cubicBezTo>
                    <a:pt x="16" y="6"/>
                    <a:pt x="18" y="7"/>
                    <a:pt x="18" y="10"/>
                  </a:cubicBezTo>
                  <a:cubicBezTo>
                    <a:pt x="18" y="13"/>
                    <a:pt x="17" y="14"/>
                    <a:pt x="15" y="14"/>
                  </a:cubicBezTo>
                  <a:cubicBezTo>
                    <a:pt x="18" y="20"/>
                    <a:pt x="18" y="20"/>
                    <a:pt x="18" y="20"/>
                  </a:cubicBezTo>
                  <a:cubicBezTo>
                    <a:pt x="16" y="20"/>
                    <a:pt x="16" y="20"/>
                    <a:pt x="16" y="20"/>
                  </a:cubicBezTo>
                  <a:cubicBezTo>
                    <a:pt x="12" y="14"/>
                    <a:pt x="12" y="14"/>
                    <a:pt x="12" y="14"/>
                  </a:cubicBezTo>
                  <a:cubicBezTo>
                    <a:pt x="10" y="14"/>
                    <a:pt x="10" y="14"/>
                    <a:pt x="10" y="14"/>
                  </a:cubicBezTo>
                  <a:cubicBezTo>
                    <a:pt x="10" y="20"/>
                    <a:pt x="10" y="20"/>
                    <a:pt x="10" y="20"/>
                  </a:cubicBezTo>
                  <a:cubicBezTo>
                    <a:pt x="8" y="20"/>
                    <a:pt x="8" y="20"/>
                    <a:pt x="8" y="20"/>
                  </a:cubicBezTo>
                  <a:lnTo>
                    <a:pt x="8" y="6"/>
                  </a:lnTo>
                  <a:close/>
                  <a:moveTo>
                    <a:pt x="10" y="12"/>
                  </a:moveTo>
                  <a:cubicBezTo>
                    <a:pt x="13" y="12"/>
                    <a:pt x="13" y="12"/>
                    <a:pt x="13" y="12"/>
                  </a:cubicBezTo>
                  <a:cubicBezTo>
                    <a:pt x="14" y="12"/>
                    <a:pt x="16" y="12"/>
                    <a:pt x="16" y="10"/>
                  </a:cubicBezTo>
                  <a:cubicBezTo>
                    <a:pt x="16" y="8"/>
                    <a:pt x="14" y="8"/>
                    <a:pt x="13" y="8"/>
                  </a:cubicBezTo>
                  <a:cubicBezTo>
                    <a:pt x="10" y="8"/>
                    <a:pt x="10" y="8"/>
                    <a:pt x="10" y="8"/>
                  </a:cubicBezTo>
                  <a:lnTo>
                    <a:pt x="10" y="12"/>
                  </a:lnTo>
                  <a:close/>
                </a:path>
              </a:pathLst>
            </a:custGeom>
            <a:solidFill>
              <a:srgbClr val="1A144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7" name="Rectangle 85"/>
            <p:cNvSpPr>
              <a:spLocks noChangeArrowheads="1"/>
            </p:cNvSpPr>
            <p:nvPr/>
          </p:nvSpPr>
          <p:spPr bwMode="gray">
            <a:xfrm>
              <a:off x="4470401" y="3727450"/>
              <a:ext cx="1631950" cy="15875"/>
            </a:xfrm>
            <a:prstGeom prst="rect">
              <a:avLst/>
            </a:prstGeom>
            <a:solidFill>
              <a:srgbClr val="1A144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8" name="Rectangle 86"/>
            <p:cNvSpPr>
              <a:spLocks noChangeArrowheads="1"/>
            </p:cNvSpPr>
            <p:nvPr/>
          </p:nvSpPr>
          <p:spPr bwMode="gray">
            <a:xfrm>
              <a:off x="6327776" y="3727450"/>
              <a:ext cx="2352675" cy="15875"/>
            </a:xfrm>
            <a:prstGeom prst="rect">
              <a:avLst/>
            </a:prstGeom>
            <a:solidFill>
              <a:srgbClr val="1A144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9" name="Rectangle 87"/>
            <p:cNvSpPr>
              <a:spLocks noChangeArrowheads="1"/>
            </p:cNvSpPr>
            <p:nvPr/>
          </p:nvSpPr>
          <p:spPr bwMode="gray">
            <a:xfrm>
              <a:off x="5410201" y="3886200"/>
              <a:ext cx="44450" cy="231775"/>
            </a:xfrm>
            <a:prstGeom prst="rect">
              <a:avLst/>
            </a:prstGeom>
            <a:solidFill>
              <a:srgbClr val="1A144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0" name="Freeform 88"/>
            <p:cNvSpPr>
              <a:spLocks/>
            </p:cNvSpPr>
            <p:nvPr/>
          </p:nvSpPr>
          <p:spPr bwMode="gray">
            <a:xfrm>
              <a:off x="5580063" y="3886200"/>
              <a:ext cx="171450" cy="231775"/>
            </a:xfrm>
            <a:custGeom>
              <a:avLst/>
              <a:gdLst>
                <a:gd name="T0" fmla="*/ 0 w 108"/>
                <a:gd name="T1" fmla="*/ 0 h 146"/>
                <a:gd name="T2" fmla="*/ 23 w 108"/>
                <a:gd name="T3" fmla="*/ 0 h 146"/>
                <a:gd name="T4" fmla="*/ 85 w 108"/>
                <a:gd name="T5" fmla="*/ 103 h 146"/>
                <a:gd name="T6" fmla="*/ 85 w 108"/>
                <a:gd name="T7" fmla="*/ 103 h 146"/>
                <a:gd name="T8" fmla="*/ 85 w 108"/>
                <a:gd name="T9" fmla="*/ 0 h 146"/>
                <a:gd name="T10" fmla="*/ 108 w 108"/>
                <a:gd name="T11" fmla="*/ 0 h 146"/>
                <a:gd name="T12" fmla="*/ 108 w 108"/>
                <a:gd name="T13" fmla="*/ 146 h 146"/>
                <a:gd name="T14" fmla="*/ 85 w 108"/>
                <a:gd name="T15" fmla="*/ 146 h 146"/>
                <a:gd name="T16" fmla="*/ 26 w 108"/>
                <a:gd name="T17" fmla="*/ 43 h 146"/>
                <a:gd name="T18" fmla="*/ 23 w 108"/>
                <a:gd name="T19" fmla="*/ 43 h 146"/>
                <a:gd name="T20" fmla="*/ 23 w 108"/>
                <a:gd name="T21" fmla="*/ 146 h 146"/>
                <a:gd name="T22" fmla="*/ 0 w 108"/>
                <a:gd name="T23" fmla="*/ 146 h 146"/>
                <a:gd name="T24" fmla="*/ 0 w 108"/>
                <a:gd name="T25" fmla="*/ 0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08" h="146">
                  <a:moveTo>
                    <a:pt x="0" y="0"/>
                  </a:moveTo>
                  <a:lnTo>
                    <a:pt x="23" y="0"/>
                  </a:lnTo>
                  <a:lnTo>
                    <a:pt x="85" y="103"/>
                  </a:lnTo>
                  <a:lnTo>
                    <a:pt x="85" y="103"/>
                  </a:lnTo>
                  <a:lnTo>
                    <a:pt x="85" y="0"/>
                  </a:lnTo>
                  <a:lnTo>
                    <a:pt x="108" y="0"/>
                  </a:lnTo>
                  <a:lnTo>
                    <a:pt x="108" y="146"/>
                  </a:lnTo>
                  <a:lnTo>
                    <a:pt x="85" y="146"/>
                  </a:lnTo>
                  <a:lnTo>
                    <a:pt x="26" y="43"/>
                  </a:lnTo>
                  <a:lnTo>
                    <a:pt x="23" y="43"/>
                  </a:lnTo>
                  <a:lnTo>
                    <a:pt x="23" y="146"/>
                  </a:lnTo>
                  <a:lnTo>
                    <a:pt x="0" y="14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A144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1" name="Freeform 89"/>
            <p:cNvSpPr>
              <a:spLocks/>
            </p:cNvSpPr>
            <p:nvPr/>
          </p:nvSpPr>
          <p:spPr bwMode="gray">
            <a:xfrm>
              <a:off x="5849938" y="3883025"/>
              <a:ext cx="198438" cy="238125"/>
            </a:xfrm>
            <a:custGeom>
              <a:avLst/>
              <a:gdLst>
                <a:gd name="T0" fmla="*/ 10 w 53"/>
                <a:gd name="T1" fmla="*/ 43 h 63"/>
                <a:gd name="T2" fmla="*/ 28 w 53"/>
                <a:gd name="T3" fmla="*/ 53 h 63"/>
                <a:gd name="T4" fmla="*/ 41 w 53"/>
                <a:gd name="T5" fmla="*/ 45 h 63"/>
                <a:gd name="T6" fmla="*/ 28 w 53"/>
                <a:gd name="T7" fmla="*/ 37 h 63"/>
                <a:gd name="T8" fmla="*/ 22 w 53"/>
                <a:gd name="T9" fmla="*/ 35 h 63"/>
                <a:gd name="T10" fmla="*/ 3 w 53"/>
                <a:gd name="T11" fmla="*/ 18 h 63"/>
                <a:gd name="T12" fmla="*/ 27 w 53"/>
                <a:gd name="T13" fmla="*/ 0 h 63"/>
                <a:gd name="T14" fmla="*/ 52 w 53"/>
                <a:gd name="T15" fmla="*/ 12 h 63"/>
                <a:gd name="T16" fmla="*/ 43 w 53"/>
                <a:gd name="T17" fmla="*/ 19 h 63"/>
                <a:gd name="T18" fmla="*/ 27 w 53"/>
                <a:gd name="T19" fmla="*/ 10 h 63"/>
                <a:gd name="T20" fmla="*/ 15 w 53"/>
                <a:gd name="T21" fmla="*/ 17 h 63"/>
                <a:gd name="T22" fmla="*/ 28 w 53"/>
                <a:gd name="T23" fmla="*/ 25 h 63"/>
                <a:gd name="T24" fmla="*/ 35 w 53"/>
                <a:gd name="T25" fmla="*/ 26 h 63"/>
                <a:gd name="T26" fmla="*/ 53 w 53"/>
                <a:gd name="T27" fmla="*/ 43 h 63"/>
                <a:gd name="T28" fmla="*/ 26 w 53"/>
                <a:gd name="T29" fmla="*/ 63 h 63"/>
                <a:gd name="T30" fmla="*/ 0 w 53"/>
                <a:gd name="T31" fmla="*/ 50 h 63"/>
                <a:gd name="T32" fmla="*/ 10 w 53"/>
                <a:gd name="T33" fmla="*/ 43 h 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53" h="63">
                  <a:moveTo>
                    <a:pt x="10" y="43"/>
                  </a:moveTo>
                  <a:cubicBezTo>
                    <a:pt x="14" y="50"/>
                    <a:pt x="21" y="53"/>
                    <a:pt x="28" y="53"/>
                  </a:cubicBezTo>
                  <a:cubicBezTo>
                    <a:pt x="33" y="53"/>
                    <a:pt x="41" y="51"/>
                    <a:pt x="41" y="45"/>
                  </a:cubicBezTo>
                  <a:cubicBezTo>
                    <a:pt x="41" y="40"/>
                    <a:pt x="36" y="39"/>
                    <a:pt x="28" y="37"/>
                  </a:cubicBezTo>
                  <a:cubicBezTo>
                    <a:pt x="22" y="35"/>
                    <a:pt x="22" y="35"/>
                    <a:pt x="22" y="35"/>
                  </a:cubicBezTo>
                  <a:cubicBezTo>
                    <a:pt x="12" y="33"/>
                    <a:pt x="3" y="30"/>
                    <a:pt x="3" y="18"/>
                  </a:cubicBezTo>
                  <a:cubicBezTo>
                    <a:pt x="3" y="6"/>
                    <a:pt x="16" y="0"/>
                    <a:pt x="27" y="0"/>
                  </a:cubicBezTo>
                  <a:cubicBezTo>
                    <a:pt x="37" y="0"/>
                    <a:pt x="46" y="3"/>
                    <a:pt x="52" y="12"/>
                  </a:cubicBezTo>
                  <a:cubicBezTo>
                    <a:pt x="43" y="19"/>
                    <a:pt x="43" y="19"/>
                    <a:pt x="43" y="19"/>
                  </a:cubicBezTo>
                  <a:cubicBezTo>
                    <a:pt x="40" y="13"/>
                    <a:pt x="34" y="10"/>
                    <a:pt x="27" y="10"/>
                  </a:cubicBezTo>
                  <a:cubicBezTo>
                    <a:pt x="20" y="10"/>
                    <a:pt x="15" y="13"/>
                    <a:pt x="15" y="17"/>
                  </a:cubicBezTo>
                  <a:cubicBezTo>
                    <a:pt x="15" y="22"/>
                    <a:pt x="21" y="23"/>
                    <a:pt x="28" y="25"/>
                  </a:cubicBezTo>
                  <a:cubicBezTo>
                    <a:pt x="35" y="26"/>
                    <a:pt x="35" y="26"/>
                    <a:pt x="35" y="26"/>
                  </a:cubicBezTo>
                  <a:cubicBezTo>
                    <a:pt x="44" y="28"/>
                    <a:pt x="53" y="32"/>
                    <a:pt x="53" y="43"/>
                  </a:cubicBezTo>
                  <a:cubicBezTo>
                    <a:pt x="53" y="58"/>
                    <a:pt x="39" y="63"/>
                    <a:pt x="26" y="63"/>
                  </a:cubicBezTo>
                  <a:cubicBezTo>
                    <a:pt x="16" y="63"/>
                    <a:pt x="6" y="59"/>
                    <a:pt x="0" y="50"/>
                  </a:cubicBezTo>
                  <a:lnTo>
                    <a:pt x="10" y="43"/>
                  </a:lnTo>
                  <a:close/>
                </a:path>
              </a:pathLst>
            </a:custGeom>
            <a:solidFill>
              <a:srgbClr val="1A144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2" name="Freeform 90"/>
            <p:cNvSpPr>
              <a:spLocks/>
            </p:cNvSpPr>
            <p:nvPr/>
          </p:nvSpPr>
          <p:spPr bwMode="gray">
            <a:xfrm>
              <a:off x="6157913" y="3886200"/>
              <a:ext cx="184150" cy="234950"/>
            </a:xfrm>
            <a:custGeom>
              <a:avLst/>
              <a:gdLst>
                <a:gd name="T0" fmla="*/ 49 w 49"/>
                <a:gd name="T1" fmla="*/ 42 h 62"/>
                <a:gd name="T2" fmla="*/ 24 w 49"/>
                <a:gd name="T3" fmla="*/ 62 h 62"/>
                <a:gd name="T4" fmla="*/ 0 w 49"/>
                <a:gd name="T5" fmla="*/ 42 h 62"/>
                <a:gd name="T6" fmla="*/ 0 w 49"/>
                <a:gd name="T7" fmla="*/ 0 h 62"/>
                <a:gd name="T8" fmla="*/ 11 w 49"/>
                <a:gd name="T9" fmla="*/ 0 h 62"/>
                <a:gd name="T10" fmla="*/ 11 w 49"/>
                <a:gd name="T11" fmla="*/ 39 h 62"/>
                <a:gd name="T12" fmla="*/ 24 w 49"/>
                <a:gd name="T13" fmla="*/ 51 h 62"/>
                <a:gd name="T14" fmla="*/ 37 w 49"/>
                <a:gd name="T15" fmla="*/ 39 h 62"/>
                <a:gd name="T16" fmla="*/ 37 w 49"/>
                <a:gd name="T17" fmla="*/ 0 h 62"/>
                <a:gd name="T18" fmla="*/ 49 w 49"/>
                <a:gd name="T19" fmla="*/ 0 h 62"/>
                <a:gd name="T20" fmla="*/ 49 w 49"/>
                <a:gd name="T21" fmla="*/ 42 h 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49" h="62">
                  <a:moveTo>
                    <a:pt x="49" y="42"/>
                  </a:moveTo>
                  <a:cubicBezTo>
                    <a:pt x="49" y="54"/>
                    <a:pt x="39" y="62"/>
                    <a:pt x="24" y="62"/>
                  </a:cubicBezTo>
                  <a:cubicBezTo>
                    <a:pt x="10" y="62"/>
                    <a:pt x="0" y="54"/>
                    <a:pt x="0" y="42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1" y="0"/>
                    <a:pt x="11" y="0"/>
                    <a:pt x="11" y="0"/>
                  </a:cubicBezTo>
                  <a:cubicBezTo>
                    <a:pt x="11" y="39"/>
                    <a:pt x="11" y="39"/>
                    <a:pt x="11" y="39"/>
                  </a:cubicBezTo>
                  <a:cubicBezTo>
                    <a:pt x="11" y="46"/>
                    <a:pt x="14" y="51"/>
                    <a:pt x="24" y="51"/>
                  </a:cubicBezTo>
                  <a:cubicBezTo>
                    <a:pt x="34" y="51"/>
                    <a:pt x="37" y="46"/>
                    <a:pt x="37" y="39"/>
                  </a:cubicBezTo>
                  <a:cubicBezTo>
                    <a:pt x="37" y="0"/>
                    <a:pt x="37" y="0"/>
                    <a:pt x="37" y="0"/>
                  </a:cubicBezTo>
                  <a:cubicBezTo>
                    <a:pt x="49" y="0"/>
                    <a:pt x="49" y="0"/>
                    <a:pt x="49" y="0"/>
                  </a:cubicBezTo>
                  <a:lnTo>
                    <a:pt x="49" y="42"/>
                  </a:lnTo>
                  <a:close/>
                </a:path>
              </a:pathLst>
            </a:custGeom>
            <a:solidFill>
              <a:srgbClr val="1A144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3" name="Freeform 91"/>
            <p:cNvSpPr>
              <a:spLocks noEditPoints="1"/>
            </p:cNvSpPr>
            <p:nvPr/>
          </p:nvSpPr>
          <p:spPr bwMode="gray">
            <a:xfrm>
              <a:off x="6462713" y="3886200"/>
              <a:ext cx="176213" cy="231775"/>
            </a:xfrm>
            <a:custGeom>
              <a:avLst/>
              <a:gdLst>
                <a:gd name="T0" fmla="*/ 0 w 47"/>
                <a:gd name="T1" fmla="*/ 0 h 61"/>
                <a:gd name="T2" fmla="*/ 25 w 47"/>
                <a:gd name="T3" fmla="*/ 0 h 61"/>
                <a:gd name="T4" fmla="*/ 46 w 47"/>
                <a:gd name="T5" fmla="*/ 18 h 61"/>
                <a:gd name="T6" fmla="*/ 34 w 47"/>
                <a:gd name="T7" fmla="*/ 36 h 61"/>
                <a:gd name="T8" fmla="*/ 47 w 47"/>
                <a:gd name="T9" fmla="*/ 61 h 61"/>
                <a:gd name="T10" fmla="*/ 34 w 47"/>
                <a:gd name="T11" fmla="*/ 61 h 61"/>
                <a:gd name="T12" fmla="*/ 22 w 47"/>
                <a:gd name="T13" fmla="*/ 38 h 61"/>
                <a:gd name="T14" fmla="*/ 11 w 47"/>
                <a:gd name="T15" fmla="*/ 38 h 61"/>
                <a:gd name="T16" fmla="*/ 11 w 47"/>
                <a:gd name="T17" fmla="*/ 61 h 61"/>
                <a:gd name="T18" fmla="*/ 0 w 47"/>
                <a:gd name="T19" fmla="*/ 61 h 61"/>
                <a:gd name="T20" fmla="*/ 0 w 47"/>
                <a:gd name="T21" fmla="*/ 0 h 61"/>
                <a:gd name="T22" fmla="*/ 11 w 47"/>
                <a:gd name="T23" fmla="*/ 28 h 61"/>
                <a:gd name="T24" fmla="*/ 24 w 47"/>
                <a:gd name="T25" fmla="*/ 28 h 61"/>
                <a:gd name="T26" fmla="*/ 34 w 47"/>
                <a:gd name="T27" fmla="*/ 19 h 61"/>
                <a:gd name="T28" fmla="*/ 22 w 47"/>
                <a:gd name="T29" fmla="*/ 10 h 61"/>
                <a:gd name="T30" fmla="*/ 11 w 47"/>
                <a:gd name="T31" fmla="*/ 10 h 61"/>
                <a:gd name="T32" fmla="*/ 11 w 47"/>
                <a:gd name="T33" fmla="*/ 28 h 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7" h="61">
                  <a:moveTo>
                    <a:pt x="0" y="0"/>
                  </a:moveTo>
                  <a:cubicBezTo>
                    <a:pt x="25" y="0"/>
                    <a:pt x="25" y="0"/>
                    <a:pt x="25" y="0"/>
                  </a:cubicBezTo>
                  <a:cubicBezTo>
                    <a:pt x="38" y="0"/>
                    <a:pt x="46" y="8"/>
                    <a:pt x="46" y="18"/>
                  </a:cubicBezTo>
                  <a:cubicBezTo>
                    <a:pt x="46" y="32"/>
                    <a:pt x="37" y="35"/>
                    <a:pt x="34" y="36"/>
                  </a:cubicBezTo>
                  <a:cubicBezTo>
                    <a:pt x="47" y="61"/>
                    <a:pt x="47" y="61"/>
                    <a:pt x="47" y="61"/>
                  </a:cubicBezTo>
                  <a:cubicBezTo>
                    <a:pt x="34" y="61"/>
                    <a:pt x="34" y="61"/>
                    <a:pt x="34" y="61"/>
                  </a:cubicBezTo>
                  <a:cubicBezTo>
                    <a:pt x="22" y="38"/>
                    <a:pt x="22" y="38"/>
                    <a:pt x="22" y="38"/>
                  </a:cubicBezTo>
                  <a:cubicBezTo>
                    <a:pt x="11" y="38"/>
                    <a:pt x="11" y="38"/>
                    <a:pt x="11" y="38"/>
                  </a:cubicBezTo>
                  <a:cubicBezTo>
                    <a:pt x="11" y="61"/>
                    <a:pt x="11" y="61"/>
                    <a:pt x="11" y="61"/>
                  </a:cubicBezTo>
                  <a:cubicBezTo>
                    <a:pt x="0" y="61"/>
                    <a:pt x="0" y="61"/>
                    <a:pt x="0" y="61"/>
                  </a:cubicBezTo>
                  <a:lnTo>
                    <a:pt x="0" y="0"/>
                  </a:lnTo>
                  <a:close/>
                  <a:moveTo>
                    <a:pt x="11" y="28"/>
                  </a:moveTo>
                  <a:cubicBezTo>
                    <a:pt x="24" y="28"/>
                    <a:pt x="24" y="28"/>
                    <a:pt x="24" y="28"/>
                  </a:cubicBezTo>
                  <a:cubicBezTo>
                    <a:pt x="30" y="28"/>
                    <a:pt x="34" y="25"/>
                    <a:pt x="34" y="19"/>
                  </a:cubicBezTo>
                  <a:cubicBezTo>
                    <a:pt x="34" y="14"/>
                    <a:pt x="30" y="10"/>
                    <a:pt x="22" y="10"/>
                  </a:cubicBezTo>
                  <a:cubicBezTo>
                    <a:pt x="11" y="10"/>
                    <a:pt x="11" y="10"/>
                    <a:pt x="11" y="10"/>
                  </a:cubicBezTo>
                  <a:lnTo>
                    <a:pt x="11" y="28"/>
                  </a:lnTo>
                  <a:close/>
                </a:path>
              </a:pathLst>
            </a:custGeom>
            <a:solidFill>
              <a:srgbClr val="1A144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4" name="Freeform 92"/>
            <p:cNvSpPr>
              <a:spLocks noEditPoints="1"/>
            </p:cNvSpPr>
            <p:nvPr/>
          </p:nvSpPr>
          <p:spPr bwMode="gray">
            <a:xfrm>
              <a:off x="6721476" y="3886200"/>
              <a:ext cx="203200" cy="231775"/>
            </a:xfrm>
            <a:custGeom>
              <a:avLst/>
              <a:gdLst>
                <a:gd name="T0" fmla="*/ 50 w 128"/>
                <a:gd name="T1" fmla="*/ 0 h 146"/>
                <a:gd name="T2" fmla="*/ 81 w 128"/>
                <a:gd name="T3" fmla="*/ 0 h 146"/>
                <a:gd name="T4" fmla="*/ 128 w 128"/>
                <a:gd name="T5" fmla="*/ 146 h 146"/>
                <a:gd name="T6" fmla="*/ 100 w 128"/>
                <a:gd name="T7" fmla="*/ 146 h 146"/>
                <a:gd name="T8" fmla="*/ 93 w 128"/>
                <a:gd name="T9" fmla="*/ 117 h 146"/>
                <a:gd name="T10" fmla="*/ 38 w 128"/>
                <a:gd name="T11" fmla="*/ 117 h 146"/>
                <a:gd name="T12" fmla="*/ 29 w 128"/>
                <a:gd name="T13" fmla="*/ 146 h 146"/>
                <a:gd name="T14" fmla="*/ 0 w 128"/>
                <a:gd name="T15" fmla="*/ 146 h 146"/>
                <a:gd name="T16" fmla="*/ 50 w 128"/>
                <a:gd name="T17" fmla="*/ 0 h 146"/>
                <a:gd name="T18" fmla="*/ 64 w 128"/>
                <a:gd name="T19" fmla="*/ 26 h 146"/>
                <a:gd name="T20" fmla="*/ 64 w 128"/>
                <a:gd name="T21" fmla="*/ 26 h 146"/>
                <a:gd name="T22" fmla="*/ 45 w 128"/>
                <a:gd name="T23" fmla="*/ 93 h 146"/>
                <a:gd name="T24" fmla="*/ 85 w 128"/>
                <a:gd name="T25" fmla="*/ 93 h 146"/>
                <a:gd name="T26" fmla="*/ 64 w 128"/>
                <a:gd name="T27" fmla="*/ 26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28" h="146">
                  <a:moveTo>
                    <a:pt x="50" y="0"/>
                  </a:moveTo>
                  <a:lnTo>
                    <a:pt x="81" y="0"/>
                  </a:lnTo>
                  <a:lnTo>
                    <a:pt x="128" y="146"/>
                  </a:lnTo>
                  <a:lnTo>
                    <a:pt x="100" y="146"/>
                  </a:lnTo>
                  <a:lnTo>
                    <a:pt x="93" y="117"/>
                  </a:lnTo>
                  <a:lnTo>
                    <a:pt x="38" y="117"/>
                  </a:lnTo>
                  <a:lnTo>
                    <a:pt x="29" y="146"/>
                  </a:lnTo>
                  <a:lnTo>
                    <a:pt x="0" y="146"/>
                  </a:lnTo>
                  <a:lnTo>
                    <a:pt x="50" y="0"/>
                  </a:lnTo>
                  <a:close/>
                  <a:moveTo>
                    <a:pt x="64" y="26"/>
                  </a:moveTo>
                  <a:lnTo>
                    <a:pt x="64" y="26"/>
                  </a:lnTo>
                  <a:lnTo>
                    <a:pt x="45" y="93"/>
                  </a:lnTo>
                  <a:lnTo>
                    <a:pt x="85" y="93"/>
                  </a:lnTo>
                  <a:lnTo>
                    <a:pt x="64" y="26"/>
                  </a:lnTo>
                  <a:close/>
                </a:path>
              </a:pathLst>
            </a:custGeom>
            <a:solidFill>
              <a:srgbClr val="1A144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5" name="Freeform 93"/>
            <p:cNvSpPr>
              <a:spLocks/>
            </p:cNvSpPr>
            <p:nvPr/>
          </p:nvSpPr>
          <p:spPr bwMode="gray">
            <a:xfrm>
              <a:off x="7023101" y="3886200"/>
              <a:ext cx="171450" cy="231775"/>
            </a:xfrm>
            <a:custGeom>
              <a:avLst/>
              <a:gdLst>
                <a:gd name="T0" fmla="*/ 0 w 108"/>
                <a:gd name="T1" fmla="*/ 0 h 146"/>
                <a:gd name="T2" fmla="*/ 23 w 108"/>
                <a:gd name="T3" fmla="*/ 0 h 146"/>
                <a:gd name="T4" fmla="*/ 82 w 108"/>
                <a:gd name="T5" fmla="*/ 103 h 146"/>
                <a:gd name="T6" fmla="*/ 85 w 108"/>
                <a:gd name="T7" fmla="*/ 103 h 146"/>
                <a:gd name="T8" fmla="*/ 85 w 108"/>
                <a:gd name="T9" fmla="*/ 0 h 146"/>
                <a:gd name="T10" fmla="*/ 108 w 108"/>
                <a:gd name="T11" fmla="*/ 0 h 146"/>
                <a:gd name="T12" fmla="*/ 108 w 108"/>
                <a:gd name="T13" fmla="*/ 146 h 146"/>
                <a:gd name="T14" fmla="*/ 82 w 108"/>
                <a:gd name="T15" fmla="*/ 146 h 146"/>
                <a:gd name="T16" fmla="*/ 23 w 108"/>
                <a:gd name="T17" fmla="*/ 43 h 146"/>
                <a:gd name="T18" fmla="*/ 23 w 108"/>
                <a:gd name="T19" fmla="*/ 43 h 146"/>
                <a:gd name="T20" fmla="*/ 23 w 108"/>
                <a:gd name="T21" fmla="*/ 146 h 146"/>
                <a:gd name="T22" fmla="*/ 0 w 108"/>
                <a:gd name="T23" fmla="*/ 146 h 146"/>
                <a:gd name="T24" fmla="*/ 0 w 108"/>
                <a:gd name="T25" fmla="*/ 0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08" h="146">
                  <a:moveTo>
                    <a:pt x="0" y="0"/>
                  </a:moveTo>
                  <a:lnTo>
                    <a:pt x="23" y="0"/>
                  </a:lnTo>
                  <a:lnTo>
                    <a:pt x="82" y="103"/>
                  </a:lnTo>
                  <a:lnTo>
                    <a:pt x="85" y="103"/>
                  </a:lnTo>
                  <a:lnTo>
                    <a:pt x="85" y="0"/>
                  </a:lnTo>
                  <a:lnTo>
                    <a:pt x="108" y="0"/>
                  </a:lnTo>
                  <a:lnTo>
                    <a:pt x="108" y="146"/>
                  </a:lnTo>
                  <a:lnTo>
                    <a:pt x="82" y="146"/>
                  </a:lnTo>
                  <a:lnTo>
                    <a:pt x="23" y="43"/>
                  </a:lnTo>
                  <a:lnTo>
                    <a:pt x="23" y="43"/>
                  </a:lnTo>
                  <a:lnTo>
                    <a:pt x="23" y="146"/>
                  </a:lnTo>
                  <a:lnTo>
                    <a:pt x="0" y="14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A144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6" name="Freeform 94"/>
            <p:cNvSpPr>
              <a:spLocks/>
            </p:cNvSpPr>
            <p:nvPr/>
          </p:nvSpPr>
          <p:spPr bwMode="gray">
            <a:xfrm>
              <a:off x="7304088" y="3883025"/>
              <a:ext cx="203200" cy="238125"/>
            </a:xfrm>
            <a:custGeom>
              <a:avLst/>
              <a:gdLst>
                <a:gd name="T0" fmla="*/ 42 w 54"/>
                <a:gd name="T1" fmla="*/ 21 h 63"/>
                <a:gd name="T2" fmla="*/ 29 w 54"/>
                <a:gd name="T3" fmla="*/ 10 h 63"/>
                <a:gd name="T4" fmla="*/ 12 w 54"/>
                <a:gd name="T5" fmla="*/ 31 h 63"/>
                <a:gd name="T6" fmla="*/ 29 w 54"/>
                <a:gd name="T7" fmla="*/ 53 h 63"/>
                <a:gd name="T8" fmla="*/ 43 w 54"/>
                <a:gd name="T9" fmla="*/ 40 h 63"/>
                <a:gd name="T10" fmla="*/ 54 w 54"/>
                <a:gd name="T11" fmla="*/ 45 h 63"/>
                <a:gd name="T12" fmla="*/ 29 w 54"/>
                <a:gd name="T13" fmla="*/ 63 h 63"/>
                <a:gd name="T14" fmla="*/ 0 w 54"/>
                <a:gd name="T15" fmla="*/ 31 h 63"/>
                <a:gd name="T16" fmla="*/ 29 w 54"/>
                <a:gd name="T17" fmla="*/ 0 h 63"/>
                <a:gd name="T18" fmla="*/ 53 w 54"/>
                <a:gd name="T19" fmla="*/ 19 h 63"/>
                <a:gd name="T20" fmla="*/ 42 w 54"/>
                <a:gd name="T21" fmla="*/ 21 h 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4" h="63">
                  <a:moveTo>
                    <a:pt x="42" y="21"/>
                  </a:moveTo>
                  <a:cubicBezTo>
                    <a:pt x="41" y="15"/>
                    <a:pt x="36" y="10"/>
                    <a:pt x="29" y="10"/>
                  </a:cubicBezTo>
                  <a:cubicBezTo>
                    <a:pt x="17" y="10"/>
                    <a:pt x="12" y="21"/>
                    <a:pt x="12" y="31"/>
                  </a:cubicBezTo>
                  <a:cubicBezTo>
                    <a:pt x="12" y="42"/>
                    <a:pt x="17" y="53"/>
                    <a:pt x="29" y="53"/>
                  </a:cubicBezTo>
                  <a:cubicBezTo>
                    <a:pt x="37" y="53"/>
                    <a:pt x="41" y="47"/>
                    <a:pt x="43" y="40"/>
                  </a:cubicBezTo>
                  <a:cubicBezTo>
                    <a:pt x="54" y="45"/>
                    <a:pt x="54" y="45"/>
                    <a:pt x="54" y="45"/>
                  </a:cubicBezTo>
                  <a:cubicBezTo>
                    <a:pt x="49" y="57"/>
                    <a:pt x="41" y="63"/>
                    <a:pt x="29" y="63"/>
                  </a:cubicBezTo>
                  <a:cubicBezTo>
                    <a:pt x="9" y="63"/>
                    <a:pt x="0" y="48"/>
                    <a:pt x="0" y="31"/>
                  </a:cubicBezTo>
                  <a:cubicBezTo>
                    <a:pt x="0" y="14"/>
                    <a:pt x="11" y="0"/>
                    <a:pt x="29" y="0"/>
                  </a:cubicBezTo>
                  <a:cubicBezTo>
                    <a:pt x="41" y="0"/>
                    <a:pt x="50" y="6"/>
                    <a:pt x="53" y="19"/>
                  </a:cubicBezTo>
                  <a:lnTo>
                    <a:pt x="42" y="21"/>
                  </a:lnTo>
                  <a:close/>
                </a:path>
              </a:pathLst>
            </a:custGeom>
            <a:solidFill>
              <a:srgbClr val="1A144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7" name="Freeform 95"/>
            <p:cNvSpPr>
              <a:spLocks/>
            </p:cNvSpPr>
            <p:nvPr/>
          </p:nvSpPr>
          <p:spPr bwMode="gray">
            <a:xfrm>
              <a:off x="7597776" y="3886200"/>
              <a:ext cx="168275" cy="231775"/>
            </a:xfrm>
            <a:custGeom>
              <a:avLst/>
              <a:gdLst>
                <a:gd name="T0" fmla="*/ 0 w 106"/>
                <a:gd name="T1" fmla="*/ 0 h 146"/>
                <a:gd name="T2" fmla="*/ 102 w 106"/>
                <a:gd name="T3" fmla="*/ 0 h 146"/>
                <a:gd name="T4" fmla="*/ 102 w 106"/>
                <a:gd name="T5" fmla="*/ 26 h 146"/>
                <a:gd name="T6" fmla="*/ 28 w 106"/>
                <a:gd name="T7" fmla="*/ 26 h 146"/>
                <a:gd name="T8" fmla="*/ 28 w 106"/>
                <a:gd name="T9" fmla="*/ 57 h 146"/>
                <a:gd name="T10" fmla="*/ 95 w 106"/>
                <a:gd name="T11" fmla="*/ 57 h 146"/>
                <a:gd name="T12" fmla="*/ 95 w 106"/>
                <a:gd name="T13" fmla="*/ 81 h 146"/>
                <a:gd name="T14" fmla="*/ 28 w 106"/>
                <a:gd name="T15" fmla="*/ 81 h 146"/>
                <a:gd name="T16" fmla="*/ 28 w 106"/>
                <a:gd name="T17" fmla="*/ 119 h 146"/>
                <a:gd name="T18" fmla="*/ 106 w 106"/>
                <a:gd name="T19" fmla="*/ 119 h 146"/>
                <a:gd name="T20" fmla="*/ 106 w 106"/>
                <a:gd name="T21" fmla="*/ 146 h 146"/>
                <a:gd name="T22" fmla="*/ 0 w 106"/>
                <a:gd name="T23" fmla="*/ 146 h 146"/>
                <a:gd name="T24" fmla="*/ 0 w 106"/>
                <a:gd name="T25" fmla="*/ 0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06" h="146">
                  <a:moveTo>
                    <a:pt x="0" y="0"/>
                  </a:moveTo>
                  <a:lnTo>
                    <a:pt x="102" y="0"/>
                  </a:lnTo>
                  <a:lnTo>
                    <a:pt x="102" y="26"/>
                  </a:lnTo>
                  <a:lnTo>
                    <a:pt x="28" y="26"/>
                  </a:lnTo>
                  <a:lnTo>
                    <a:pt x="28" y="57"/>
                  </a:lnTo>
                  <a:lnTo>
                    <a:pt x="95" y="57"/>
                  </a:lnTo>
                  <a:lnTo>
                    <a:pt x="95" y="81"/>
                  </a:lnTo>
                  <a:lnTo>
                    <a:pt x="28" y="81"/>
                  </a:lnTo>
                  <a:lnTo>
                    <a:pt x="28" y="119"/>
                  </a:lnTo>
                  <a:lnTo>
                    <a:pt x="106" y="119"/>
                  </a:lnTo>
                  <a:lnTo>
                    <a:pt x="106" y="146"/>
                  </a:lnTo>
                  <a:lnTo>
                    <a:pt x="0" y="14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A144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5AA4334-FF53-8BF3-D297-629B528C3D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US"/>
              <a:t>Confidential &amp; Proprietary – Not for Distribution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DF256BE-59C9-62AD-AC55-679457B3DA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180854822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Custom Layout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BEED98C9-724F-4292-A5D6-76EF41EC66AD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95" imgH="394" progId="TCLayout.ActiveDocument.1">
                  <p:embed/>
                </p:oleObj>
              </mc:Choice>
              <mc:Fallback>
                <p:oleObj name="think-cell Slide" r:id="rId3" imgW="395" imgH="394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BEED98C9-724F-4292-A5D6-76EF41EC66A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0" name="Group 9">
            <a:extLst>
              <a:ext uri="{FF2B5EF4-FFF2-40B4-BE49-F238E27FC236}">
                <a16:creationId xmlns:a16="http://schemas.microsoft.com/office/drawing/2014/main" id="{40BCFB5B-F443-492A-81B4-44112DBA1137}"/>
              </a:ext>
            </a:extLst>
          </p:cNvPr>
          <p:cNvGrpSpPr/>
          <p:nvPr userDrawn="1"/>
        </p:nvGrpSpPr>
        <p:grpSpPr>
          <a:xfrm>
            <a:off x="11595615" y="6272479"/>
            <a:ext cx="461773" cy="469521"/>
            <a:chOff x="11613545" y="6272479"/>
            <a:chExt cx="461773" cy="469521"/>
          </a:xfrm>
        </p:grpSpPr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B2DBEAD0-72C8-48AC-80BA-6CE4AA012732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/>
            <a:stretch>
              <a:fillRect/>
            </a:stretch>
          </p:blipFill>
          <p:spPr>
            <a:xfrm>
              <a:off x="11613545" y="6272479"/>
              <a:ext cx="461773" cy="469521"/>
            </a:xfrm>
            <a:prstGeom prst="rect">
              <a:avLst/>
            </a:prstGeom>
          </p:spPr>
        </p:pic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0937265E-5D9F-4E46-A0DF-54C31985D192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6"/>
            <a:srcRect b="2491"/>
            <a:stretch/>
          </p:blipFill>
          <p:spPr>
            <a:xfrm>
              <a:off x="11718819" y="6325130"/>
              <a:ext cx="277918" cy="363309"/>
            </a:xfrm>
            <a:prstGeom prst="rect">
              <a:avLst/>
            </a:prstGeom>
          </p:spPr>
        </p:pic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DFCCCB16-91F9-4682-BCA6-1268F1CF24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0631" y="2429088"/>
            <a:ext cx="11730789" cy="1124101"/>
          </a:xfrm>
        </p:spPr>
        <p:txBody>
          <a:bodyPr vert="horz">
            <a:normAutofit/>
          </a:bodyPr>
          <a:lstStyle>
            <a:lvl1pPr>
              <a:defRPr sz="5400" b="1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3" name="Subtitle 2">
            <a:extLst>
              <a:ext uri="{FF2B5EF4-FFF2-40B4-BE49-F238E27FC236}">
                <a16:creationId xmlns:a16="http://schemas.microsoft.com/office/drawing/2014/main" id="{FEA173D0-264A-4A50-BB7E-9C0BBE533E8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40631" y="3678819"/>
            <a:ext cx="11036991" cy="397661"/>
          </a:xfrm>
        </p:spPr>
        <p:txBody>
          <a:bodyPr anchor="t">
            <a:noAutofit/>
          </a:bodyPr>
          <a:lstStyle>
            <a:lvl1pPr marL="0" indent="0" algn="l">
              <a:buNone/>
              <a:defRPr sz="2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289505752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954BA5-570B-4BB5-B3E7-33BEEF6B99B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algn="r"/>
            <a:fld id="{8FB4CE90-470A-43E3-A052-3E8AD880B4A5}" type="slidenum">
              <a:rPr lang="en-US" smtClean="0"/>
              <a:pPr algn="r"/>
              <a:t>‹#›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34F9F236-E5F1-497B-9D2D-66F8717F5B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>
              <a:lnSpc>
                <a:spcPct val="90000"/>
              </a:lnSpc>
              <a:spcBef>
                <a:spcPts val="1000"/>
              </a:spcBef>
            </a:pPr>
            <a:r>
              <a:rPr lang="en-US"/>
              <a:t>Confidential &amp; Proprietary – Not for Distribution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B199C20A-51FB-47CF-8539-89D6150A17E1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241300" y="1443037"/>
            <a:ext cx="11734800" cy="470675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53095024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and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954BA5-570B-4BB5-B3E7-33BEEF6B99B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algn="r"/>
            <a:fld id="{8FB4CE90-470A-43E3-A052-3E8AD880B4A5}" type="slidenum">
              <a:rPr lang="en-US" smtClean="0"/>
              <a:pPr algn="r"/>
              <a:t>‹#›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34F9F236-E5F1-497B-9D2D-66F8717F5B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>
              <a:lnSpc>
                <a:spcPct val="90000"/>
              </a:lnSpc>
              <a:spcBef>
                <a:spcPts val="1000"/>
              </a:spcBef>
            </a:pPr>
            <a:r>
              <a:rPr lang="en-US"/>
              <a:t>Confidential &amp; Proprietary – Not for Distribution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B199C20A-51FB-47CF-8539-89D6150A17E1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241300" y="1443037"/>
            <a:ext cx="5639547" cy="470675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E634D4D-039D-4270-8CBC-8D0ACEF7992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337859" y="1460500"/>
            <a:ext cx="5641848" cy="47069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2791668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Content w/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954BA5-570B-4BB5-B3E7-33BEEF6B99B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algn="r"/>
            <a:fld id="{8FB4CE90-470A-43E3-A052-3E8AD880B4A5}" type="slidenum">
              <a:rPr lang="en-US" smtClean="0"/>
              <a:pPr algn="r"/>
              <a:t>‹#›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34F9F236-E5F1-497B-9D2D-66F8717F5B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>
              <a:lnSpc>
                <a:spcPct val="90000"/>
              </a:lnSpc>
              <a:spcBef>
                <a:spcPts val="1000"/>
              </a:spcBef>
            </a:pPr>
            <a:r>
              <a:rPr lang="en-US"/>
              <a:t>Confidential &amp; Proprietary – Not for Distribution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B199C20A-51FB-47CF-8539-89D6150A17E1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241299" y="1443037"/>
            <a:ext cx="7315200" cy="470675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C0AC987B-0659-4BC7-B0F8-0F7209F60BEB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7865585" y="1443037"/>
            <a:ext cx="4114800" cy="4114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>
                <a:solidFill>
                  <a:schemeClr val="accent3"/>
                </a:solidFill>
              </a:defRPr>
            </a:lvl1pPr>
          </a:lstStyle>
          <a:p>
            <a:r>
              <a:rPr lang="en-US"/>
              <a:t>To add a picture, click on the icon in the center of this box.</a:t>
            </a:r>
          </a:p>
        </p:txBody>
      </p:sp>
    </p:spTree>
    <p:extLst>
      <p:ext uri="{BB962C8B-B14F-4D97-AF65-F5344CB8AC3E}">
        <p14:creationId xmlns:p14="http://schemas.microsoft.com/office/powerpoint/2010/main" val="120454366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Logo layou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6" name="Group 45"/>
          <p:cNvGrpSpPr/>
          <p:nvPr userDrawn="1"/>
        </p:nvGrpSpPr>
        <p:grpSpPr bwMode="gray">
          <a:xfrm>
            <a:off x="2631695" y="2432562"/>
            <a:ext cx="6928611" cy="1802376"/>
            <a:chOff x="3387726" y="2736850"/>
            <a:chExt cx="5411788" cy="1384300"/>
          </a:xfrm>
        </p:grpSpPr>
        <p:sp>
          <p:nvSpPr>
            <p:cNvPr id="47" name="Freeform 55"/>
            <p:cNvSpPr>
              <a:spLocks/>
            </p:cNvSpPr>
            <p:nvPr/>
          </p:nvSpPr>
          <p:spPr bwMode="gray">
            <a:xfrm>
              <a:off x="4462463" y="3157538"/>
              <a:ext cx="331788" cy="419100"/>
            </a:xfrm>
            <a:custGeom>
              <a:avLst/>
              <a:gdLst>
                <a:gd name="T0" fmla="*/ 39 w 88"/>
                <a:gd name="T1" fmla="*/ 92 h 111"/>
                <a:gd name="T2" fmla="*/ 56 w 88"/>
                <a:gd name="T3" fmla="*/ 104 h 111"/>
                <a:gd name="T4" fmla="*/ 85 w 88"/>
                <a:gd name="T5" fmla="*/ 82 h 111"/>
                <a:gd name="T6" fmla="*/ 88 w 88"/>
                <a:gd name="T7" fmla="*/ 82 h 111"/>
                <a:gd name="T8" fmla="*/ 85 w 88"/>
                <a:gd name="T9" fmla="*/ 111 h 111"/>
                <a:gd name="T10" fmla="*/ 0 w 88"/>
                <a:gd name="T11" fmla="*/ 111 h 111"/>
                <a:gd name="T12" fmla="*/ 0 w 88"/>
                <a:gd name="T13" fmla="*/ 107 h 111"/>
                <a:gd name="T14" fmla="*/ 14 w 88"/>
                <a:gd name="T15" fmla="*/ 89 h 111"/>
                <a:gd name="T16" fmla="*/ 14 w 88"/>
                <a:gd name="T17" fmla="*/ 18 h 111"/>
                <a:gd name="T18" fmla="*/ 0 w 88"/>
                <a:gd name="T19" fmla="*/ 3 h 111"/>
                <a:gd name="T20" fmla="*/ 0 w 88"/>
                <a:gd name="T21" fmla="*/ 0 h 111"/>
                <a:gd name="T22" fmla="*/ 53 w 88"/>
                <a:gd name="T23" fmla="*/ 0 h 111"/>
                <a:gd name="T24" fmla="*/ 53 w 88"/>
                <a:gd name="T25" fmla="*/ 3 h 111"/>
                <a:gd name="T26" fmla="*/ 39 w 88"/>
                <a:gd name="T27" fmla="*/ 18 h 111"/>
                <a:gd name="T28" fmla="*/ 39 w 88"/>
                <a:gd name="T29" fmla="*/ 92 h 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8" h="111">
                  <a:moveTo>
                    <a:pt x="39" y="92"/>
                  </a:moveTo>
                  <a:cubicBezTo>
                    <a:pt x="39" y="102"/>
                    <a:pt x="43" y="104"/>
                    <a:pt x="56" y="104"/>
                  </a:cubicBezTo>
                  <a:cubicBezTo>
                    <a:pt x="70" y="104"/>
                    <a:pt x="76" y="100"/>
                    <a:pt x="85" y="82"/>
                  </a:cubicBezTo>
                  <a:cubicBezTo>
                    <a:pt x="88" y="82"/>
                    <a:pt x="88" y="82"/>
                    <a:pt x="88" y="82"/>
                  </a:cubicBezTo>
                  <a:cubicBezTo>
                    <a:pt x="85" y="111"/>
                    <a:pt x="85" y="111"/>
                    <a:pt x="85" y="111"/>
                  </a:cubicBezTo>
                  <a:cubicBezTo>
                    <a:pt x="0" y="111"/>
                    <a:pt x="0" y="111"/>
                    <a:pt x="0" y="111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13" y="104"/>
                    <a:pt x="14" y="101"/>
                    <a:pt x="14" y="89"/>
                  </a:cubicBezTo>
                  <a:cubicBezTo>
                    <a:pt x="14" y="18"/>
                    <a:pt x="14" y="18"/>
                    <a:pt x="14" y="18"/>
                  </a:cubicBezTo>
                  <a:cubicBezTo>
                    <a:pt x="14" y="9"/>
                    <a:pt x="12" y="6"/>
                    <a:pt x="0" y="3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53" y="0"/>
                    <a:pt x="53" y="0"/>
                    <a:pt x="53" y="0"/>
                  </a:cubicBezTo>
                  <a:cubicBezTo>
                    <a:pt x="53" y="3"/>
                    <a:pt x="53" y="3"/>
                    <a:pt x="53" y="3"/>
                  </a:cubicBezTo>
                  <a:cubicBezTo>
                    <a:pt x="42" y="6"/>
                    <a:pt x="39" y="8"/>
                    <a:pt x="39" y="18"/>
                  </a:cubicBezTo>
                  <a:lnTo>
                    <a:pt x="39" y="92"/>
                  </a:lnTo>
                  <a:close/>
                </a:path>
              </a:pathLst>
            </a:custGeom>
            <a:solidFill>
              <a:srgbClr val="1A144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8" name="Freeform 56"/>
            <p:cNvSpPr>
              <a:spLocks noEditPoints="1"/>
            </p:cNvSpPr>
            <p:nvPr/>
          </p:nvSpPr>
          <p:spPr bwMode="gray">
            <a:xfrm>
              <a:off x="4800601" y="3125788"/>
              <a:ext cx="173038" cy="450850"/>
            </a:xfrm>
            <a:custGeom>
              <a:avLst/>
              <a:gdLst>
                <a:gd name="T0" fmla="*/ 34 w 46"/>
                <a:gd name="T1" fmla="*/ 103 h 119"/>
                <a:gd name="T2" fmla="*/ 46 w 46"/>
                <a:gd name="T3" fmla="*/ 115 h 119"/>
                <a:gd name="T4" fmla="*/ 46 w 46"/>
                <a:gd name="T5" fmla="*/ 119 h 119"/>
                <a:gd name="T6" fmla="*/ 1 w 46"/>
                <a:gd name="T7" fmla="*/ 119 h 119"/>
                <a:gd name="T8" fmla="*/ 1 w 46"/>
                <a:gd name="T9" fmla="*/ 115 h 119"/>
                <a:gd name="T10" fmla="*/ 13 w 46"/>
                <a:gd name="T11" fmla="*/ 102 h 119"/>
                <a:gd name="T12" fmla="*/ 13 w 46"/>
                <a:gd name="T13" fmla="*/ 64 h 119"/>
                <a:gd name="T14" fmla="*/ 0 w 46"/>
                <a:gd name="T15" fmla="*/ 50 h 119"/>
                <a:gd name="T16" fmla="*/ 0 w 46"/>
                <a:gd name="T17" fmla="*/ 47 h 119"/>
                <a:gd name="T18" fmla="*/ 31 w 46"/>
                <a:gd name="T19" fmla="*/ 44 h 119"/>
                <a:gd name="T20" fmla="*/ 34 w 46"/>
                <a:gd name="T21" fmla="*/ 44 h 119"/>
                <a:gd name="T22" fmla="*/ 34 w 46"/>
                <a:gd name="T23" fmla="*/ 103 h 119"/>
                <a:gd name="T24" fmla="*/ 23 w 46"/>
                <a:gd name="T25" fmla="*/ 0 h 119"/>
                <a:gd name="T26" fmla="*/ 36 w 46"/>
                <a:gd name="T27" fmla="*/ 12 h 119"/>
                <a:gd name="T28" fmla="*/ 23 w 46"/>
                <a:gd name="T29" fmla="*/ 25 h 119"/>
                <a:gd name="T30" fmla="*/ 11 w 46"/>
                <a:gd name="T31" fmla="*/ 12 h 119"/>
                <a:gd name="T32" fmla="*/ 23 w 46"/>
                <a:gd name="T33" fmla="*/ 0 h 1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6" h="119">
                  <a:moveTo>
                    <a:pt x="34" y="103"/>
                  </a:moveTo>
                  <a:cubicBezTo>
                    <a:pt x="34" y="110"/>
                    <a:pt x="38" y="114"/>
                    <a:pt x="46" y="115"/>
                  </a:cubicBezTo>
                  <a:cubicBezTo>
                    <a:pt x="46" y="119"/>
                    <a:pt x="46" y="119"/>
                    <a:pt x="46" y="119"/>
                  </a:cubicBezTo>
                  <a:cubicBezTo>
                    <a:pt x="1" y="119"/>
                    <a:pt x="1" y="119"/>
                    <a:pt x="1" y="119"/>
                  </a:cubicBezTo>
                  <a:cubicBezTo>
                    <a:pt x="1" y="115"/>
                    <a:pt x="1" y="115"/>
                    <a:pt x="1" y="115"/>
                  </a:cubicBezTo>
                  <a:cubicBezTo>
                    <a:pt x="10" y="114"/>
                    <a:pt x="13" y="111"/>
                    <a:pt x="13" y="102"/>
                  </a:cubicBezTo>
                  <a:cubicBezTo>
                    <a:pt x="13" y="64"/>
                    <a:pt x="13" y="64"/>
                    <a:pt x="13" y="64"/>
                  </a:cubicBezTo>
                  <a:cubicBezTo>
                    <a:pt x="13" y="55"/>
                    <a:pt x="10" y="52"/>
                    <a:pt x="0" y="50"/>
                  </a:cubicBezTo>
                  <a:cubicBezTo>
                    <a:pt x="0" y="47"/>
                    <a:pt x="0" y="47"/>
                    <a:pt x="0" y="47"/>
                  </a:cubicBezTo>
                  <a:cubicBezTo>
                    <a:pt x="31" y="44"/>
                    <a:pt x="31" y="44"/>
                    <a:pt x="31" y="44"/>
                  </a:cubicBezTo>
                  <a:cubicBezTo>
                    <a:pt x="34" y="44"/>
                    <a:pt x="34" y="44"/>
                    <a:pt x="34" y="44"/>
                  </a:cubicBezTo>
                  <a:lnTo>
                    <a:pt x="34" y="103"/>
                  </a:lnTo>
                  <a:close/>
                  <a:moveTo>
                    <a:pt x="23" y="0"/>
                  </a:moveTo>
                  <a:cubicBezTo>
                    <a:pt x="30" y="0"/>
                    <a:pt x="36" y="5"/>
                    <a:pt x="36" y="12"/>
                  </a:cubicBezTo>
                  <a:cubicBezTo>
                    <a:pt x="36" y="19"/>
                    <a:pt x="30" y="25"/>
                    <a:pt x="23" y="25"/>
                  </a:cubicBezTo>
                  <a:cubicBezTo>
                    <a:pt x="17" y="25"/>
                    <a:pt x="11" y="19"/>
                    <a:pt x="11" y="12"/>
                  </a:cubicBezTo>
                  <a:cubicBezTo>
                    <a:pt x="11" y="5"/>
                    <a:pt x="17" y="0"/>
                    <a:pt x="23" y="0"/>
                  </a:cubicBezTo>
                </a:path>
              </a:pathLst>
            </a:custGeom>
            <a:solidFill>
              <a:srgbClr val="1A144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9" name="Freeform 57"/>
            <p:cNvSpPr>
              <a:spLocks noEditPoints="1"/>
            </p:cNvSpPr>
            <p:nvPr/>
          </p:nvSpPr>
          <p:spPr bwMode="gray">
            <a:xfrm>
              <a:off x="4984751" y="3125788"/>
              <a:ext cx="354013" cy="458788"/>
            </a:xfrm>
            <a:custGeom>
              <a:avLst/>
              <a:gdLst>
                <a:gd name="T0" fmla="*/ 32 w 94"/>
                <a:gd name="T1" fmla="*/ 62 h 121"/>
                <a:gd name="T2" fmla="*/ 49 w 94"/>
                <a:gd name="T3" fmla="*/ 54 h 121"/>
                <a:gd name="T4" fmla="*/ 70 w 94"/>
                <a:gd name="T5" fmla="*/ 84 h 121"/>
                <a:gd name="T6" fmla="*/ 43 w 94"/>
                <a:gd name="T7" fmla="*/ 116 h 121"/>
                <a:gd name="T8" fmla="*/ 32 w 94"/>
                <a:gd name="T9" fmla="*/ 104 h 121"/>
                <a:gd name="T10" fmla="*/ 32 w 94"/>
                <a:gd name="T11" fmla="*/ 62 h 121"/>
                <a:gd name="T12" fmla="*/ 32 w 94"/>
                <a:gd name="T13" fmla="*/ 0 h 121"/>
                <a:gd name="T14" fmla="*/ 29 w 94"/>
                <a:gd name="T15" fmla="*/ 0 h 121"/>
                <a:gd name="T16" fmla="*/ 0 w 94"/>
                <a:gd name="T17" fmla="*/ 2 h 121"/>
                <a:gd name="T18" fmla="*/ 0 w 94"/>
                <a:gd name="T19" fmla="*/ 5 h 121"/>
                <a:gd name="T20" fmla="*/ 10 w 94"/>
                <a:gd name="T21" fmla="*/ 16 h 121"/>
                <a:gd name="T22" fmla="*/ 10 w 94"/>
                <a:gd name="T23" fmla="*/ 119 h 121"/>
                <a:gd name="T24" fmla="*/ 45 w 94"/>
                <a:gd name="T25" fmla="*/ 121 h 121"/>
                <a:gd name="T26" fmla="*/ 94 w 94"/>
                <a:gd name="T27" fmla="*/ 81 h 121"/>
                <a:gd name="T28" fmla="*/ 59 w 94"/>
                <a:gd name="T29" fmla="*/ 44 h 121"/>
                <a:gd name="T30" fmla="*/ 32 w 94"/>
                <a:gd name="T31" fmla="*/ 57 h 121"/>
                <a:gd name="T32" fmla="*/ 32 w 94"/>
                <a:gd name="T33" fmla="*/ 0 h 1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94" h="121">
                  <a:moveTo>
                    <a:pt x="32" y="62"/>
                  </a:moveTo>
                  <a:cubicBezTo>
                    <a:pt x="39" y="56"/>
                    <a:pt x="43" y="54"/>
                    <a:pt x="49" y="54"/>
                  </a:cubicBezTo>
                  <a:cubicBezTo>
                    <a:pt x="61" y="54"/>
                    <a:pt x="70" y="66"/>
                    <a:pt x="70" y="84"/>
                  </a:cubicBezTo>
                  <a:cubicBezTo>
                    <a:pt x="70" y="107"/>
                    <a:pt x="59" y="116"/>
                    <a:pt x="43" y="116"/>
                  </a:cubicBezTo>
                  <a:cubicBezTo>
                    <a:pt x="35" y="116"/>
                    <a:pt x="32" y="113"/>
                    <a:pt x="32" y="104"/>
                  </a:cubicBezTo>
                  <a:lnTo>
                    <a:pt x="32" y="62"/>
                  </a:lnTo>
                  <a:close/>
                  <a:moveTo>
                    <a:pt x="32" y="0"/>
                  </a:moveTo>
                  <a:cubicBezTo>
                    <a:pt x="29" y="0"/>
                    <a:pt x="29" y="0"/>
                    <a:pt x="29" y="0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0" y="5"/>
                    <a:pt x="0" y="5"/>
                    <a:pt x="0" y="5"/>
                  </a:cubicBezTo>
                  <a:cubicBezTo>
                    <a:pt x="6" y="6"/>
                    <a:pt x="10" y="10"/>
                    <a:pt x="10" y="16"/>
                  </a:cubicBezTo>
                  <a:cubicBezTo>
                    <a:pt x="10" y="119"/>
                    <a:pt x="10" y="119"/>
                    <a:pt x="10" y="119"/>
                  </a:cubicBezTo>
                  <a:cubicBezTo>
                    <a:pt x="21" y="121"/>
                    <a:pt x="32" y="121"/>
                    <a:pt x="45" y="121"/>
                  </a:cubicBezTo>
                  <a:cubicBezTo>
                    <a:pt x="80" y="121"/>
                    <a:pt x="94" y="103"/>
                    <a:pt x="94" y="81"/>
                  </a:cubicBezTo>
                  <a:cubicBezTo>
                    <a:pt x="94" y="60"/>
                    <a:pt x="79" y="44"/>
                    <a:pt x="59" y="44"/>
                  </a:cubicBezTo>
                  <a:cubicBezTo>
                    <a:pt x="49" y="44"/>
                    <a:pt x="40" y="48"/>
                    <a:pt x="32" y="57"/>
                  </a:cubicBezTo>
                  <a:lnTo>
                    <a:pt x="32" y="0"/>
                  </a:lnTo>
                  <a:close/>
                </a:path>
              </a:pathLst>
            </a:custGeom>
            <a:solidFill>
              <a:srgbClr val="1A144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0" name="Freeform 58"/>
            <p:cNvSpPr>
              <a:spLocks noEditPoints="1"/>
            </p:cNvSpPr>
            <p:nvPr/>
          </p:nvSpPr>
          <p:spPr bwMode="gray">
            <a:xfrm>
              <a:off x="5368926" y="3292475"/>
              <a:ext cx="288925" cy="292100"/>
            </a:xfrm>
            <a:custGeom>
              <a:avLst/>
              <a:gdLst>
                <a:gd name="T0" fmla="*/ 23 w 77"/>
                <a:gd name="T1" fmla="*/ 28 h 77"/>
                <a:gd name="T2" fmla="*/ 38 w 77"/>
                <a:gd name="T3" fmla="*/ 5 h 77"/>
                <a:gd name="T4" fmla="*/ 54 w 77"/>
                <a:gd name="T5" fmla="*/ 28 h 77"/>
                <a:gd name="T6" fmla="*/ 23 w 77"/>
                <a:gd name="T7" fmla="*/ 28 h 77"/>
                <a:gd name="T8" fmla="*/ 77 w 77"/>
                <a:gd name="T9" fmla="*/ 33 h 77"/>
                <a:gd name="T10" fmla="*/ 40 w 77"/>
                <a:gd name="T11" fmla="*/ 0 h 77"/>
                <a:gd name="T12" fmla="*/ 0 w 77"/>
                <a:gd name="T13" fmla="*/ 39 h 77"/>
                <a:gd name="T14" fmla="*/ 39 w 77"/>
                <a:gd name="T15" fmla="*/ 77 h 77"/>
                <a:gd name="T16" fmla="*/ 77 w 77"/>
                <a:gd name="T17" fmla="*/ 53 h 77"/>
                <a:gd name="T18" fmla="*/ 74 w 77"/>
                <a:gd name="T19" fmla="*/ 53 h 77"/>
                <a:gd name="T20" fmla="*/ 48 w 77"/>
                <a:gd name="T21" fmla="*/ 68 h 77"/>
                <a:gd name="T22" fmla="*/ 23 w 77"/>
                <a:gd name="T23" fmla="*/ 33 h 77"/>
                <a:gd name="T24" fmla="*/ 77 w 77"/>
                <a:gd name="T25" fmla="*/ 33 h 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7" h="77">
                  <a:moveTo>
                    <a:pt x="23" y="28"/>
                  </a:moveTo>
                  <a:cubicBezTo>
                    <a:pt x="24" y="14"/>
                    <a:pt x="29" y="5"/>
                    <a:pt x="38" y="5"/>
                  </a:cubicBezTo>
                  <a:cubicBezTo>
                    <a:pt x="47" y="5"/>
                    <a:pt x="53" y="15"/>
                    <a:pt x="54" y="28"/>
                  </a:cubicBezTo>
                  <a:lnTo>
                    <a:pt x="23" y="28"/>
                  </a:lnTo>
                  <a:close/>
                  <a:moveTo>
                    <a:pt x="77" y="33"/>
                  </a:moveTo>
                  <a:cubicBezTo>
                    <a:pt x="75" y="13"/>
                    <a:pt x="60" y="0"/>
                    <a:pt x="40" y="0"/>
                  </a:cubicBezTo>
                  <a:cubicBezTo>
                    <a:pt x="17" y="0"/>
                    <a:pt x="0" y="17"/>
                    <a:pt x="0" y="39"/>
                  </a:cubicBezTo>
                  <a:cubicBezTo>
                    <a:pt x="0" y="61"/>
                    <a:pt x="17" y="77"/>
                    <a:pt x="39" y="77"/>
                  </a:cubicBezTo>
                  <a:cubicBezTo>
                    <a:pt x="56" y="77"/>
                    <a:pt x="71" y="68"/>
                    <a:pt x="77" y="53"/>
                  </a:cubicBezTo>
                  <a:cubicBezTo>
                    <a:pt x="74" y="53"/>
                    <a:pt x="74" y="53"/>
                    <a:pt x="74" y="53"/>
                  </a:cubicBezTo>
                  <a:cubicBezTo>
                    <a:pt x="67" y="63"/>
                    <a:pt x="59" y="68"/>
                    <a:pt x="48" y="68"/>
                  </a:cubicBezTo>
                  <a:cubicBezTo>
                    <a:pt x="35" y="68"/>
                    <a:pt x="22" y="56"/>
                    <a:pt x="23" y="33"/>
                  </a:cubicBezTo>
                  <a:lnTo>
                    <a:pt x="77" y="33"/>
                  </a:lnTo>
                  <a:close/>
                </a:path>
              </a:pathLst>
            </a:custGeom>
            <a:solidFill>
              <a:srgbClr val="1A144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1" name="Freeform 59"/>
            <p:cNvSpPr>
              <a:spLocks/>
            </p:cNvSpPr>
            <p:nvPr/>
          </p:nvSpPr>
          <p:spPr bwMode="gray">
            <a:xfrm>
              <a:off x="5665788" y="3292475"/>
              <a:ext cx="269875" cy="284163"/>
            </a:xfrm>
            <a:custGeom>
              <a:avLst/>
              <a:gdLst>
                <a:gd name="T0" fmla="*/ 67 w 72"/>
                <a:gd name="T1" fmla="*/ 28 h 75"/>
                <a:gd name="T2" fmla="*/ 51 w 72"/>
                <a:gd name="T3" fmla="*/ 19 h 75"/>
                <a:gd name="T4" fmla="*/ 35 w 72"/>
                <a:gd name="T5" fmla="*/ 29 h 75"/>
                <a:gd name="T6" fmla="*/ 35 w 72"/>
                <a:gd name="T7" fmla="*/ 58 h 75"/>
                <a:gd name="T8" fmla="*/ 47 w 72"/>
                <a:gd name="T9" fmla="*/ 71 h 75"/>
                <a:gd name="T10" fmla="*/ 47 w 72"/>
                <a:gd name="T11" fmla="*/ 75 h 75"/>
                <a:gd name="T12" fmla="*/ 2 w 72"/>
                <a:gd name="T13" fmla="*/ 75 h 75"/>
                <a:gd name="T14" fmla="*/ 2 w 72"/>
                <a:gd name="T15" fmla="*/ 71 h 75"/>
                <a:gd name="T16" fmla="*/ 14 w 72"/>
                <a:gd name="T17" fmla="*/ 58 h 75"/>
                <a:gd name="T18" fmla="*/ 14 w 72"/>
                <a:gd name="T19" fmla="*/ 20 h 75"/>
                <a:gd name="T20" fmla="*/ 0 w 72"/>
                <a:gd name="T21" fmla="*/ 6 h 75"/>
                <a:gd name="T22" fmla="*/ 0 w 72"/>
                <a:gd name="T23" fmla="*/ 3 h 75"/>
                <a:gd name="T24" fmla="*/ 32 w 72"/>
                <a:gd name="T25" fmla="*/ 0 h 75"/>
                <a:gd name="T26" fmla="*/ 35 w 72"/>
                <a:gd name="T27" fmla="*/ 0 h 75"/>
                <a:gd name="T28" fmla="*/ 35 w 72"/>
                <a:gd name="T29" fmla="*/ 23 h 75"/>
                <a:gd name="T30" fmla="*/ 35 w 72"/>
                <a:gd name="T31" fmla="*/ 23 h 75"/>
                <a:gd name="T32" fmla="*/ 59 w 72"/>
                <a:gd name="T33" fmla="*/ 0 h 75"/>
                <a:gd name="T34" fmla="*/ 72 w 72"/>
                <a:gd name="T35" fmla="*/ 6 h 75"/>
                <a:gd name="T36" fmla="*/ 67 w 72"/>
                <a:gd name="T37" fmla="*/ 28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2" h="75">
                  <a:moveTo>
                    <a:pt x="67" y="28"/>
                  </a:moveTo>
                  <a:cubicBezTo>
                    <a:pt x="61" y="22"/>
                    <a:pt x="56" y="19"/>
                    <a:pt x="51" y="19"/>
                  </a:cubicBezTo>
                  <a:cubicBezTo>
                    <a:pt x="44" y="19"/>
                    <a:pt x="40" y="21"/>
                    <a:pt x="35" y="29"/>
                  </a:cubicBezTo>
                  <a:cubicBezTo>
                    <a:pt x="35" y="58"/>
                    <a:pt x="35" y="58"/>
                    <a:pt x="35" y="58"/>
                  </a:cubicBezTo>
                  <a:cubicBezTo>
                    <a:pt x="35" y="67"/>
                    <a:pt x="37" y="69"/>
                    <a:pt x="47" y="71"/>
                  </a:cubicBezTo>
                  <a:cubicBezTo>
                    <a:pt x="47" y="75"/>
                    <a:pt x="47" y="75"/>
                    <a:pt x="47" y="75"/>
                  </a:cubicBezTo>
                  <a:cubicBezTo>
                    <a:pt x="2" y="75"/>
                    <a:pt x="2" y="75"/>
                    <a:pt x="2" y="75"/>
                  </a:cubicBezTo>
                  <a:cubicBezTo>
                    <a:pt x="2" y="71"/>
                    <a:pt x="2" y="71"/>
                    <a:pt x="2" y="71"/>
                  </a:cubicBezTo>
                  <a:cubicBezTo>
                    <a:pt x="11" y="69"/>
                    <a:pt x="14" y="66"/>
                    <a:pt x="14" y="58"/>
                  </a:cubicBezTo>
                  <a:cubicBezTo>
                    <a:pt x="14" y="20"/>
                    <a:pt x="14" y="20"/>
                    <a:pt x="14" y="20"/>
                  </a:cubicBezTo>
                  <a:cubicBezTo>
                    <a:pt x="14" y="11"/>
                    <a:pt x="10" y="7"/>
                    <a:pt x="0" y="6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32" y="0"/>
                    <a:pt x="32" y="0"/>
                    <a:pt x="32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35" y="23"/>
                    <a:pt x="35" y="23"/>
                    <a:pt x="35" y="23"/>
                  </a:cubicBezTo>
                  <a:cubicBezTo>
                    <a:pt x="35" y="23"/>
                    <a:pt x="35" y="23"/>
                    <a:pt x="35" y="23"/>
                  </a:cubicBezTo>
                  <a:cubicBezTo>
                    <a:pt x="42" y="7"/>
                    <a:pt x="50" y="0"/>
                    <a:pt x="59" y="0"/>
                  </a:cubicBezTo>
                  <a:cubicBezTo>
                    <a:pt x="64" y="0"/>
                    <a:pt x="68" y="2"/>
                    <a:pt x="72" y="6"/>
                  </a:cubicBezTo>
                  <a:lnTo>
                    <a:pt x="67" y="28"/>
                  </a:lnTo>
                  <a:close/>
                </a:path>
              </a:pathLst>
            </a:custGeom>
            <a:solidFill>
              <a:srgbClr val="1A144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2" name="Freeform 60"/>
            <p:cNvSpPr>
              <a:spLocks/>
            </p:cNvSpPr>
            <p:nvPr/>
          </p:nvSpPr>
          <p:spPr bwMode="gray">
            <a:xfrm>
              <a:off x="5943601" y="3198813"/>
              <a:ext cx="541338" cy="588963"/>
            </a:xfrm>
            <a:custGeom>
              <a:avLst/>
              <a:gdLst>
                <a:gd name="T0" fmla="*/ 114 w 144"/>
                <a:gd name="T1" fmla="*/ 28 h 156"/>
                <a:gd name="T2" fmla="*/ 114 w 144"/>
                <a:gd name="T3" fmla="*/ 31 h 156"/>
                <a:gd name="T4" fmla="*/ 119 w 144"/>
                <a:gd name="T5" fmla="*/ 54 h 156"/>
                <a:gd name="T6" fmla="*/ 109 w 144"/>
                <a:gd name="T7" fmla="*/ 77 h 156"/>
                <a:gd name="T8" fmla="*/ 94 w 144"/>
                <a:gd name="T9" fmla="*/ 46 h 156"/>
                <a:gd name="T10" fmla="*/ 97 w 144"/>
                <a:gd name="T11" fmla="*/ 31 h 156"/>
                <a:gd name="T12" fmla="*/ 97 w 144"/>
                <a:gd name="T13" fmla="*/ 28 h 156"/>
                <a:gd name="T14" fmla="*/ 56 w 144"/>
                <a:gd name="T15" fmla="*/ 28 h 156"/>
                <a:gd name="T16" fmla="*/ 55 w 144"/>
                <a:gd name="T17" fmla="*/ 28 h 156"/>
                <a:gd name="T18" fmla="*/ 34 w 144"/>
                <a:gd name="T19" fmla="*/ 28 h 156"/>
                <a:gd name="T20" fmla="*/ 34 w 144"/>
                <a:gd name="T21" fmla="*/ 0 h 156"/>
                <a:gd name="T22" fmla="*/ 30 w 144"/>
                <a:gd name="T23" fmla="*/ 0 h 156"/>
                <a:gd name="T24" fmla="*/ 0 w 144"/>
                <a:gd name="T25" fmla="*/ 30 h 156"/>
                <a:gd name="T26" fmla="*/ 0 w 144"/>
                <a:gd name="T27" fmla="*/ 34 h 156"/>
                <a:gd name="T28" fmla="*/ 13 w 144"/>
                <a:gd name="T29" fmla="*/ 34 h 156"/>
                <a:gd name="T30" fmla="*/ 13 w 144"/>
                <a:gd name="T31" fmla="*/ 80 h 156"/>
                <a:gd name="T32" fmla="*/ 37 w 144"/>
                <a:gd name="T33" fmla="*/ 102 h 156"/>
                <a:gd name="T34" fmla="*/ 60 w 144"/>
                <a:gd name="T35" fmla="*/ 90 h 156"/>
                <a:gd name="T36" fmla="*/ 58 w 144"/>
                <a:gd name="T37" fmla="*/ 88 h 156"/>
                <a:gd name="T38" fmla="*/ 47 w 144"/>
                <a:gd name="T39" fmla="*/ 93 h 156"/>
                <a:gd name="T40" fmla="*/ 34 w 144"/>
                <a:gd name="T41" fmla="*/ 75 h 156"/>
                <a:gd name="T42" fmla="*/ 34 w 144"/>
                <a:gd name="T43" fmla="*/ 34 h 156"/>
                <a:gd name="T44" fmla="*/ 53 w 144"/>
                <a:gd name="T45" fmla="*/ 34 h 156"/>
                <a:gd name="T46" fmla="*/ 71 w 144"/>
                <a:gd name="T47" fmla="*/ 47 h 156"/>
                <a:gd name="T48" fmla="*/ 97 w 144"/>
                <a:gd name="T49" fmla="*/ 102 h 156"/>
                <a:gd name="T50" fmla="*/ 68 w 144"/>
                <a:gd name="T51" fmla="*/ 136 h 156"/>
                <a:gd name="T52" fmla="*/ 58 w 144"/>
                <a:gd name="T53" fmla="*/ 134 h 156"/>
                <a:gd name="T54" fmla="*/ 54 w 144"/>
                <a:gd name="T55" fmla="*/ 155 h 156"/>
                <a:gd name="T56" fmla="*/ 60 w 144"/>
                <a:gd name="T57" fmla="*/ 156 h 156"/>
                <a:gd name="T58" fmla="*/ 90 w 144"/>
                <a:gd name="T59" fmla="*/ 132 h 156"/>
                <a:gd name="T60" fmla="*/ 127 w 144"/>
                <a:gd name="T61" fmla="*/ 50 h 156"/>
                <a:gd name="T62" fmla="*/ 144 w 144"/>
                <a:gd name="T63" fmla="*/ 31 h 156"/>
                <a:gd name="T64" fmla="*/ 144 w 144"/>
                <a:gd name="T65" fmla="*/ 28 h 156"/>
                <a:gd name="T66" fmla="*/ 114 w 144"/>
                <a:gd name="T67" fmla="*/ 28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144" h="156">
                  <a:moveTo>
                    <a:pt x="114" y="28"/>
                  </a:moveTo>
                  <a:cubicBezTo>
                    <a:pt x="114" y="31"/>
                    <a:pt x="114" y="31"/>
                    <a:pt x="114" y="31"/>
                  </a:cubicBezTo>
                  <a:cubicBezTo>
                    <a:pt x="123" y="33"/>
                    <a:pt x="125" y="39"/>
                    <a:pt x="119" y="54"/>
                  </a:cubicBezTo>
                  <a:cubicBezTo>
                    <a:pt x="109" y="77"/>
                    <a:pt x="109" y="77"/>
                    <a:pt x="109" y="77"/>
                  </a:cubicBezTo>
                  <a:cubicBezTo>
                    <a:pt x="94" y="46"/>
                    <a:pt x="94" y="46"/>
                    <a:pt x="94" y="46"/>
                  </a:cubicBezTo>
                  <a:cubicBezTo>
                    <a:pt x="89" y="37"/>
                    <a:pt x="89" y="32"/>
                    <a:pt x="97" y="31"/>
                  </a:cubicBezTo>
                  <a:cubicBezTo>
                    <a:pt x="97" y="28"/>
                    <a:pt x="97" y="28"/>
                    <a:pt x="97" y="28"/>
                  </a:cubicBezTo>
                  <a:cubicBezTo>
                    <a:pt x="56" y="28"/>
                    <a:pt x="56" y="28"/>
                    <a:pt x="56" y="28"/>
                  </a:cubicBezTo>
                  <a:cubicBezTo>
                    <a:pt x="55" y="28"/>
                    <a:pt x="55" y="28"/>
                    <a:pt x="55" y="28"/>
                  </a:cubicBezTo>
                  <a:cubicBezTo>
                    <a:pt x="34" y="28"/>
                    <a:pt x="34" y="28"/>
                    <a:pt x="34" y="28"/>
                  </a:cubicBezTo>
                  <a:cubicBezTo>
                    <a:pt x="34" y="0"/>
                    <a:pt x="34" y="0"/>
                    <a:pt x="34" y="0"/>
                  </a:cubicBezTo>
                  <a:cubicBezTo>
                    <a:pt x="30" y="0"/>
                    <a:pt x="30" y="0"/>
                    <a:pt x="30" y="0"/>
                  </a:cubicBezTo>
                  <a:cubicBezTo>
                    <a:pt x="20" y="13"/>
                    <a:pt x="9" y="25"/>
                    <a:pt x="0" y="30"/>
                  </a:cubicBezTo>
                  <a:cubicBezTo>
                    <a:pt x="0" y="34"/>
                    <a:pt x="0" y="34"/>
                    <a:pt x="0" y="34"/>
                  </a:cubicBezTo>
                  <a:cubicBezTo>
                    <a:pt x="13" y="34"/>
                    <a:pt x="13" y="34"/>
                    <a:pt x="13" y="34"/>
                  </a:cubicBezTo>
                  <a:cubicBezTo>
                    <a:pt x="13" y="80"/>
                    <a:pt x="13" y="80"/>
                    <a:pt x="13" y="80"/>
                  </a:cubicBezTo>
                  <a:cubicBezTo>
                    <a:pt x="13" y="96"/>
                    <a:pt x="23" y="102"/>
                    <a:pt x="37" y="102"/>
                  </a:cubicBezTo>
                  <a:cubicBezTo>
                    <a:pt x="48" y="102"/>
                    <a:pt x="55" y="99"/>
                    <a:pt x="60" y="90"/>
                  </a:cubicBezTo>
                  <a:cubicBezTo>
                    <a:pt x="58" y="88"/>
                    <a:pt x="58" y="88"/>
                    <a:pt x="58" y="88"/>
                  </a:cubicBezTo>
                  <a:cubicBezTo>
                    <a:pt x="54" y="92"/>
                    <a:pt x="51" y="93"/>
                    <a:pt x="47" y="93"/>
                  </a:cubicBezTo>
                  <a:cubicBezTo>
                    <a:pt x="37" y="93"/>
                    <a:pt x="34" y="87"/>
                    <a:pt x="34" y="75"/>
                  </a:cubicBezTo>
                  <a:cubicBezTo>
                    <a:pt x="34" y="34"/>
                    <a:pt x="34" y="34"/>
                    <a:pt x="34" y="34"/>
                  </a:cubicBezTo>
                  <a:cubicBezTo>
                    <a:pt x="53" y="34"/>
                    <a:pt x="53" y="34"/>
                    <a:pt x="53" y="34"/>
                  </a:cubicBezTo>
                  <a:cubicBezTo>
                    <a:pt x="64" y="34"/>
                    <a:pt x="67" y="38"/>
                    <a:pt x="71" y="47"/>
                  </a:cubicBezTo>
                  <a:cubicBezTo>
                    <a:pt x="97" y="102"/>
                    <a:pt x="97" y="102"/>
                    <a:pt x="97" y="102"/>
                  </a:cubicBezTo>
                  <a:cubicBezTo>
                    <a:pt x="89" y="126"/>
                    <a:pt x="81" y="136"/>
                    <a:pt x="68" y="136"/>
                  </a:cubicBezTo>
                  <a:cubicBezTo>
                    <a:pt x="65" y="136"/>
                    <a:pt x="63" y="135"/>
                    <a:pt x="58" y="134"/>
                  </a:cubicBezTo>
                  <a:cubicBezTo>
                    <a:pt x="54" y="155"/>
                    <a:pt x="54" y="155"/>
                    <a:pt x="54" y="155"/>
                  </a:cubicBezTo>
                  <a:cubicBezTo>
                    <a:pt x="56" y="156"/>
                    <a:pt x="58" y="156"/>
                    <a:pt x="60" y="156"/>
                  </a:cubicBezTo>
                  <a:cubicBezTo>
                    <a:pt x="75" y="156"/>
                    <a:pt x="83" y="150"/>
                    <a:pt x="90" y="132"/>
                  </a:cubicBezTo>
                  <a:cubicBezTo>
                    <a:pt x="127" y="50"/>
                    <a:pt x="127" y="50"/>
                    <a:pt x="127" y="50"/>
                  </a:cubicBezTo>
                  <a:cubicBezTo>
                    <a:pt x="132" y="36"/>
                    <a:pt x="135" y="34"/>
                    <a:pt x="144" y="31"/>
                  </a:cubicBezTo>
                  <a:cubicBezTo>
                    <a:pt x="144" y="28"/>
                    <a:pt x="144" y="28"/>
                    <a:pt x="144" y="28"/>
                  </a:cubicBezTo>
                  <a:lnTo>
                    <a:pt x="114" y="28"/>
                  </a:lnTo>
                  <a:close/>
                </a:path>
              </a:pathLst>
            </a:custGeom>
            <a:solidFill>
              <a:srgbClr val="1A144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3" name="Freeform 61"/>
            <p:cNvSpPr>
              <a:spLocks/>
            </p:cNvSpPr>
            <p:nvPr/>
          </p:nvSpPr>
          <p:spPr bwMode="gray">
            <a:xfrm>
              <a:off x="6594476" y="3157538"/>
              <a:ext cx="619125" cy="419100"/>
            </a:xfrm>
            <a:custGeom>
              <a:avLst/>
              <a:gdLst>
                <a:gd name="T0" fmla="*/ 148 w 165"/>
                <a:gd name="T1" fmla="*/ 91 h 111"/>
                <a:gd name="T2" fmla="*/ 165 w 165"/>
                <a:gd name="T3" fmla="*/ 108 h 111"/>
                <a:gd name="T4" fmla="*/ 165 w 165"/>
                <a:gd name="T5" fmla="*/ 111 h 111"/>
                <a:gd name="T6" fmla="*/ 110 w 165"/>
                <a:gd name="T7" fmla="*/ 111 h 111"/>
                <a:gd name="T8" fmla="*/ 110 w 165"/>
                <a:gd name="T9" fmla="*/ 108 h 111"/>
                <a:gd name="T10" fmla="*/ 122 w 165"/>
                <a:gd name="T11" fmla="*/ 84 h 111"/>
                <a:gd name="T12" fmla="*/ 113 w 165"/>
                <a:gd name="T13" fmla="*/ 20 h 111"/>
                <a:gd name="T14" fmla="*/ 113 w 165"/>
                <a:gd name="T15" fmla="*/ 20 h 111"/>
                <a:gd name="T16" fmla="*/ 77 w 165"/>
                <a:gd name="T17" fmla="*/ 111 h 111"/>
                <a:gd name="T18" fmla="*/ 73 w 165"/>
                <a:gd name="T19" fmla="*/ 111 h 111"/>
                <a:gd name="T20" fmla="*/ 37 w 165"/>
                <a:gd name="T21" fmla="*/ 20 h 111"/>
                <a:gd name="T22" fmla="*/ 37 w 165"/>
                <a:gd name="T23" fmla="*/ 20 h 111"/>
                <a:gd name="T24" fmla="*/ 27 w 165"/>
                <a:gd name="T25" fmla="*/ 85 h 111"/>
                <a:gd name="T26" fmla="*/ 40 w 165"/>
                <a:gd name="T27" fmla="*/ 108 h 111"/>
                <a:gd name="T28" fmla="*/ 40 w 165"/>
                <a:gd name="T29" fmla="*/ 111 h 111"/>
                <a:gd name="T30" fmla="*/ 0 w 165"/>
                <a:gd name="T31" fmla="*/ 111 h 111"/>
                <a:gd name="T32" fmla="*/ 0 w 165"/>
                <a:gd name="T33" fmla="*/ 108 h 111"/>
                <a:gd name="T34" fmla="*/ 20 w 165"/>
                <a:gd name="T35" fmla="*/ 84 h 111"/>
                <a:gd name="T36" fmla="*/ 31 w 165"/>
                <a:gd name="T37" fmla="*/ 11 h 111"/>
                <a:gd name="T38" fmla="*/ 15 w 165"/>
                <a:gd name="T39" fmla="*/ 3 h 111"/>
                <a:gd name="T40" fmla="*/ 15 w 165"/>
                <a:gd name="T41" fmla="*/ 0 h 111"/>
                <a:gd name="T42" fmla="*/ 55 w 165"/>
                <a:gd name="T43" fmla="*/ 0 h 111"/>
                <a:gd name="T44" fmla="*/ 84 w 165"/>
                <a:gd name="T45" fmla="*/ 74 h 111"/>
                <a:gd name="T46" fmla="*/ 113 w 165"/>
                <a:gd name="T47" fmla="*/ 0 h 111"/>
                <a:gd name="T48" fmla="*/ 151 w 165"/>
                <a:gd name="T49" fmla="*/ 0 h 111"/>
                <a:gd name="T50" fmla="*/ 151 w 165"/>
                <a:gd name="T51" fmla="*/ 3 h 111"/>
                <a:gd name="T52" fmla="*/ 138 w 165"/>
                <a:gd name="T53" fmla="*/ 22 h 111"/>
                <a:gd name="T54" fmla="*/ 148 w 165"/>
                <a:gd name="T55" fmla="*/ 91 h 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165" h="111">
                  <a:moveTo>
                    <a:pt x="148" y="91"/>
                  </a:moveTo>
                  <a:cubicBezTo>
                    <a:pt x="150" y="100"/>
                    <a:pt x="154" y="106"/>
                    <a:pt x="165" y="108"/>
                  </a:cubicBezTo>
                  <a:cubicBezTo>
                    <a:pt x="165" y="111"/>
                    <a:pt x="165" y="111"/>
                    <a:pt x="165" y="111"/>
                  </a:cubicBezTo>
                  <a:cubicBezTo>
                    <a:pt x="110" y="111"/>
                    <a:pt x="110" y="111"/>
                    <a:pt x="110" y="111"/>
                  </a:cubicBezTo>
                  <a:cubicBezTo>
                    <a:pt x="110" y="108"/>
                    <a:pt x="110" y="108"/>
                    <a:pt x="110" y="108"/>
                  </a:cubicBezTo>
                  <a:cubicBezTo>
                    <a:pt x="122" y="105"/>
                    <a:pt x="124" y="98"/>
                    <a:pt x="122" y="84"/>
                  </a:cubicBezTo>
                  <a:cubicBezTo>
                    <a:pt x="113" y="20"/>
                    <a:pt x="113" y="20"/>
                    <a:pt x="113" y="20"/>
                  </a:cubicBezTo>
                  <a:cubicBezTo>
                    <a:pt x="113" y="20"/>
                    <a:pt x="113" y="20"/>
                    <a:pt x="113" y="20"/>
                  </a:cubicBezTo>
                  <a:cubicBezTo>
                    <a:pt x="77" y="111"/>
                    <a:pt x="77" y="111"/>
                    <a:pt x="77" y="111"/>
                  </a:cubicBezTo>
                  <a:cubicBezTo>
                    <a:pt x="73" y="111"/>
                    <a:pt x="73" y="111"/>
                    <a:pt x="73" y="111"/>
                  </a:cubicBezTo>
                  <a:cubicBezTo>
                    <a:pt x="37" y="20"/>
                    <a:pt x="37" y="20"/>
                    <a:pt x="37" y="20"/>
                  </a:cubicBezTo>
                  <a:cubicBezTo>
                    <a:pt x="37" y="20"/>
                    <a:pt x="37" y="20"/>
                    <a:pt x="37" y="20"/>
                  </a:cubicBezTo>
                  <a:cubicBezTo>
                    <a:pt x="27" y="85"/>
                    <a:pt x="27" y="85"/>
                    <a:pt x="27" y="85"/>
                  </a:cubicBezTo>
                  <a:cubicBezTo>
                    <a:pt x="25" y="98"/>
                    <a:pt x="28" y="107"/>
                    <a:pt x="40" y="108"/>
                  </a:cubicBezTo>
                  <a:cubicBezTo>
                    <a:pt x="40" y="111"/>
                    <a:pt x="40" y="111"/>
                    <a:pt x="40" y="111"/>
                  </a:cubicBezTo>
                  <a:cubicBezTo>
                    <a:pt x="0" y="111"/>
                    <a:pt x="0" y="111"/>
                    <a:pt x="0" y="111"/>
                  </a:cubicBezTo>
                  <a:cubicBezTo>
                    <a:pt x="0" y="108"/>
                    <a:pt x="0" y="108"/>
                    <a:pt x="0" y="108"/>
                  </a:cubicBezTo>
                  <a:cubicBezTo>
                    <a:pt x="12" y="108"/>
                    <a:pt x="17" y="101"/>
                    <a:pt x="20" y="84"/>
                  </a:cubicBezTo>
                  <a:cubicBezTo>
                    <a:pt x="31" y="11"/>
                    <a:pt x="31" y="11"/>
                    <a:pt x="31" y="11"/>
                  </a:cubicBezTo>
                  <a:cubicBezTo>
                    <a:pt x="26" y="7"/>
                    <a:pt x="20" y="4"/>
                    <a:pt x="15" y="3"/>
                  </a:cubicBezTo>
                  <a:cubicBezTo>
                    <a:pt x="15" y="0"/>
                    <a:pt x="15" y="0"/>
                    <a:pt x="15" y="0"/>
                  </a:cubicBezTo>
                  <a:cubicBezTo>
                    <a:pt x="55" y="0"/>
                    <a:pt x="55" y="0"/>
                    <a:pt x="55" y="0"/>
                  </a:cubicBezTo>
                  <a:cubicBezTo>
                    <a:pt x="84" y="74"/>
                    <a:pt x="84" y="74"/>
                    <a:pt x="84" y="74"/>
                  </a:cubicBezTo>
                  <a:cubicBezTo>
                    <a:pt x="113" y="0"/>
                    <a:pt x="113" y="0"/>
                    <a:pt x="113" y="0"/>
                  </a:cubicBezTo>
                  <a:cubicBezTo>
                    <a:pt x="151" y="0"/>
                    <a:pt x="151" y="0"/>
                    <a:pt x="151" y="0"/>
                  </a:cubicBezTo>
                  <a:cubicBezTo>
                    <a:pt x="151" y="3"/>
                    <a:pt x="151" y="3"/>
                    <a:pt x="151" y="3"/>
                  </a:cubicBezTo>
                  <a:cubicBezTo>
                    <a:pt x="139" y="6"/>
                    <a:pt x="137" y="11"/>
                    <a:pt x="138" y="22"/>
                  </a:cubicBezTo>
                  <a:lnTo>
                    <a:pt x="148" y="91"/>
                  </a:lnTo>
                  <a:close/>
                </a:path>
              </a:pathLst>
            </a:custGeom>
            <a:solidFill>
              <a:srgbClr val="1A144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4" name="Freeform 62"/>
            <p:cNvSpPr>
              <a:spLocks/>
            </p:cNvSpPr>
            <p:nvPr/>
          </p:nvSpPr>
          <p:spPr bwMode="gray">
            <a:xfrm>
              <a:off x="7207251" y="3297238"/>
              <a:ext cx="360363" cy="290513"/>
            </a:xfrm>
            <a:custGeom>
              <a:avLst/>
              <a:gdLst>
                <a:gd name="T0" fmla="*/ 11 w 96"/>
                <a:gd name="T1" fmla="*/ 18 h 77"/>
                <a:gd name="T2" fmla="*/ 0 w 96"/>
                <a:gd name="T3" fmla="*/ 6 h 77"/>
                <a:gd name="T4" fmla="*/ 0 w 96"/>
                <a:gd name="T5" fmla="*/ 3 h 77"/>
                <a:gd name="T6" fmla="*/ 29 w 96"/>
                <a:gd name="T7" fmla="*/ 0 h 77"/>
                <a:gd name="T8" fmla="*/ 32 w 96"/>
                <a:gd name="T9" fmla="*/ 0 h 77"/>
                <a:gd name="T10" fmla="*/ 32 w 96"/>
                <a:gd name="T11" fmla="*/ 53 h 77"/>
                <a:gd name="T12" fmla="*/ 46 w 96"/>
                <a:gd name="T13" fmla="*/ 65 h 77"/>
                <a:gd name="T14" fmla="*/ 63 w 96"/>
                <a:gd name="T15" fmla="*/ 52 h 77"/>
                <a:gd name="T16" fmla="*/ 63 w 96"/>
                <a:gd name="T17" fmla="*/ 17 h 77"/>
                <a:gd name="T18" fmla="*/ 52 w 96"/>
                <a:gd name="T19" fmla="*/ 6 h 77"/>
                <a:gd name="T20" fmla="*/ 52 w 96"/>
                <a:gd name="T21" fmla="*/ 3 h 77"/>
                <a:gd name="T22" fmla="*/ 82 w 96"/>
                <a:gd name="T23" fmla="*/ 0 h 77"/>
                <a:gd name="T24" fmla="*/ 85 w 96"/>
                <a:gd name="T25" fmla="*/ 0 h 77"/>
                <a:gd name="T26" fmla="*/ 85 w 96"/>
                <a:gd name="T27" fmla="*/ 57 h 77"/>
                <a:gd name="T28" fmla="*/ 96 w 96"/>
                <a:gd name="T29" fmla="*/ 71 h 77"/>
                <a:gd name="T30" fmla="*/ 96 w 96"/>
                <a:gd name="T31" fmla="*/ 74 h 77"/>
                <a:gd name="T32" fmla="*/ 63 w 96"/>
                <a:gd name="T33" fmla="*/ 77 h 77"/>
                <a:gd name="T34" fmla="*/ 63 w 96"/>
                <a:gd name="T35" fmla="*/ 60 h 77"/>
                <a:gd name="T36" fmla="*/ 63 w 96"/>
                <a:gd name="T37" fmla="*/ 60 h 77"/>
                <a:gd name="T38" fmla="*/ 35 w 96"/>
                <a:gd name="T39" fmla="*/ 77 h 77"/>
                <a:gd name="T40" fmla="*/ 11 w 96"/>
                <a:gd name="T41" fmla="*/ 55 h 77"/>
                <a:gd name="T42" fmla="*/ 11 w 96"/>
                <a:gd name="T43" fmla="*/ 18 h 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96" h="77">
                  <a:moveTo>
                    <a:pt x="11" y="18"/>
                  </a:moveTo>
                  <a:cubicBezTo>
                    <a:pt x="11" y="10"/>
                    <a:pt x="8" y="7"/>
                    <a:pt x="0" y="6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29" y="0"/>
                    <a:pt x="29" y="0"/>
                    <a:pt x="29" y="0"/>
                  </a:cubicBezTo>
                  <a:cubicBezTo>
                    <a:pt x="32" y="0"/>
                    <a:pt x="32" y="0"/>
                    <a:pt x="32" y="0"/>
                  </a:cubicBezTo>
                  <a:cubicBezTo>
                    <a:pt x="32" y="53"/>
                    <a:pt x="32" y="53"/>
                    <a:pt x="32" y="53"/>
                  </a:cubicBezTo>
                  <a:cubicBezTo>
                    <a:pt x="32" y="61"/>
                    <a:pt x="38" y="65"/>
                    <a:pt x="46" y="65"/>
                  </a:cubicBezTo>
                  <a:cubicBezTo>
                    <a:pt x="53" y="65"/>
                    <a:pt x="57" y="62"/>
                    <a:pt x="63" y="52"/>
                  </a:cubicBezTo>
                  <a:cubicBezTo>
                    <a:pt x="63" y="17"/>
                    <a:pt x="63" y="17"/>
                    <a:pt x="63" y="17"/>
                  </a:cubicBezTo>
                  <a:cubicBezTo>
                    <a:pt x="63" y="11"/>
                    <a:pt x="60" y="7"/>
                    <a:pt x="52" y="6"/>
                  </a:cubicBezTo>
                  <a:cubicBezTo>
                    <a:pt x="52" y="3"/>
                    <a:pt x="52" y="3"/>
                    <a:pt x="52" y="3"/>
                  </a:cubicBezTo>
                  <a:cubicBezTo>
                    <a:pt x="82" y="0"/>
                    <a:pt x="82" y="0"/>
                    <a:pt x="82" y="0"/>
                  </a:cubicBezTo>
                  <a:cubicBezTo>
                    <a:pt x="85" y="0"/>
                    <a:pt x="85" y="0"/>
                    <a:pt x="85" y="0"/>
                  </a:cubicBezTo>
                  <a:cubicBezTo>
                    <a:pt x="85" y="57"/>
                    <a:pt x="85" y="57"/>
                    <a:pt x="85" y="57"/>
                  </a:cubicBezTo>
                  <a:cubicBezTo>
                    <a:pt x="85" y="66"/>
                    <a:pt x="87" y="69"/>
                    <a:pt x="96" y="71"/>
                  </a:cubicBezTo>
                  <a:cubicBezTo>
                    <a:pt x="96" y="74"/>
                    <a:pt x="96" y="74"/>
                    <a:pt x="96" y="74"/>
                  </a:cubicBezTo>
                  <a:cubicBezTo>
                    <a:pt x="63" y="77"/>
                    <a:pt x="63" y="77"/>
                    <a:pt x="63" y="77"/>
                  </a:cubicBezTo>
                  <a:cubicBezTo>
                    <a:pt x="63" y="60"/>
                    <a:pt x="63" y="60"/>
                    <a:pt x="63" y="60"/>
                  </a:cubicBezTo>
                  <a:cubicBezTo>
                    <a:pt x="63" y="60"/>
                    <a:pt x="63" y="60"/>
                    <a:pt x="63" y="60"/>
                  </a:cubicBezTo>
                  <a:cubicBezTo>
                    <a:pt x="55" y="72"/>
                    <a:pt x="46" y="77"/>
                    <a:pt x="35" y="77"/>
                  </a:cubicBezTo>
                  <a:cubicBezTo>
                    <a:pt x="20" y="77"/>
                    <a:pt x="11" y="69"/>
                    <a:pt x="11" y="55"/>
                  </a:cubicBezTo>
                  <a:lnTo>
                    <a:pt x="11" y="18"/>
                  </a:lnTo>
                  <a:close/>
                </a:path>
              </a:pathLst>
            </a:custGeom>
            <a:solidFill>
              <a:srgbClr val="1A144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5" name="Freeform 63"/>
            <p:cNvSpPr>
              <a:spLocks/>
            </p:cNvSpPr>
            <p:nvPr/>
          </p:nvSpPr>
          <p:spPr bwMode="gray">
            <a:xfrm>
              <a:off x="7581901" y="3201988"/>
              <a:ext cx="225425" cy="385763"/>
            </a:xfrm>
            <a:custGeom>
              <a:avLst/>
              <a:gdLst>
                <a:gd name="T0" fmla="*/ 13 w 60"/>
                <a:gd name="T1" fmla="*/ 33 h 102"/>
                <a:gd name="T2" fmla="*/ 0 w 60"/>
                <a:gd name="T3" fmla="*/ 33 h 102"/>
                <a:gd name="T4" fmla="*/ 0 w 60"/>
                <a:gd name="T5" fmla="*/ 30 h 102"/>
                <a:gd name="T6" fmla="*/ 31 w 60"/>
                <a:gd name="T7" fmla="*/ 0 h 102"/>
                <a:gd name="T8" fmla="*/ 34 w 60"/>
                <a:gd name="T9" fmla="*/ 0 h 102"/>
                <a:gd name="T10" fmla="*/ 34 w 60"/>
                <a:gd name="T11" fmla="*/ 28 h 102"/>
                <a:gd name="T12" fmla="*/ 58 w 60"/>
                <a:gd name="T13" fmla="*/ 28 h 102"/>
                <a:gd name="T14" fmla="*/ 58 w 60"/>
                <a:gd name="T15" fmla="*/ 33 h 102"/>
                <a:gd name="T16" fmla="*/ 34 w 60"/>
                <a:gd name="T17" fmla="*/ 33 h 102"/>
                <a:gd name="T18" fmla="*/ 34 w 60"/>
                <a:gd name="T19" fmla="*/ 75 h 102"/>
                <a:gd name="T20" fmla="*/ 47 w 60"/>
                <a:gd name="T21" fmla="*/ 93 h 102"/>
                <a:gd name="T22" fmla="*/ 58 w 60"/>
                <a:gd name="T23" fmla="*/ 87 h 102"/>
                <a:gd name="T24" fmla="*/ 60 w 60"/>
                <a:gd name="T25" fmla="*/ 89 h 102"/>
                <a:gd name="T26" fmla="*/ 37 w 60"/>
                <a:gd name="T27" fmla="*/ 102 h 102"/>
                <a:gd name="T28" fmla="*/ 13 w 60"/>
                <a:gd name="T29" fmla="*/ 79 h 102"/>
                <a:gd name="T30" fmla="*/ 13 w 60"/>
                <a:gd name="T31" fmla="*/ 33 h 1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60" h="102">
                  <a:moveTo>
                    <a:pt x="13" y="33"/>
                  </a:moveTo>
                  <a:cubicBezTo>
                    <a:pt x="0" y="33"/>
                    <a:pt x="0" y="33"/>
                    <a:pt x="0" y="33"/>
                  </a:cubicBezTo>
                  <a:cubicBezTo>
                    <a:pt x="0" y="30"/>
                    <a:pt x="0" y="30"/>
                    <a:pt x="0" y="30"/>
                  </a:cubicBezTo>
                  <a:cubicBezTo>
                    <a:pt x="9" y="24"/>
                    <a:pt x="21" y="13"/>
                    <a:pt x="31" y="0"/>
                  </a:cubicBezTo>
                  <a:cubicBezTo>
                    <a:pt x="34" y="0"/>
                    <a:pt x="34" y="0"/>
                    <a:pt x="34" y="0"/>
                  </a:cubicBezTo>
                  <a:cubicBezTo>
                    <a:pt x="34" y="28"/>
                    <a:pt x="34" y="28"/>
                    <a:pt x="34" y="28"/>
                  </a:cubicBezTo>
                  <a:cubicBezTo>
                    <a:pt x="58" y="28"/>
                    <a:pt x="58" y="28"/>
                    <a:pt x="58" y="28"/>
                  </a:cubicBezTo>
                  <a:cubicBezTo>
                    <a:pt x="58" y="33"/>
                    <a:pt x="58" y="33"/>
                    <a:pt x="58" y="33"/>
                  </a:cubicBezTo>
                  <a:cubicBezTo>
                    <a:pt x="34" y="33"/>
                    <a:pt x="34" y="33"/>
                    <a:pt x="34" y="33"/>
                  </a:cubicBezTo>
                  <a:cubicBezTo>
                    <a:pt x="34" y="75"/>
                    <a:pt x="34" y="75"/>
                    <a:pt x="34" y="75"/>
                  </a:cubicBezTo>
                  <a:cubicBezTo>
                    <a:pt x="34" y="86"/>
                    <a:pt x="37" y="93"/>
                    <a:pt x="47" y="93"/>
                  </a:cubicBezTo>
                  <a:cubicBezTo>
                    <a:pt x="51" y="93"/>
                    <a:pt x="54" y="91"/>
                    <a:pt x="58" y="87"/>
                  </a:cubicBezTo>
                  <a:cubicBezTo>
                    <a:pt x="60" y="89"/>
                    <a:pt x="60" y="89"/>
                    <a:pt x="60" y="89"/>
                  </a:cubicBezTo>
                  <a:cubicBezTo>
                    <a:pt x="55" y="98"/>
                    <a:pt x="48" y="102"/>
                    <a:pt x="37" y="102"/>
                  </a:cubicBezTo>
                  <a:cubicBezTo>
                    <a:pt x="24" y="102"/>
                    <a:pt x="13" y="96"/>
                    <a:pt x="13" y="79"/>
                  </a:cubicBezTo>
                  <a:lnTo>
                    <a:pt x="13" y="33"/>
                  </a:lnTo>
                  <a:close/>
                </a:path>
              </a:pathLst>
            </a:custGeom>
            <a:solidFill>
              <a:srgbClr val="1A144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6" name="Freeform 64"/>
            <p:cNvSpPr>
              <a:spLocks/>
            </p:cNvSpPr>
            <p:nvPr/>
          </p:nvSpPr>
          <p:spPr bwMode="gray">
            <a:xfrm>
              <a:off x="7807326" y="3297238"/>
              <a:ext cx="365125" cy="290513"/>
            </a:xfrm>
            <a:custGeom>
              <a:avLst/>
              <a:gdLst>
                <a:gd name="T0" fmla="*/ 12 w 97"/>
                <a:gd name="T1" fmla="*/ 18 h 77"/>
                <a:gd name="T2" fmla="*/ 0 w 97"/>
                <a:gd name="T3" fmla="*/ 6 h 77"/>
                <a:gd name="T4" fmla="*/ 0 w 97"/>
                <a:gd name="T5" fmla="*/ 3 h 77"/>
                <a:gd name="T6" fmla="*/ 30 w 97"/>
                <a:gd name="T7" fmla="*/ 0 h 77"/>
                <a:gd name="T8" fmla="*/ 33 w 97"/>
                <a:gd name="T9" fmla="*/ 0 h 77"/>
                <a:gd name="T10" fmla="*/ 33 w 97"/>
                <a:gd name="T11" fmla="*/ 53 h 77"/>
                <a:gd name="T12" fmla="*/ 46 w 97"/>
                <a:gd name="T13" fmla="*/ 65 h 77"/>
                <a:gd name="T14" fmla="*/ 64 w 97"/>
                <a:gd name="T15" fmla="*/ 52 h 77"/>
                <a:gd name="T16" fmla="*/ 64 w 97"/>
                <a:gd name="T17" fmla="*/ 17 h 77"/>
                <a:gd name="T18" fmla="*/ 53 w 97"/>
                <a:gd name="T19" fmla="*/ 6 h 77"/>
                <a:gd name="T20" fmla="*/ 53 w 97"/>
                <a:gd name="T21" fmla="*/ 3 h 77"/>
                <a:gd name="T22" fmla="*/ 82 w 97"/>
                <a:gd name="T23" fmla="*/ 0 h 77"/>
                <a:gd name="T24" fmla="*/ 86 w 97"/>
                <a:gd name="T25" fmla="*/ 0 h 77"/>
                <a:gd name="T26" fmla="*/ 86 w 97"/>
                <a:gd name="T27" fmla="*/ 57 h 77"/>
                <a:gd name="T28" fmla="*/ 97 w 97"/>
                <a:gd name="T29" fmla="*/ 71 h 77"/>
                <a:gd name="T30" fmla="*/ 97 w 97"/>
                <a:gd name="T31" fmla="*/ 74 h 77"/>
                <a:gd name="T32" fmla="*/ 64 w 97"/>
                <a:gd name="T33" fmla="*/ 77 h 77"/>
                <a:gd name="T34" fmla="*/ 64 w 97"/>
                <a:gd name="T35" fmla="*/ 60 h 77"/>
                <a:gd name="T36" fmla="*/ 64 w 97"/>
                <a:gd name="T37" fmla="*/ 60 h 77"/>
                <a:gd name="T38" fmla="*/ 35 w 97"/>
                <a:gd name="T39" fmla="*/ 77 h 77"/>
                <a:gd name="T40" fmla="*/ 12 w 97"/>
                <a:gd name="T41" fmla="*/ 55 h 77"/>
                <a:gd name="T42" fmla="*/ 12 w 97"/>
                <a:gd name="T43" fmla="*/ 18 h 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97" h="77">
                  <a:moveTo>
                    <a:pt x="12" y="18"/>
                  </a:moveTo>
                  <a:cubicBezTo>
                    <a:pt x="12" y="10"/>
                    <a:pt x="9" y="7"/>
                    <a:pt x="0" y="6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30" y="0"/>
                    <a:pt x="30" y="0"/>
                    <a:pt x="30" y="0"/>
                  </a:cubicBezTo>
                  <a:cubicBezTo>
                    <a:pt x="33" y="0"/>
                    <a:pt x="33" y="0"/>
                    <a:pt x="33" y="0"/>
                  </a:cubicBezTo>
                  <a:cubicBezTo>
                    <a:pt x="33" y="53"/>
                    <a:pt x="33" y="53"/>
                    <a:pt x="33" y="53"/>
                  </a:cubicBezTo>
                  <a:cubicBezTo>
                    <a:pt x="33" y="61"/>
                    <a:pt x="39" y="65"/>
                    <a:pt x="46" y="65"/>
                  </a:cubicBezTo>
                  <a:cubicBezTo>
                    <a:pt x="54" y="65"/>
                    <a:pt x="58" y="62"/>
                    <a:pt x="64" y="52"/>
                  </a:cubicBezTo>
                  <a:cubicBezTo>
                    <a:pt x="64" y="17"/>
                    <a:pt x="64" y="17"/>
                    <a:pt x="64" y="17"/>
                  </a:cubicBezTo>
                  <a:cubicBezTo>
                    <a:pt x="64" y="11"/>
                    <a:pt x="60" y="7"/>
                    <a:pt x="53" y="6"/>
                  </a:cubicBezTo>
                  <a:cubicBezTo>
                    <a:pt x="53" y="3"/>
                    <a:pt x="53" y="3"/>
                    <a:pt x="53" y="3"/>
                  </a:cubicBezTo>
                  <a:cubicBezTo>
                    <a:pt x="82" y="0"/>
                    <a:pt x="82" y="0"/>
                    <a:pt x="82" y="0"/>
                  </a:cubicBezTo>
                  <a:cubicBezTo>
                    <a:pt x="86" y="0"/>
                    <a:pt x="86" y="0"/>
                    <a:pt x="86" y="0"/>
                  </a:cubicBezTo>
                  <a:cubicBezTo>
                    <a:pt x="86" y="57"/>
                    <a:pt x="86" y="57"/>
                    <a:pt x="86" y="57"/>
                  </a:cubicBezTo>
                  <a:cubicBezTo>
                    <a:pt x="86" y="66"/>
                    <a:pt x="88" y="69"/>
                    <a:pt x="97" y="71"/>
                  </a:cubicBezTo>
                  <a:cubicBezTo>
                    <a:pt x="97" y="74"/>
                    <a:pt x="97" y="74"/>
                    <a:pt x="97" y="74"/>
                  </a:cubicBezTo>
                  <a:cubicBezTo>
                    <a:pt x="64" y="77"/>
                    <a:pt x="64" y="77"/>
                    <a:pt x="64" y="77"/>
                  </a:cubicBezTo>
                  <a:cubicBezTo>
                    <a:pt x="64" y="60"/>
                    <a:pt x="64" y="60"/>
                    <a:pt x="64" y="60"/>
                  </a:cubicBezTo>
                  <a:cubicBezTo>
                    <a:pt x="64" y="60"/>
                    <a:pt x="64" y="60"/>
                    <a:pt x="64" y="60"/>
                  </a:cubicBezTo>
                  <a:cubicBezTo>
                    <a:pt x="56" y="72"/>
                    <a:pt x="47" y="77"/>
                    <a:pt x="35" y="77"/>
                  </a:cubicBezTo>
                  <a:cubicBezTo>
                    <a:pt x="21" y="77"/>
                    <a:pt x="12" y="69"/>
                    <a:pt x="12" y="55"/>
                  </a:cubicBezTo>
                  <a:lnTo>
                    <a:pt x="12" y="18"/>
                  </a:lnTo>
                  <a:close/>
                </a:path>
              </a:pathLst>
            </a:custGeom>
            <a:solidFill>
              <a:srgbClr val="1A144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7" name="Freeform 65"/>
            <p:cNvSpPr>
              <a:spLocks noEditPoints="1"/>
            </p:cNvSpPr>
            <p:nvPr/>
          </p:nvSpPr>
          <p:spPr bwMode="gray">
            <a:xfrm>
              <a:off x="8183563" y="3297238"/>
              <a:ext cx="304800" cy="290513"/>
            </a:xfrm>
            <a:custGeom>
              <a:avLst/>
              <a:gdLst>
                <a:gd name="T0" fmla="*/ 46 w 81"/>
                <a:gd name="T1" fmla="*/ 62 h 77"/>
                <a:gd name="T2" fmla="*/ 33 w 81"/>
                <a:gd name="T3" fmla="*/ 69 h 77"/>
                <a:gd name="T4" fmla="*/ 23 w 81"/>
                <a:gd name="T5" fmla="*/ 56 h 77"/>
                <a:gd name="T6" fmla="*/ 46 w 81"/>
                <a:gd name="T7" fmla="*/ 35 h 77"/>
                <a:gd name="T8" fmla="*/ 46 w 81"/>
                <a:gd name="T9" fmla="*/ 62 h 77"/>
                <a:gd name="T10" fmla="*/ 68 w 81"/>
                <a:gd name="T11" fmla="*/ 27 h 77"/>
                <a:gd name="T12" fmla="*/ 36 w 81"/>
                <a:gd name="T13" fmla="*/ 0 h 77"/>
                <a:gd name="T14" fmla="*/ 4 w 81"/>
                <a:gd name="T15" fmla="*/ 24 h 77"/>
                <a:gd name="T16" fmla="*/ 7 w 81"/>
                <a:gd name="T17" fmla="*/ 24 h 77"/>
                <a:gd name="T18" fmla="*/ 28 w 81"/>
                <a:gd name="T19" fmla="*/ 12 h 77"/>
                <a:gd name="T20" fmla="*/ 46 w 81"/>
                <a:gd name="T21" fmla="*/ 31 h 77"/>
                <a:gd name="T22" fmla="*/ 0 w 81"/>
                <a:gd name="T23" fmla="*/ 58 h 77"/>
                <a:gd name="T24" fmla="*/ 22 w 81"/>
                <a:gd name="T25" fmla="*/ 77 h 77"/>
                <a:gd name="T26" fmla="*/ 44 w 81"/>
                <a:gd name="T27" fmla="*/ 69 h 77"/>
                <a:gd name="T28" fmla="*/ 46 w 81"/>
                <a:gd name="T29" fmla="*/ 67 h 77"/>
                <a:gd name="T30" fmla="*/ 63 w 81"/>
                <a:gd name="T31" fmla="*/ 77 h 77"/>
                <a:gd name="T32" fmla="*/ 81 w 81"/>
                <a:gd name="T33" fmla="*/ 63 h 77"/>
                <a:gd name="T34" fmla="*/ 78 w 81"/>
                <a:gd name="T35" fmla="*/ 63 h 77"/>
                <a:gd name="T36" fmla="*/ 72 w 81"/>
                <a:gd name="T37" fmla="*/ 70 h 77"/>
                <a:gd name="T38" fmla="*/ 68 w 81"/>
                <a:gd name="T39" fmla="*/ 60 h 77"/>
                <a:gd name="T40" fmla="*/ 68 w 81"/>
                <a:gd name="T41" fmla="*/ 27 h 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81" h="77">
                  <a:moveTo>
                    <a:pt x="46" y="62"/>
                  </a:moveTo>
                  <a:cubicBezTo>
                    <a:pt x="41" y="67"/>
                    <a:pt x="37" y="69"/>
                    <a:pt x="33" y="69"/>
                  </a:cubicBezTo>
                  <a:cubicBezTo>
                    <a:pt x="27" y="69"/>
                    <a:pt x="23" y="64"/>
                    <a:pt x="23" y="56"/>
                  </a:cubicBezTo>
                  <a:cubicBezTo>
                    <a:pt x="23" y="47"/>
                    <a:pt x="28" y="42"/>
                    <a:pt x="46" y="35"/>
                  </a:cubicBezTo>
                  <a:lnTo>
                    <a:pt x="46" y="62"/>
                  </a:lnTo>
                  <a:close/>
                  <a:moveTo>
                    <a:pt x="68" y="27"/>
                  </a:moveTo>
                  <a:cubicBezTo>
                    <a:pt x="68" y="7"/>
                    <a:pt x="52" y="0"/>
                    <a:pt x="36" y="0"/>
                  </a:cubicBezTo>
                  <a:cubicBezTo>
                    <a:pt x="19" y="0"/>
                    <a:pt x="8" y="9"/>
                    <a:pt x="4" y="24"/>
                  </a:cubicBezTo>
                  <a:cubicBezTo>
                    <a:pt x="7" y="24"/>
                    <a:pt x="7" y="24"/>
                    <a:pt x="7" y="24"/>
                  </a:cubicBezTo>
                  <a:cubicBezTo>
                    <a:pt x="12" y="16"/>
                    <a:pt x="19" y="12"/>
                    <a:pt x="28" y="12"/>
                  </a:cubicBezTo>
                  <a:cubicBezTo>
                    <a:pt x="41" y="12"/>
                    <a:pt x="46" y="18"/>
                    <a:pt x="46" y="31"/>
                  </a:cubicBezTo>
                  <a:cubicBezTo>
                    <a:pt x="29" y="37"/>
                    <a:pt x="0" y="39"/>
                    <a:pt x="0" y="58"/>
                  </a:cubicBezTo>
                  <a:cubicBezTo>
                    <a:pt x="0" y="69"/>
                    <a:pt x="10" y="77"/>
                    <a:pt x="22" y="77"/>
                  </a:cubicBezTo>
                  <a:cubicBezTo>
                    <a:pt x="31" y="77"/>
                    <a:pt x="37" y="75"/>
                    <a:pt x="44" y="69"/>
                  </a:cubicBezTo>
                  <a:cubicBezTo>
                    <a:pt x="46" y="67"/>
                    <a:pt x="46" y="67"/>
                    <a:pt x="46" y="67"/>
                  </a:cubicBezTo>
                  <a:cubicBezTo>
                    <a:pt x="50" y="74"/>
                    <a:pt x="55" y="77"/>
                    <a:pt x="63" y="77"/>
                  </a:cubicBezTo>
                  <a:cubicBezTo>
                    <a:pt x="74" y="77"/>
                    <a:pt x="80" y="72"/>
                    <a:pt x="81" y="63"/>
                  </a:cubicBezTo>
                  <a:cubicBezTo>
                    <a:pt x="78" y="63"/>
                    <a:pt x="78" y="63"/>
                    <a:pt x="78" y="63"/>
                  </a:cubicBezTo>
                  <a:cubicBezTo>
                    <a:pt x="77" y="68"/>
                    <a:pt x="75" y="70"/>
                    <a:pt x="72" y="70"/>
                  </a:cubicBezTo>
                  <a:cubicBezTo>
                    <a:pt x="69" y="70"/>
                    <a:pt x="68" y="67"/>
                    <a:pt x="68" y="60"/>
                  </a:cubicBezTo>
                  <a:lnTo>
                    <a:pt x="68" y="27"/>
                  </a:lnTo>
                  <a:close/>
                </a:path>
              </a:pathLst>
            </a:custGeom>
            <a:solidFill>
              <a:srgbClr val="1A144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8" name="Freeform 66"/>
            <p:cNvSpPr>
              <a:spLocks/>
            </p:cNvSpPr>
            <p:nvPr/>
          </p:nvSpPr>
          <p:spPr bwMode="gray">
            <a:xfrm>
              <a:off x="8491538" y="3125788"/>
              <a:ext cx="180975" cy="450850"/>
            </a:xfrm>
            <a:custGeom>
              <a:avLst/>
              <a:gdLst>
                <a:gd name="T0" fmla="*/ 14 w 48"/>
                <a:gd name="T1" fmla="*/ 20 h 119"/>
                <a:gd name="T2" fmla="*/ 0 w 48"/>
                <a:gd name="T3" fmla="*/ 6 h 119"/>
                <a:gd name="T4" fmla="*/ 0 w 48"/>
                <a:gd name="T5" fmla="*/ 3 h 119"/>
                <a:gd name="T6" fmla="*/ 32 w 48"/>
                <a:gd name="T7" fmla="*/ 0 h 119"/>
                <a:gd name="T8" fmla="*/ 35 w 48"/>
                <a:gd name="T9" fmla="*/ 0 h 119"/>
                <a:gd name="T10" fmla="*/ 35 w 48"/>
                <a:gd name="T11" fmla="*/ 102 h 119"/>
                <a:gd name="T12" fmla="*/ 48 w 48"/>
                <a:gd name="T13" fmla="*/ 116 h 119"/>
                <a:gd name="T14" fmla="*/ 48 w 48"/>
                <a:gd name="T15" fmla="*/ 119 h 119"/>
                <a:gd name="T16" fmla="*/ 0 w 48"/>
                <a:gd name="T17" fmla="*/ 119 h 119"/>
                <a:gd name="T18" fmla="*/ 0 w 48"/>
                <a:gd name="T19" fmla="*/ 116 h 119"/>
                <a:gd name="T20" fmla="*/ 14 w 48"/>
                <a:gd name="T21" fmla="*/ 102 h 119"/>
                <a:gd name="T22" fmla="*/ 14 w 48"/>
                <a:gd name="T23" fmla="*/ 20 h 1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48" h="119">
                  <a:moveTo>
                    <a:pt x="14" y="20"/>
                  </a:moveTo>
                  <a:cubicBezTo>
                    <a:pt x="14" y="10"/>
                    <a:pt x="10" y="6"/>
                    <a:pt x="0" y="6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32" y="0"/>
                    <a:pt x="32" y="0"/>
                    <a:pt x="32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35" y="102"/>
                    <a:pt x="35" y="102"/>
                    <a:pt x="35" y="102"/>
                  </a:cubicBezTo>
                  <a:cubicBezTo>
                    <a:pt x="35" y="111"/>
                    <a:pt x="37" y="114"/>
                    <a:pt x="48" y="116"/>
                  </a:cubicBezTo>
                  <a:cubicBezTo>
                    <a:pt x="48" y="119"/>
                    <a:pt x="48" y="119"/>
                    <a:pt x="48" y="119"/>
                  </a:cubicBezTo>
                  <a:cubicBezTo>
                    <a:pt x="0" y="119"/>
                    <a:pt x="0" y="119"/>
                    <a:pt x="0" y="119"/>
                  </a:cubicBezTo>
                  <a:cubicBezTo>
                    <a:pt x="0" y="116"/>
                    <a:pt x="0" y="116"/>
                    <a:pt x="0" y="116"/>
                  </a:cubicBezTo>
                  <a:cubicBezTo>
                    <a:pt x="11" y="114"/>
                    <a:pt x="14" y="111"/>
                    <a:pt x="14" y="102"/>
                  </a:cubicBezTo>
                  <a:lnTo>
                    <a:pt x="14" y="20"/>
                  </a:lnTo>
                  <a:close/>
                </a:path>
              </a:pathLst>
            </a:custGeom>
            <a:solidFill>
              <a:srgbClr val="1A144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9" name="Freeform 67"/>
            <p:cNvSpPr>
              <a:spLocks/>
            </p:cNvSpPr>
            <p:nvPr/>
          </p:nvSpPr>
          <p:spPr bwMode="gray">
            <a:xfrm>
              <a:off x="3387726" y="2736850"/>
              <a:ext cx="981075" cy="1308100"/>
            </a:xfrm>
            <a:custGeom>
              <a:avLst/>
              <a:gdLst>
                <a:gd name="T0" fmla="*/ 258 w 261"/>
                <a:gd name="T1" fmla="*/ 146 h 346"/>
                <a:gd name="T2" fmla="*/ 215 w 261"/>
                <a:gd name="T3" fmla="*/ 141 h 346"/>
                <a:gd name="T4" fmla="*/ 226 w 261"/>
                <a:gd name="T5" fmla="*/ 107 h 346"/>
                <a:gd name="T6" fmla="*/ 203 w 261"/>
                <a:gd name="T7" fmla="*/ 125 h 346"/>
                <a:gd name="T8" fmla="*/ 164 w 261"/>
                <a:gd name="T9" fmla="*/ 101 h 346"/>
                <a:gd name="T10" fmla="*/ 156 w 261"/>
                <a:gd name="T11" fmla="*/ 75 h 346"/>
                <a:gd name="T12" fmla="*/ 150 w 261"/>
                <a:gd name="T13" fmla="*/ 98 h 346"/>
                <a:gd name="T14" fmla="*/ 98 w 261"/>
                <a:gd name="T15" fmla="*/ 105 h 346"/>
                <a:gd name="T16" fmla="*/ 82 w 261"/>
                <a:gd name="T17" fmla="*/ 115 h 346"/>
                <a:gd name="T18" fmla="*/ 82 w 261"/>
                <a:gd name="T19" fmla="*/ 79 h 346"/>
                <a:gd name="T20" fmla="*/ 78 w 261"/>
                <a:gd name="T21" fmla="*/ 53 h 346"/>
                <a:gd name="T22" fmla="*/ 76 w 261"/>
                <a:gd name="T23" fmla="*/ 45 h 346"/>
                <a:gd name="T24" fmla="*/ 71 w 261"/>
                <a:gd name="T25" fmla="*/ 42 h 346"/>
                <a:gd name="T26" fmla="*/ 98 w 261"/>
                <a:gd name="T27" fmla="*/ 16 h 346"/>
                <a:gd name="T28" fmla="*/ 83 w 261"/>
                <a:gd name="T29" fmla="*/ 9 h 346"/>
                <a:gd name="T30" fmla="*/ 68 w 261"/>
                <a:gd name="T31" fmla="*/ 0 h 346"/>
                <a:gd name="T32" fmla="*/ 40 w 261"/>
                <a:gd name="T33" fmla="*/ 3 h 346"/>
                <a:gd name="T34" fmla="*/ 19 w 261"/>
                <a:gd name="T35" fmla="*/ 40 h 346"/>
                <a:gd name="T36" fmla="*/ 6 w 261"/>
                <a:gd name="T37" fmla="*/ 45 h 346"/>
                <a:gd name="T38" fmla="*/ 1 w 261"/>
                <a:gd name="T39" fmla="*/ 69 h 346"/>
                <a:gd name="T40" fmla="*/ 13 w 261"/>
                <a:gd name="T41" fmla="*/ 99 h 346"/>
                <a:gd name="T42" fmla="*/ 16 w 261"/>
                <a:gd name="T43" fmla="*/ 108 h 346"/>
                <a:gd name="T44" fmla="*/ 24 w 261"/>
                <a:gd name="T45" fmla="*/ 124 h 346"/>
                <a:gd name="T46" fmla="*/ 28 w 261"/>
                <a:gd name="T47" fmla="*/ 137 h 346"/>
                <a:gd name="T48" fmla="*/ 34 w 261"/>
                <a:gd name="T49" fmla="*/ 146 h 346"/>
                <a:gd name="T50" fmla="*/ 47 w 261"/>
                <a:gd name="T51" fmla="*/ 148 h 346"/>
                <a:gd name="T52" fmla="*/ 37 w 261"/>
                <a:gd name="T53" fmla="*/ 229 h 346"/>
                <a:gd name="T54" fmla="*/ 73 w 261"/>
                <a:gd name="T55" fmla="*/ 333 h 346"/>
                <a:gd name="T56" fmla="*/ 96 w 261"/>
                <a:gd name="T57" fmla="*/ 311 h 346"/>
                <a:gd name="T58" fmla="*/ 121 w 261"/>
                <a:gd name="T59" fmla="*/ 288 h 346"/>
                <a:gd name="T60" fmla="*/ 123 w 261"/>
                <a:gd name="T61" fmla="*/ 296 h 346"/>
                <a:gd name="T62" fmla="*/ 94 w 261"/>
                <a:gd name="T63" fmla="*/ 346 h 346"/>
                <a:gd name="T64" fmla="*/ 235 w 261"/>
                <a:gd name="T65" fmla="*/ 259 h 346"/>
                <a:gd name="T66" fmla="*/ 231 w 261"/>
                <a:gd name="T67" fmla="*/ 181 h 346"/>
                <a:gd name="T68" fmla="*/ 261 w 261"/>
                <a:gd name="T69" fmla="*/ 146 h 3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261" h="346">
                  <a:moveTo>
                    <a:pt x="261" y="146"/>
                  </a:moveTo>
                  <a:cubicBezTo>
                    <a:pt x="260" y="145"/>
                    <a:pt x="258" y="146"/>
                    <a:pt x="258" y="146"/>
                  </a:cubicBezTo>
                  <a:cubicBezTo>
                    <a:pt x="224" y="158"/>
                    <a:pt x="224" y="158"/>
                    <a:pt x="224" y="158"/>
                  </a:cubicBezTo>
                  <a:cubicBezTo>
                    <a:pt x="222" y="152"/>
                    <a:pt x="219" y="146"/>
                    <a:pt x="215" y="141"/>
                  </a:cubicBezTo>
                  <a:cubicBezTo>
                    <a:pt x="226" y="111"/>
                    <a:pt x="226" y="111"/>
                    <a:pt x="226" y="111"/>
                  </a:cubicBezTo>
                  <a:cubicBezTo>
                    <a:pt x="226" y="111"/>
                    <a:pt x="227" y="108"/>
                    <a:pt x="226" y="107"/>
                  </a:cubicBezTo>
                  <a:cubicBezTo>
                    <a:pt x="225" y="107"/>
                    <a:pt x="223" y="109"/>
                    <a:pt x="223" y="109"/>
                  </a:cubicBezTo>
                  <a:cubicBezTo>
                    <a:pt x="203" y="125"/>
                    <a:pt x="203" y="125"/>
                    <a:pt x="203" y="125"/>
                  </a:cubicBezTo>
                  <a:cubicBezTo>
                    <a:pt x="196" y="117"/>
                    <a:pt x="187" y="110"/>
                    <a:pt x="176" y="105"/>
                  </a:cubicBezTo>
                  <a:cubicBezTo>
                    <a:pt x="173" y="104"/>
                    <a:pt x="169" y="102"/>
                    <a:pt x="164" y="101"/>
                  </a:cubicBezTo>
                  <a:cubicBezTo>
                    <a:pt x="158" y="78"/>
                    <a:pt x="158" y="78"/>
                    <a:pt x="158" y="78"/>
                  </a:cubicBezTo>
                  <a:cubicBezTo>
                    <a:pt x="158" y="78"/>
                    <a:pt x="158" y="75"/>
                    <a:pt x="156" y="75"/>
                  </a:cubicBezTo>
                  <a:cubicBezTo>
                    <a:pt x="155" y="75"/>
                    <a:pt x="154" y="77"/>
                    <a:pt x="154" y="77"/>
                  </a:cubicBezTo>
                  <a:cubicBezTo>
                    <a:pt x="150" y="98"/>
                    <a:pt x="150" y="98"/>
                    <a:pt x="150" y="98"/>
                  </a:cubicBezTo>
                  <a:cubicBezTo>
                    <a:pt x="146" y="98"/>
                    <a:pt x="142" y="97"/>
                    <a:pt x="137" y="97"/>
                  </a:cubicBezTo>
                  <a:cubicBezTo>
                    <a:pt x="122" y="97"/>
                    <a:pt x="109" y="100"/>
                    <a:pt x="98" y="105"/>
                  </a:cubicBezTo>
                  <a:cubicBezTo>
                    <a:pt x="93" y="107"/>
                    <a:pt x="89" y="110"/>
                    <a:pt x="84" y="113"/>
                  </a:cubicBezTo>
                  <a:cubicBezTo>
                    <a:pt x="84" y="113"/>
                    <a:pt x="83" y="114"/>
                    <a:pt x="82" y="115"/>
                  </a:cubicBezTo>
                  <a:cubicBezTo>
                    <a:pt x="78" y="104"/>
                    <a:pt x="75" y="96"/>
                    <a:pt x="74" y="93"/>
                  </a:cubicBezTo>
                  <a:cubicBezTo>
                    <a:pt x="77" y="91"/>
                    <a:pt x="81" y="84"/>
                    <a:pt x="82" y="79"/>
                  </a:cubicBezTo>
                  <a:cubicBezTo>
                    <a:pt x="84" y="72"/>
                    <a:pt x="84" y="68"/>
                    <a:pt x="82" y="63"/>
                  </a:cubicBezTo>
                  <a:cubicBezTo>
                    <a:pt x="81" y="59"/>
                    <a:pt x="78" y="55"/>
                    <a:pt x="78" y="53"/>
                  </a:cubicBezTo>
                  <a:cubicBezTo>
                    <a:pt x="79" y="51"/>
                    <a:pt x="79" y="50"/>
                    <a:pt x="80" y="49"/>
                  </a:cubicBezTo>
                  <a:cubicBezTo>
                    <a:pt x="80" y="46"/>
                    <a:pt x="78" y="45"/>
                    <a:pt x="76" y="45"/>
                  </a:cubicBezTo>
                  <a:cubicBezTo>
                    <a:pt x="74" y="45"/>
                    <a:pt x="73" y="45"/>
                    <a:pt x="71" y="45"/>
                  </a:cubicBezTo>
                  <a:cubicBezTo>
                    <a:pt x="71" y="45"/>
                    <a:pt x="70" y="45"/>
                    <a:pt x="71" y="42"/>
                  </a:cubicBezTo>
                  <a:cubicBezTo>
                    <a:pt x="72" y="38"/>
                    <a:pt x="79" y="36"/>
                    <a:pt x="86" y="34"/>
                  </a:cubicBezTo>
                  <a:cubicBezTo>
                    <a:pt x="94" y="31"/>
                    <a:pt x="98" y="25"/>
                    <a:pt x="98" y="16"/>
                  </a:cubicBezTo>
                  <a:cubicBezTo>
                    <a:pt x="99" y="9"/>
                    <a:pt x="95" y="4"/>
                    <a:pt x="90" y="2"/>
                  </a:cubicBezTo>
                  <a:cubicBezTo>
                    <a:pt x="89" y="4"/>
                    <a:pt x="85" y="8"/>
                    <a:pt x="83" y="9"/>
                  </a:cubicBezTo>
                  <a:cubicBezTo>
                    <a:pt x="80" y="11"/>
                    <a:pt x="76" y="11"/>
                    <a:pt x="74" y="11"/>
                  </a:cubicBezTo>
                  <a:cubicBezTo>
                    <a:pt x="74" y="6"/>
                    <a:pt x="72" y="2"/>
                    <a:pt x="68" y="0"/>
                  </a:cubicBezTo>
                  <a:cubicBezTo>
                    <a:pt x="67" y="2"/>
                    <a:pt x="63" y="5"/>
                    <a:pt x="56" y="5"/>
                  </a:cubicBezTo>
                  <a:cubicBezTo>
                    <a:pt x="50" y="5"/>
                    <a:pt x="49" y="3"/>
                    <a:pt x="40" y="3"/>
                  </a:cubicBezTo>
                  <a:cubicBezTo>
                    <a:pt x="27" y="3"/>
                    <a:pt x="16" y="11"/>
                    <a:pt x="15" y="23"/>
                  </a:cubicBezTo>
                  <a:cubicBezTo>
                    <a:pt x="14" y="30"/>
                    <a:pt x="17" y="36"/>
                    <a:pt x="19" y="40"/>
                  </a:cubicBezTo>
                  <a:cubicBezTo>
                    <a:pt x="17" y="41"/>
                    <a:pt x="14" y="45"/>
                    <a:pt x="13" y="46"/>
                  </a:cubicBezTo>
                  <a:cubicBezTo>
                    <a:pt x="12" y="45"/>
                    <a:pt x="9" y="43"/>
                    <a:pt x="6" y="45"/>
                  </a:cubicBezTo>
                  <a:cubicBezTo>
                    <a:pt x="7" y="47"/>
                    <a:pt x="7" y="49"/>
                    <a:pt x="7" y="51"/>
                  </a:cubicBezTo>
                  <a:cubicBezTo>
                    <a:pt x="6" y="53"/>
                    <a:pt x="1" y="62"/>
                    <a:pt x="1" y="69"/>
                  </a:cubicBezTo>
                  <a:cubicBezTo>
                    <a:pt x="0" y="82"/>
                    <a:pt x="7" y="91"/>
                    <a:pt x="13" y="93"/>
                  </a:cubicBezTo>
                  <a:cubicBezTo>
                    <a:pt x="12" y="95"/>
                    <a:pt x="12" y="97"/>
                    <a:pt x="13" y="99"/>
                  </a:cubicBezTo>
                  <a:cubicBezTo>
                    <a:pt x="13" y="100"/>
                    <a:pt x="14" y="101"/>
                    <a:pt x="17" y="101"/>
                  </a:cubicBezTo>
                  <a:cubicBezTo>
                    <a:pt x="16" y="103"/>
                    <a:pt x="15" y="105"/>
                    <a:pt x="16" y="108"/>
                  </a:cubicBezTo>
                  <a:cubicBezTo>
                    <a:pt x="17" y="111"/>
                    <a:pt x="20" y="115"/>
                    <a:pt x="23" y="115"/>
                  </a:cubicBezTo>
                  <a:cubicBezTo>
                    <a:pt x="23" y="117"/>
                    <a:pt x="24" y="122"/>
                    <a:pt x="24" y="124"/>
                  </a:cubicBezTo>
                  <a:cubicBezTo>
                    <a:pt x="23" y="126"/>
                    <a:pt x="22" y="128"/>
                    <a:pt x="23" y="131"/>
                  </a:cubicBezTo>
                  <a:cubicBezTo>
                    <a:pt x="23" y="134"/>
                    <a:pt x="25" y="137"/>
                    <a:pt x="28" y="137"/>
                  </a:cubicBezTo>
                  <a:cubicBezTo>
                    <a:pt x="28" y="139"/>
                    <a:pt x="29" y="141"/>
                    <a:pt x="30" y="142"/>
                  </a:cubicBezTo>
                  <a:cubicBezTo>
                    <a:pt x="31" y="143"/>
                    <a:pt x="32" y="144"/>
                    <a:pt x="34" y="146"/>
                  </a:cubicBezTo>
                  <a:cubicBezTo>
                    <a:pt x="36" y="147"/>
                    <a:pt x="38" y="148"/>
                    <a:pt x="41" y="148"/>
                  </a:cubicBezTo>
                  <a:cubicBezTo>
                    <a:pt x="43" y="148"/>
                    <a:pt x="46" y="148"/>
                    <a:pt x="47" y="148"/>
                  </a:cubicBezTo>
                  <a:cubicBezTo>
                    <a:pt x="47" y="149"/>
                    <a:pt x="47" y="156"/>
                    <a:pt x="48" y="164"/>
                  </a:cubicBezTo>
                  <a:cubicBezTo>
                    <a:pt x="41" y="183"/>
                    <a:pt x="37" y="205"/>
                    <a:pt x="37" y="229"/>
                  </a:cubicBezTo>
                  <a:cubicBezTo>
                    <a:pt x="37" y="229"/>
                    <a:pt x="37" y="229"/>
                    <a:pt x="37" y="229"/>
                  </a:cubicBezTo>
                  <a:cubicBezTo>
                    <a:pt x="37" y="271"/>
                    <a:pt x="50" y="309"/>
                    <a:pt x="73" y="333"/>
                  </a:cubicBezTo>
                  <a:cubicBezTo>
                    <a:pt x="73" y="333"/>
                    <a:pt x="74" y="335"/>
                    <a:pt x="78" y="338"/>
                  </a:cubicBezTo>
                  <a:cubicBezTo>
                    <a:pt x="78" y="338"/>
                    <a:pt x="85" y="325"/>
                    <a:pt x="96" y="311"/>
                  </a:cubicBezTo>
                  <a:cubicBezTo>
                    <a:pt x="99" y="308"/>
                    <a:pt x="102" y="304"/>
                    <a:pt x="105" y="301"/>
                  </a:cubicBezTo>
                  <a:cubicBezTo>
                    <a:pt x="111" y="296"/>
                    <a:pt x="116" y="292"/>
                    <a:pt x="121" y="288"/>
                  </a:cubicBezTo>
                  <a:cubicBezTo>
                    <a:pt x="135" y="278"/>
                    <a:pt x="152" y="271"/>
                    <a:pt x="167" y="268"/>
                  </a:cubicBezTo>
                  <a:cubicBezTo>
                    <a:pt x="150" y="277"/>
                    <a:pt x="140" y="282"/>
                    <a:pt x="123" y="296"/>
                  </a:cubicBezTo>
                  <a:cubicBezTo>
                    <a:pt x="113" y="305"/>
                    <a:pt x="96" y="320"/>
                    <a:pt x="85" y="342"/>
                  </a:cubicBezTo>
                  <a:cubicBezTo>
                    <a:pt x="87" y="344"/>
                    <a:pt x="91" y="346"/>
                    <a:pt x="94" y="346"/>
                  </a:cubicBezTo>
                  <a:cubicBezTo>
                    <a:pt x="97" y="343"/>
                    <a:pt x="109" y="321"/>
                    <a:pt x="128" y="303"/>
                  </a:cubicBezTo>
                  <a:cubicBezTo>
                    <a:pt x="166" y="267"/>
                    <a:pt x="211" y="259"/>
                    <a:pt x="235" y="259"/>
                  </a:cubicBezTo>
                  <a:cubicBezTo>
                    <a:pt x="236" y="249"/>
                    <a:pt x="237" y="239"/>
                    <a:pt x="237" y="229"/>
                  </a:cubicBezTo>
                  <a:cubicBezTo>
                    <a:pt x="237" y="212"/>
                    <a:pt x="235" y="195"/>
                    <a:pt x="231" y="181"/>
                  </a:cubicBezTo>
                  <a:cubicBezTo>
                    <a:pt x="259" y="149"/>
                    <a:pt x="259" y="149"/>
                    <a:pt x="259" y="149"/>
                  </a:cubicBezTo>
                  <a:cubicBezTo>
                    <a:pt x="259" y="149"/>
                    <a:pt x="261" y="147"/>
                    <a:pt x="261" y="146"/>
                  </a:cubicBezTo>
                </a:path>
              </a:pathLst>
            </a:custGeom>
            <a:solidFill>
              <a:srgbClr val="1A144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0" name="Freeform 68"/>
            <p:cNvSpPr>
              <a:spLocks/>
            </p:cNvSpPr>
            <p:nvPr/>
          </p:nvSpPr>
          <p:spPr bwMode="gray">
            <a:xfrm>
              <a:off x="3505201" y="3119438"/>
              <a:ext cx="82550" cy="117475"/>
            </a:xfrm>
            <a:custGeom>
              <a:avLst/>
              <a:gdLst>
                <a:gd name="T0" fmla="*/ 20 w 22"/>
                <a:gd name="T1" fmla="*/ 31 h 31"/>
                <a:gd name="T2" fmla="*/ 11 w 22"/>
                <a:gd name="T3" fmla="*/ 28 h 31"/>
                <a:gd name="T4" fmla="*/ 1 w 22"/>
                <a:gd name="T5" fmla="*/ 31 h 31"/>
                <a:gd name="T6" fmla="*/ 0 w 22"/>
                <a:gd name="T7" fmla="*/ 26 h 31"/>
                <a:gd name="T8" fmla="*/ 2 w 22"/>
                <a:gd name="T9" fmla="*/ 24 h 31"/>
                <a:gd name="T10" fmla="*/ 1 w 22"/>
                <a:gd name="T11" fmla="*/ 6 h 31"/>
                <a:gd name="T12" fmla="*/ 8 w 22"/>
                <a:gd name="T13" fmla="*/ 2 h 31"/>
                <a:gd name="T14" fmla="*/ 10 w 22"/>
                <a:gd name="T15" fmla="*/ 0 h 31"/>
                <a:gd name="T16" fmla="*/ 17 w 22"/>
                <a:gd name="T17" fmla="*/ 7 h 31"/>
                <a:gd name="T18" fmla="*/ 19 w 22"/>
                <a:gd name="T19" fmla="*/ 15 h 31"/>
                <a:gd name="T20" fmla="*/ 19 w 22"/>
                <a:gd name="T21" fmla="*/ 25 h 31"/>
                <a:gd name="T22" fmla="*/ 21 w 22"/>
                <a:gd name="T23" fmla="*/ 28 h 31"/>
                <a:gd name="T24" fmla="*/ 20 w 22"/>
                <a:gd name="T25" fmla="*/ 31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2" h="31">
                  <a:moveTo>
                    <a:pt x="20" y="31"/>
                  </a:moveTo>
                  <a:cubicBezTo>
                    <a:pt x="19" y="30"/>
                    <a:pt x="14" y="28"/>
                    <a:pt x="11" y="28"/>
                  </a:cubicBezTo>
                  <a:cubicBezTo>
                    <a:pt x="7" y="28"/>
                    <a:pt x="4" y="29"/>
                    <a:pt x="1" y="31"/>
                  </a:cubicBezTo>
                  <a:cubicBezTo>
                    <a:pt x="0" y="30"/>
                    <a:pt x="0" y="28"/>
                    <a:pt x="0" y="26"/>
                  </a:cubicBezTo>
                  <a:cubicBezTo>
                    <a:pt x="1" y="25"/>
                    <a:pt x="2" y="24"/>
                    <a:pt x="2" y="24"/>
                  </a:cubicBezTo>
                  <a:cubicBezTo>
                    <a:pt x="1" y="6"/>
                    <a:pt x="1" y="6"/>
                    <a:pt x="1" y="6"/>
                  </a:cubicBezTo>
                  <a:cubicBezTo>
                    <a:pt x="1" y="6"/>
                    <a:pt x="6" y="3"/>
                    <a:pt x="8" y="2"/>
                  </a:cubicBezTo>
                  <a:cubicBezTo>
                    <a:pt x="9" y="2"/>
                    <a:pt x="10" y="1"/>
                    <a:pt x="10" y="0"/>
                  </a:cubicBezTo>
                  <a:cubicBezTo>
                    <a:pt x="12" y="1"/>
                    <a:pt x="15" y="4"/>
                    <a:pt x="17" y="7"/>
                  </a:cubicBezTo>
                  <a:cubicBezTo>
                    <a:pt x="18" y="9"/>
                    <a:pt x="19" y="12"/>
                    <a:pt x="19" y="15"/>
                  </a:cubicBezTo>
                  <a:cubicBezTo>
                    <a:pt x="20" y="18"/>
                    <a:pt x="20" y="21"/>
                    <a:pt x="19" y="25"/>
                  </a:cubicBezTo>
                  <a:cubicBezTo>
                    <a:pt x="20" y="25"/>
                    <a:pt x="21" y="26"/>
                    <a:pt x="21" y="28"/>
                  </a:cubicBezTo>
                  <a:cubicBezTo>
                    <a:pt x="22" y="29"/>
                    <a:pt x="21" y="30"/>
                    <a:pt x="20" y="31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1" name="Freeform 69"/>
            <p:cNvSpPr>
              <a:spLocks/>
            </p:cNvSpPr>
            <p:nvPr/>
          </p:nvSpPr>
          <p:spPr bwMode="gray">
            <a:xfrm>
              <a:off x="4165601" y="3319463"/>
              <a:ext cx="161925" cy="128588"/>
            </a:xfrm>
            <a:custGeom>
              <a:avLst/>
              <a:gdLst>
                <a:gd name="T0" fmla="*/ 7 w 43"/>
                <a:gd name="T1" fmla="*/ 34 h 34"/>
                <a:gd name="T2" fmla="*/ 0 w 43"/>
                <a:gd name="T3" fmla="*/ 19 h 34"/>
                <a:gd name="T4" fmla="*/ 43 w 43"/>
                <a:gd name="T5" fmla="*/ 0 h 34"/>
                <a:gd name="T6" fmla="*/ 7 w 43"/>
                <a:gd name="T7" fmla="*/ 34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3" h="34">
                  <a:moveTo>
                    <a:pt x="7" y="34"/>
                  </a:moveTo>
                  <a:cubicBezTo>
                    <a:pt x="7" y="30"/>
                    <a:pt x="3" y="21"/>
                    <a:pt x="0" y="19"/>
                  </a:cubicBezTo>
                  <a:cubicBezTo>
                    <a:pt x="43" y="0"/>
                    <a:pt x="43" y="0"/>
                    <a:pt x="43" y="0"/>
                  </a:cubicBezTo>
                  <a:lnTo>
                    <a:pt x="7" y="3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2" name="Freeform 70"/>
            <p:cNvSpPr>
              <a:spLocks/>
            </p:cNvSpPr>
            <p:nvPr/>
          </p:nvSpPr>
          <p:spPr bwMode="gray">
            <a:xfrm>
              <a:off x="3756026" y="3179763"/>
              <a:ext cx="136525" cy="166688"/>
            </a:xfrm>
            <a:custGeom>
              <a:avLst/>
              <a:gdLst>
                <a:gd name="T0" fmla="*/ 0 w 36"/>
                <a:gd name="T1" fmla="*/ 0 h 44"/>
                <a:gd name="T2" fmla="*/ 36 w 36"/>
                <a:gd name="T3" fmla="*/ 33 h 44"/>
                <a:gd name="T4" fmla="*/ 26 w 36"/>
                <a:gd name="T5" fmla="*/ 44 h 44"/>
                <a:gd name="T6" fmla="*/ 0 w 36"/>
                <a:gd name="T7" fmla="*/ 0 h 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44">
                  <a:moveTo>
                    <a:pt x="0" y="0"/>
                  </a:moveTo>
                  <a:cubicBezTo>
                    <a:pt x="36" y="33"/>
                    <a:pt x="36" y="33"/>
                    <a:pt x="36" y="33"/>
                  </a:cubicBezTo>
                  <a:cubicBezTo>
                    <a:pt x="32" y="35"/>
                    <a:pt x="27" y="40"/>
                    <a:pt x="26" y="44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3" name="Freeform 71"/>
            <p:cNvSpPr>
              <a:spLocks/>
            </p:cNvSpPr>
            <p:nvPr/>
          </p:nvSpPr>
          <p:spPr bwMode="gray">
            <a:xfrm>
              <a:off x="3783013" y="3398838"/>
              <a:ext cx="52388" cy="68263"/>
            </a:xfrm>
            <a:custGeom>
              <a:avLst/>
              <a:gdLst>
                <a:gd name="T0" fmla="*/ 14 w 14"/>
                <a:gd name="T1" fmla="*/ 7 h 18"/>
                <a:gd name="T2" fmla="*/ 12 w 14"/>
                <a:gd name="T3" fmla="*/ 12 h 18"/>
                <a:gd name="T4" fmla="*/ 12 w 14"/>
                <a:gd name="T5" fmla="*/ 18 h 18"/>
                <a:gd name="T6" fmla="*/ 1 w 14"/>
                <a:gd name="T7" fmla="*/ 10 h 18"/>
                <a:gd name="T8" fmla="*/ 0 w 14"/>
                <a:gd name="T9" fmla="*/ 1 h 18"/>
                <a:gd name="T10" fmla="*/ 0 w 14"/>
                <a:gd name="T11" fmla="*/ 0 h 18"/>
                <a:gd name="T12" fmla="*/ 14 w 14"/>
                <a:gd name="T13" fmla="*/ 7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4" h="18">
                  <a:moveTo>
                    <a:pt x="14" y="7"/>
                  </a:moveTo>
                  <a:cubicBezTo>
                    <a:pt x="13" y="9"/>
                    <a:pt x="12" y="10"/>
                    <a:pt x="12" y="12"/>
                  </a:cubicBezTo>
                  <a:cubicBezTo>
                    <a:pt x="11" y="15"/>
                    <a:pt x="12" y="16"/>
                    <a:pt x="12" y="18"/>
                  </a:cubicBezTo>
                  <a:cubicBezTo>
                    <a:pt x="1" y="10"/>
                    <a:pt x="1" y="10"/>
                    <a:pt x="1" y="10"/>
                  </a:cubicBezTo>
                  <a:cubicBezTo>
                    <a:pt x="1" y="8"/>
                    <a:pt x="0" y="3"/>
                    <a:pt x="0" y="1"/>
                  </a:cubicBezTo>
                  <a:cubicBezTo>
                    <a:pt x="0" y="1"/>
                    <a:pt x="0" y="1"/>
                    <a:pt x="0" y="0"/>
                  </a:cubicBezTo>
                  <a:lnTo>
                    <a:pt x="14" y="7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4" name="Freeform 72"/>
            <p:cNvSpPr>
              <a:spLocks/>
            </p:cNvSpPr>
            <p:nvPr/>
          </p:nvSpPr>
          <p:spPr bwMode="gray">
            <a:xfrm>
              <a:off x="3535363" y="3035300"/>
              <a:ext cx="247650" cy="601663"/>
            </a:xfrm>
            <a:custGeom>
              <a:avLst/>
              <a:gdLst>
                <a:gd name="T0" fmla="*/ 19 w 66"/>
                <a:gd name="T1" fmla="*/ 106 h 159"/>
                <a:gd name="T2" fmla="*/ 15 w 66"/>
                <a:gd name="T3" fmla="*/ 36 h 159"/>
                <a:gd name="T4" fmla="*/ 19 w 66"/>
                <a:gd name="T5" fmla="*/ 34 h 159"/>
                <a:gd name="T6" fmla="*/ 19 w 66"/>
                <a:gd name="T7" fmla="*/ 33 h 159"/>
                <a:gd name="T8" fmla="*/ 12 w 66"/>
                <a:gd name="T9" fmla="*/ 30 h 159"/>
                <a:gd name="T10" fmla="*/ 11 w 66"/>
                <a:gd name="T11" fmla="*/ 10 h 159"/>
                <a:gd name="T12" fmla="*/ 3 w 66"/>
                <a:gd name="T13" fmla="*/ 7 h 159"/>
                <a:gd name="T14" fmla="*/ 2 w 66"/>
                <a:gd name="T15" fmla="*/ 0 h 159"/>
                <a:gd name="T16" fmla="*/ 13 w 66"/>
                <a:gd name="T17" fmla="*/ 3 h 159"/>
                <a:gd name="T18" fmla="*/ 17 w 66"/>
                <a:gd name="T19" fmla="*/ 5 h 159"/>
                <a:gd name="T20" fmla="*/ 22 w 66"/>
                <a:gd name="T21" fmla="*/ 7 h 159"/>
                <a:gd name="T22" fmla="*/ 23 w 66"/>
                <a:gd name="T23" fmla="*/ 11 h 159"/>
                <a:gd name="T24" fmla="*/ 57 w 66"/>
                <a:gd name="T25" fmla="*/ 98 h 159"/>
                <a:gd name="T26" fmla="*/ 60 w 66"/>
                <a:gd name="T27" fmla="*/ 114 h 159"/>
                <a:gd name="T28" fmla="*/ 66 w 66"/>
                <a:gd name="T29" fmla="*/ 128 h 159"/>
                <a:gd name="T30" fmla="*/ 48 w 66"/>
                <a:gd name="T31" fmla="*/ 136 h 159"/>
                <a:gd name="T32" fmla="*/ 36 w 66"/>
                <a:gd name="T33" fmla="*/ 159 h 159"/>
                <a:gd name="T34" fmla="*/ 19 w 66"/>
                <a:gd name="T35" fmla="*/ 106 h 1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66" h="159">
                  <a:moveTo>
                    <a:pt x="19" y="106"/>
                  </a:moveTo>
                  <a:cubicBezTo>
                    <a:pt x="19" y="105"/>
                    <a:pt x="15" y="39"/>
                    <a:pt x="15" y="36"/>
                  </a:cubicBezTo>
                  <a:cubicBezTo>
                    <a:pt x="19" y="34"/>
                    <a:pt x="19" y="34"/>
                    <a:pt x="19" y="34"/>
                  </a:cubicBezTo>
                  <a:cubicBezTo>
                    <a:pt x="19" y="33"/>
                    <a:pt x="19" y="33"/>
                    <a:pt x="19" y="33"/>
                  </a:cubicBezTo>
                  <a:cubicBezTo>
                    <a:pt x="16" y="33"/>
                    <a:pt x="13" y="32"/>
                    <a:pt x="12" y="30"/>
                  </a:cubicBezTo>
                  <a:cubicBezTo>
                    <a:pt x="11" y="10"/>
                    <a:pt x="11" y="10"/>
                    <a:pt x="11" y="10"/>
                  </a:cubicBezTo>
                  <a:cubicBezTo>
                    <a:pt x="8" y="10"/>
                    <a:pt x="4" y="9"/>
                    <a:pt x="3" y="7"/>
                  </a:cubicBezTo>
                  <a:cubicBezTo>
                    <a:pt x="1" y="6"/>
                    <a:pt x="0" y="4"/>
                    <a:pt x="2" y="0"/>
                  </a:cubicBezTo>
                  <a:cubicBezTo>
                    <a:pt x="3" y="1"/>
                    <a:pt x="9" y="3"/>
                    <a:pt x="13" y="3"/>
                  </a:cubicBezTo>
                  <a:cubicBezTo>
                    <a:pt x="14" y="3"/>
                    <a:pt x="16" y="5"/>
                    <a:pt x="17" y="5"/>
                  </a:cubicBezTo>
                  <a:cubicBezTo>
                    <a:pt x="18" y="6"/>
                    <a:pt x="21" y="7"/>
                    <a:pt x="22" y="7"/>
                  </a:cubicBezTo>
                  <a:cubicBezTo>
                    <a:pt x="23" y="8"/>
                    <a:pt x="23" y="10"/>
                    <a:pt x="23" y="11"/>
                  </a:cubicBezTo>
                  <a:cubicBezTo>
                    <a:pt x="24" y="12"/>
                    <a:pt x="57" y="97"/>
                    <a:pt x="57" y="98"/>
                  </a:cubicBezTo>
                  <a:cubicBezTo>
                    <a:pt x="58" y="99"/>
                    <a:pt x="60" y="113"/>
                    <a:pt x="60" y="114"/>
                  </a:cubicBezTo>
                  <a:cubicBezTo>
                    <a:pt x="60" y="115"/>
                    <a:pt x="65" y="127"/>
                    <a:pt x="66" y="128"/>
                  </a:cubicBezTo>
                  <a:cubicBezTo>
                    <a:pt x="61" y="128"/>
                    <a:pt x="54" y="130"/>
                    <a:pt x="48" y="136"/>
                  </a:cubicBezTo>
                  <a:cubicBezTo>
                    <a:pt x="43" y="141"/>
                    <a:pt x="38" y="154"/>
                    <a:pt x="36" y="159"/>
                  </a:cubicBezTo>
                  <a:cubicBezTo>
                    <a:pt x="36" y="156"/>
                    <a:pt x="20" y="107"/>
                    <a:pt x="19" y="106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5" name="Freeform 73"/>
            <p:cNvSpPr>
              <a:spLocks/>
            </p:cNvSpPr>
            <p:nvPr/>
          </p:nvSpPr>
          <p:spPr bwMode="gray">
            <a:xfrm>
              <a:off x="3673476" y="3535363"/>
              <a:ext cx="206375" cy="407988"/>
            </a:xfrm>
            <a:custGeom>
              <a:avLst/>
              <a:gdLst>
                <a:gd name="T0" fmla="*/ 24 w 55"/>
                <a:gd name="T1" fmla="*/ 55 h 108"/>
                <a:gd name="T2" fmla="*/ 14 w 55"/>
                <a:gd name="T3" fmla="*/ 88 h 108"/>
                <a:gd name="T4" fmla="*/ 0 w 55"/>
                <a:gd name="T5" fmla="*/ 108 h 108"/>
                <a:gd name="T6" fmla="*/ 5 w 55"/>
                <a:gd name="T7" fmla="*/ 73 h 108"/>
                <a:gd name="T8" fmla="*/ 5 w 55"/>
                <a:gd name="T9" fmla="*/ 36 h 108"/>
                <a:gd name="T10" fmla="*/ 19 w 55"/>
                <a:gd name="T11" fmla="*/ 9 h 108"/>
                <a:gd name="T12" fmla="*/ 44 w 55"/>
                <a:gd name="T13" fmla="*/ 3 h 108"/>
                <a:gd name="T14" fmla="*/ 55 w 55"/>
                <a:gd name="T15" fmla="*/ 22 h 108"/>
                <a:gd name="T16" fmla="*/ 37 w 55"/>
                <a:gd name="T17" fmla="*/ 26 h 108"/>
                <a:gd name="T18" fmla="*/ 24 w 55"/>
                <a:gd name="T19" fmla="*/ 55 h 1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55" h="108">
                  <a:moveTo>
                    <a:pt x="24" y="55"/>
                  </a:moveTo>
                  <a:cubicBezTo>
                    <a:pt x="22" y="68"/>
                    <a:pt x="19" y="80"/>
                    <a:pt x="14" y="88"/>
                  </a:cubicBezTo>
                  <a:cubicBezTo>
                    <a:pt x="11" y="93"/>
                    <a:pt x="3" y="104"/>
                    <a:pt x="0" y="108"/>
                  </a:cubicBezTo>
                  <a:cubicBezTo>
                    <a:pt x="3" y="101"/>
                    <a:pt x="6" y="85"/>
                    <a:pt x="5" y="73"/>
                  </a:cubicBezTo>
                  <a:cubicBezTo>
                    <a:pt x="5" y="65"/>
                    <a:pt x="3" y="48"/>
                    <a:pt x="5" y="36"/>
                  </a:cubicBezTo>
                  <a:cubicBezTo>
                    <a:pt x="7" y="24"/>
                    <a:pt x="11" y="17"/>
                    <a:pt x="19" y="9"/>
                  </a:cubicBezTo>
                  <a:cubicBezTo>
                    <a:pt x="23" y="5"/>
                    <a:pt x="32" y="0"/>
                    <a:pt x="44" y="3"/>
                  </a:cubicBezTo>
                  <a:cubicBezTo>
                    <a:pt x="55" y="22"/>
                    <a:pt x="55" y="22"/>
                    <a:pt x="55" y="22"/>
                  </a:cubicBezTo>
                  <a:cubicBezTo>
                    <a:pt x="49" y="21"/>
                    <a:pt x="42" y="22"/>
                    <a:pt x="37" y="26"/>
                  </a:cubicBezTo>
                  <a:cubicBezTo>
                    <a:pt x="28" y="33"/>
                    <a:pt x="25" y="42"/>
                    <a:pt x="24" y="55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6" name="Freeform 74"/>
            <p:cNvSpPr>
              <a:spLocks/>
            </p:cNvSpPr>
            <p:nvPr/>
          </p:nvSpPr>
          <p:spPr bwMode="gray">
            <a:xfrm>
              <a:off x="3767138" y="3640138"/>
              <a:ext cx="180975" cy="201613"/>
            </a:xfrm>
            <a:custGeom>
              <a:avLst/>
              <a:gdLst>
                <a:gd name="T0" fmla="*/ 0 w 48"/>
                <a:gd name="T1" fmla="*/ 53 h 53"/>
                <a:gd name="T2" fmla="*/ 6 w 48"/>
                <a:gd name="T3" fmla="*/ 27 h 53"/>
                <a:gd name="T4" fmla="*/ 17 w 48"/>
                <a:gd name="T5" fmla="*/ 3 h 53"/>
                <a:gd name="T6" fmla="*/ 30 w 48"/>
                <a:gd name="T7" fmla="*/ 0 h 53"/>
                <a:gd name="T8" fmla="*/ 41 w 48"/>
                <a:gd name="T9" fmla="*/ 24 h 53"/>
                <a:gd name="T10" fmla="*/ 48 w 48"/>
                <a:gd name="T11" fmla="*/ 27 h 53"/>
                <a:gd name="T12" fmla="*/ 0 w 48"/>
                <a:gd name="T13" fmla="*/ 53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8" h="53">
                  <a:moveTo>
                    <a:pt x="0" y="53"/>
                  </a:moveTo>
                  <a:cubicBezTo>
                    <a:pt x="2" y="48"/>
                    <a:pt x="6" y="32"/>
                    <a:pt x="6" y="27"/>
                  </a:cubicBezTo>
                  <a:cubicBezTo>
                    <a:pt x="8" y="20"/>
                    <a:pt x="9" y="10"/>
                    <a:pt x="17" y="3"/>
                  </a:cubicBezTo>
                  <a:cubicBezTo>
                    <a:pt x="21" y="0"/>
                    <a:pt x="27" y="0"/>
                    <a:pt x="30" y="0"/>
                  </a:cubicBezTo>
                  <a:cubicBezTo>
                    <a:pt x="41" y="24"/>
                    <a:pt x="41" y="24"/>
                    <a:pt x="41" y="24"/>
                  </a:cubicBezTo>
                  <a:cubicBezTo>
                    <a:pt x="42" y="26"/>
                    <a:pt x="45" y="27"/>
                    <a:pt x="48" y="27"/>
                  </a:cubicBezTo>
                  <a:cubicBezTo>
                    <a:pt x="37" y="30"/>
                    <a:pt x="10" y="43"/>
                    <a:pt x="0" y="5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7" name="Freeform 75"/>
            <p:cNvSpPr>
              <a:spLocks/>
            </p:cNvSpPr>
            <p:nvPr/>
          </p:nvSpPr>
          <p:spPr bwMode="gray">
            <a:xfrm>
              <a:off x="4124326" y="3530600"/>
              <a:ext cx="95250" cy="152400"/>
            </a:xfrm>
            <a:custGeom>
              <a:avLst/>
              <a:gdLst>
                <a:gd name="T0" fmla="*/ 2 w 25"/>
                <a:gd name="T1" fmla="*/ 8 h 40"/>
                <a:gd name="T2" fmla="*/ 2 w 25"/>
                <a:gd name="T3" fmla="*/ 16 h 40"/>
                <a:gd name="T4" fmla="*/ 9 w 25"/>
                <a:gd name="T5" fmla="*/ 29 h 40"/>
                <a:gd name="T6" fmla="*/ 14 w 25"/>
                <a:gd name="T7" fmla="*/ 40 h 40"/>
                <a:gd name="T8" fmla="*/ 25 w 25"/>
                <a:gd name="T9" fmla="*/ 40 h 40"/>
                <a:gd name="T10" fmla="*/ 11 w 25"/>
                <a:gd name="T11" fmla="*/ 14 h 40"/>
                <a:gd name="T12" fmla="*/ 11 w 25"/>
                <a:gd name="T13" fmla="*/ 0 h 40"/>
                <a:gd name="T14" fmla="*/ 2 w 25"/>
                <a:gd name="T15" fmla="*/ 8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5" h="40">
                  <a:moveTo>
                    <a:pt x="2" y="8"/>
                  </a:moveTo>
                  <a:cubicBezTo>
                    <a:pt x="0" y="11"/>
                    <a:pt x="1" y="14"/>
                    <a:pt x="2" y="16"/>
                  </a:cubicBezTo>
                  <a:cubicBezTo>
                    <a:pt x="3" y="18"/>
                    <a:pt x="9" y="29"/>
                    <a:pt x="9" y="29"/>
                  </a:cubicBezTo>
                  <a:cubicBezTo>
                    <a:pt x="11" y="34"/>
                    <a:pt x="12" y="36"/>
                    <a:pt x="14" y="40"/>
                  </a:cubicBezTo>
                  <a:cubicBezTo>
                    <a:pt x="17" y="40"/>
                    <a:pt x="21" y="40"/>
                    <a:pt x="25" y="40"/>
                  </a:cubicBezTo>
                  <a:cubicBezTo>
                    <a:pt x="21" y="31"/>
                    <a:pt x="11" y="14"/>
                    <a:pt x="11" y="14"/>
                  </a:cubicBezTo>
                  <a:cubicBezTo>
                    <a:pt x="11" y="0"/>
                    <a:pt x="11" y="0"/>
                    <a:pt x="11" y="0"/>
                  </a:cubicBezTo>
                  <a:cubicBezTo>
                    <a:pt x="8" y="1"/>
                    <a:pt x="4" y="5"/>
                    <a:pt x="2" y="8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8" name="Freeform 76"/>
            <p:cNvSpPr>
              <a:spLocks/>
            </p:cNvSpPr>
            <p:nvPr/>
          </p:nvSpPr>
          <p:spPr bwMode="gray">
            <a:xfrm>
              <a:off x="3948113" y="3065463"/>
              <a:ext cx="68263" cy="223838"/>
            </a:xfrm>
            <a:custGeom>
              <a:avLst/>
              <a:gdLst>
                <a:gd name="T0" fmla="*/ 0 w 18"/>
                <a:gd name="T1" fmla="*/ 57 h 59"/>
                <a:gd name="T2" fmla="*/ 18 w 18"/>
                <a:gd name="T3" fmla="*/ 59 h 59"/>
                <a:gd name="T4" fmla="*/ 8 w 18"/>
                <a:gd name="T5" fmla="*/ 0 h 59"/>
                <a:gd name="T6" fmla="*/ 0 w 18"/>
                <a:gd name="T7" fmla="*/ 57 h 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8" h="59">
                  <a:moveTo>
                    <a:pt x="0" y="57"/>
                  </a:moveTo>
                  <a:cubicBezTo>
                    <a:pt x="5" y="56"/>
                    <a:pt x="15" y="57"/>
                    <a:pt x="18" y="59"/>
                  </a:cubicBezTo>
                  <a:cubicBezTo>
                    <a:pt x="8" y="0"/>
                    <a:pt x="8" y="0"/>
                    <a:pt x="8" y="0"/>
                  </a:cubicBezTo>
                  <a:lnTo>
                    <a:pt x="0" y="57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9" name="Freeform 77"/>
            <p:cNvSpPr>
              <a:spLocks/>
            </p:cNvSpPr>
            <p:nvPr/>
          </p:nvSpPr>
          <p:spPr bwMode="gray">
            <a:xfrm>
              <a:off x="3535363" y="3035300"/>
              <a:ext cx="247650" cy="601663"/>
            </a:xfrm>
            <a:custGeom>
              <a:avLst/>
              <a:gdLst>
                <a:gd name="T0" fmla="*/ 23 w 66"/>
                <a:gd name="T1" fmla="*/ 11 h 159"/>
                <a:gd name="T2" fmla="*/ 22 w 66"/>
                <a:gd name="T3" fmla="*/ 7 h 159"/>
                <a:gd name="T4" fmla="*/ 17 w 66"/>
                <a:gd name="T5" fmla="*/ 5 h 159"/>
                <a:gd name="T6" fmla="*/ 13 w 66"/>
                <a:gd name="T7" fmla="*/ 3 h 159"/>
                <a:gd name="T8" fmla="*/ 2 w 66"/>
                <a:gd name="T9" fmla="*/ 0 h 159"/>
                <a:gd name="T10" fmla="*/ 3 w 66"/>
                <a:gd name="T11" fmla="*/ 7 h 159"/>
                <a:gd name="T12" fmla="*/ 11 w 66"/>
                <a:gd name="T13" fmla="*/ 10 h 159"/>
                <a:gd name="T14" fmla="*/ 12 w 66"/>
                <a:gd name="T15" fmla="*/ 30 h 159"/>
                <a:gd name="T16" fmla="*/ 19 w 66"/>
                <a:gd name="T17" fmla="*/ 33 h 159"/>
                <a:gd name="T18" fmla="*/ 19 w 66"/>
                <a:gd name="T19" fmla="*/ 34 h 159"/>
                <a:gd name="T20" fmla="*/ 15 w 66"/>
                <a:gd name="T21" fmla="*/ 36 h 159"/>
                <a:gd name="T22" fmla="*/ 19 w 66"/>
                <a:gd name="T23" fmla="*/ 106 h 159"/>
                <a:gd name="T24" fmla="*/ 36 w 66"/>
                <a:gd name="T25" fmla="*/ 159 h 159"/>
                <a:gd name="T26" fmla="*/ 48 w 66"/>
                <a:gd name="T27" fmla="*/ 136 h 159"/>
                <a:gd name="T28" fmla="*/ 66 w 66"/>
                <a:gd name="T29" fmla="*/ 128 h 159"/>
                <a:gd name="T30" fmla="*/ 60 w 66"/>
                <a:gd name="T31" fmla="*/ 114 h 159"/>
                <a:gd name="T32" fmla="*/ 57 w 66"/>
                <a:gd name="T33" fmla="*/ 98 h 159"/>
                <a:gd name="T34" fmla="*/ 23 w 66"/>
                <a:gd name="T35" fmla="*/ 11 h 1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66" h="159">
                  <a:moveTo>
                    <a:pt x="23" y="11"/>
                  </a:moveTo>
                  <a:cubicBezTo>
                    <a:pt x="23" y="10"/>
                    <a:pt x="23" y="8"/>
                    <a:pt x="22" y="7"/>
                  </a:cubicBezTo>
                  <a:cubicBezTo>
                    <a:pt x="21" y="7"/>
                    <a:pt x="18" y="6"/>
                    <a:pt x="17" y="5"/>
                  </a:cubicBezTo>
                  <a:cubicBezTo>
                    <a:pt x="16" y="5"/>
                    <a:pt x="14" y="3"/>
                    <a:pt x="13" y="3"/>
                  </a:cubicBezTo>
                  <a:cubicBezTo>
                    <a:pt x="9" y="3"/>
                    <a:pt x="3" y="1"/>
                    <a:pt x="2" y="0"/>
                  </a:cubicBezTo>
                  <a:cubicBezTo>
                    <a:pt x="0" y="4"/>
                    <a:pt x="1" y="6"/>
                    <a:pt x="3" y="7"/>
                  </a:cubicBezTo>
                  <a:cubicBezTo>
                    <a:pt x="4" y="9"/>
                    <a:pt x="8" y="10"/>
                    <a:pt x="11" y="10"/>
                  </a:cubicBezTo>
                  <a:cubicBezTo>
                    <a:pt x="12" y="30"/>
                    <a:pt x="12" y="30"/>
                    <a:pt x="12" y="30"/>
                  </a:cubicBezTo>
                  <a:cubicBezTo>
                    <a:pt x="13" y="32"/>
                    <a:pt x="16" y="33"/>
                    <a:pt x="19" y="33"/>
                  </a:cubicBezTo>
                  <a:cubicBezTo>
                    <a:pt x="19" y="34"/>
                    <a:pt x="19" y="34"/>
                    <a:pt x="19" y="34"/>
                  </a:cubicBezTo>
                  <a:cubicBezTo>
                    <a:pt x="15" y="36"/>
                    <a:pt x="15" y="36"/>
                    <a:pt x="15" y="36"/>
                  </a:cubicBezTo>
                  <a:cubicBezTo>
                    <a:pt x="15" y="39"/>
                    <a:pt x="19" y="105"/>
                    <a:pt x="19" y="106"/>
                  </a:cubicBezTo>
                  <a:cubicBezTo>
                    <a:pt x="20" y="107"/>
                    <a:pt x="36" y="156"/>
                    <a:pt x="36" y="159"/>
                  </a:cubicBezTo>
                  <a:cubicBezTo>
                    <a:pt x="38" y="154"/>
                    <a:pt x="43" y="141"/>
                    <a:pt x="48" y="136"/>
                  </a:cubicBezTo>
                  <a:cubicBezTo>
                    <a:pt x="54" y="130"/>
                    <a:pt x="61" y="128"/>
                    <a:pt x="66" y="128"/>
                  </a:cubicBezTo>
                  <a:cubicBezTo>
                    <a:pt x="65" y="127"/>
                    <a:pt x="60" y="115"/>
                    <a:pt x="60" y="114"/>
                  </a:cubicBezTo>
                  <a:cubicBezTo>
                    <a:pt x="60" y="113"/>
                    <a:pt x="58" y="99"/>
                    <a:pt x="57" y="98"/>
                  </a:cubicBezTo>
                  <a:cubicBezTo>
                    <a:pt x="57" y="97"/>
                    <a:pt x="24" y="12"/>
                    <a:pt x="23" y="11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0" name="Freeform 78"/>
            <p:cNvSpPr>
              <a:spLocks/>
            </p:cNvSpPr>
            <p:nvPr/>
          </p:nvSpPr>
          <p:spPr bwMode="gray">
            <a:xfrm>
              <a:off x="3489326" y="2994025"/>
              <a:ext cx="117475" cy="46038"/>
            </a:xfrm>
            <a:custGeom>
              <a:avLst/>
              <a:gdLst>
                <a:gd name="T0" fmla="*/ 15 w 31"/>
                <a:gd name="T1" fmla="*/ 6 h 12"/>
                <a:gd name="T2" fmla="*/ 30 w 31"/>
                <a:gd name="T3" fmla="*/ 12 h 12"/>
                <a:gd name="T4" fmla="*/ 27 w 31"/>
                <a:gd name="T5" fmla="*/ 3 h 12"/>
                <a:gd name="T6" fmla="*/ 14 w 31"/>
                <a:gd name="T7" fmla="*/ 0 h 12"/>
                <a:gd name="T8" fmla="*/ 3 w 31"/>
                <a:gd name="T9" fmla="*/ 3 h 12"/>
                <a:gd name="T10" fmla="*/ 0 w 31"/>
                <a:gd name="T11" fmla="*/ 11 h 12"/>
                <a:gd name="T12" fmla="*/ 15 w 31"/>
                <a:gd name="T13" fmla="*/ 6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1" h="12">
                  <a:moveTo>
                    <a:pt x="15" y="6"/>
                  </a:moveTo>
                  <a:cubicBezTo>
                    <a:pt x="24" y="6"/>
                    <a:pt x="28" y="10"/>
                    <a:pt x="30" y="12"/>
                  </a:cubicBezTo>
                  <a:cubicBezTo>
                    <a:pt x="31" y="8"/>
                    <a:pt x="30" y="6"/>
                    <a:pt x="27" y="3"/>
                  </a:cubicBezTo>
                  <a:cubicBezTo>
                    <a:pt x="25" y="1"/>
                    <a:pt x="21" y="0"/>
                    <a:pt x="14" y="0"/>
                  </a:cubicBezTo>
                  <a:cubicBezTo>
                    <a:pt x="10" y="0"/>
                    <a:pt x="5" y="1"/>
                    <a:pt x="3" y="3"/>
                  </a:cubicBezTo>
                  <a:cubicBezTo>
                    <a:pt x="0" y="5"/>
                    <a:pt x="0" y="8"/>
                    <a:pt x="0" y="11"/>
                  </a:cubicBezTo>
                  <a:cubicBezTo>
                    <a:pt x="1" y="9"/>
                    <a:pt x="7" y="6"/>
                    <a:pt x="15" y="6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1" name="Freeform 79"/>
            <p:cNvSpPr>
              <a:spLocks/>
            </p:cNvSpPr>
            <p:nvPr/>
          </p:nvSpPr>
          <p:spPr bwMode="gray">
            <a:xfrm>
              <a:off x="3482976" y="2778125"/>
              <a:ext cx="242888" cy="106363"/>
            </a:xfrm>
            <a:custGeom>
              <a:avLst/>
              <a:gdLst>
                <a:gd name="T0" fmla="*/ 0 w 65"/>
                <a:gd name="T1" fmla="*/ 14 h 28"/>
                <a:gd name="T2" fmla="*/ 2 w 65"/>
                <a:gd name="T3" fmla="*/ 24 h 28"/>
                <a:gd name="T4" fmla="*/ 7 w 65"/>
                <a:gd name="T5" fmla="*/ 27 h 28"/>
                <a:gd name="T6" fmla="*/ 17 w 65"/>
                <a:gd name="T7" fmla="*/ 23 h 28"/>
                <a:gd name="T8" fmla="*/ 26 w 65"/>
                <a:gd name="T9" fmla="*/ 28 h 28"/>
                <a:gd name="T10" fmla="*/ 32 w 65"/>
                <a:gd name="T11" fmla="*/ 26 h 28"/>
                <a:gd name="T12" fmla="*/ 36 w 65"/>
                <a:gd name="T13" fmla="*/ 28 h 28"/>
                <a:gd name="T14" fmla="*/ 41 w 65"/>
                <a:gd name="T15" fmla="*/ 22 h 28"/>
                <a:gd name="T16" fmla="*/ 62 w 65"/>
                <a:gd name="T17" fmla="*/ 12 h 28"/>
                <a:gd name="T18" fmla="*/ 65 w 65"/>
                <a:gd name="T19" fmla="*/ 2 h 28"/>
                <a:gd name="T20" fmla="*/ 52 w 65"/>
                <a:gd name="T21" fmla="*/ 8 h 28"/>
                <a:gd name="T22" fmla="*/ 40 w 65"/>
                <a:gd name="T23" fmla="*/ 6 h 28"/>
                <a:gd name="T24" fmla="*/ 41 w 65"/>
                <a:gd name="T25" fmla="*/ 0 h 28"/>
                <a:gd name="T26" fmla="*/ 28 w 65"/>
                <a:gd name="T27" fmla="*/ 2 h 28"/>
                <a:gd name="T28" fmla="*/ 15 w 65"/>
                <a:gd name="T29" fmla="*/ 1 h 28"/>
                <a:gd name="T30" fmla="*/ 0 w 65"/>
                <a:gd name="T31" fmla="*/ 14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65" h="28">
                  <a:moveTo>
                    <a:pt x="0" y="14"/>
                  </a:moveTo>
                  <a:cubicBezTo>
                    <a:pt x="0" y="18"/>
                    <a:pt x="1" y="21"/>
                    <a:pt x="2" y="24"/>
                  </a:cubicBezTo>
                  <a:cubicBezTo>
                    <a:pt x="3" y="25"/>
                    <a:pt x="5" y="27"/>
                    <a:pt x="7" y="27"/>
                  </a:cubicBezTo>
                  <a:cubicBezTo>
                    <a:pt x="9" y="27"/>
                    <a:pt x="12" y="22"/>
                    <a:pt x="17" y="23"/>
                  </a:cubicBezTo>
                  <a:cubicBezTo>
                    <a:pt x="21" y="23"/>
                    <a:pt x="23" y="28"/>
                    <a:pt x="26" y="28"/>
                  </a:cubicBezTo>
                  <a:cubicBezTo>
                    <a:pt x="28" y="28"/>
                    <a:pt x="29" y="26"/>
                    <a:pt x="32" y="26"/>
                  </a:cubicBezTo>
                  <a:cubicBezTo>
                    <a:pt x="34" y="25"/>
                    <a:pt x="34" y="26"/>
                    <a:pt x="36" y="28"/>
                  </a:cubicBezTo>
                  <a:cubicBezTo>
                    <a:pt x="36" y="26"/>
                    <a:pt x="38" y="24"/>
                    <a:pt x="41" y="22"/>
                  </a:cubicBezTo>
                  <a:cubicBezTo>
                    <a:pt x="44" y="19"/>
                    <a:pt x="57" y="17"/>
                    <a:pt x="62" y="12"/>
                  </a:cubicBezTo>
                  <a:cubicBezTo>
                    <a:pt x="65" y="10"/>
                    <a:pt x="65" y="5"/>
                    <a:pt x="65" y="2"/>
                  </a:cubicBezTo>
                  <a:cubicBezTo>
                    <a:pt x="63" y="5"/>
                    <a:pt x="57" y="8"/>
                    <a:pt x="52" y="8"/>
                  </a:cubicBezTo>
                  <a:cubicBezTo>
                    <a:pt x="49" y="9"/>
                    <a:pt x="42" y="7"/>
                    <a:pt x="40" y="6"/>
                  </a:cubicBezTo>
                  <a:cubicBezTo>
                    <a:pt x="41" y="4"/>
                    <a:pt x="42" y="2"/>
                    <a:pt x="41" y="0"/>
                  </a:cubicBezTo>
                  <a:cubicBezTo>
                    <a:pt x="39" y="1"/>
                    <a:pt x="31" y="2"/>
                    <a:pt x="28" y="2"/>
                  </a:cubicBezTo>
                  <a:cubicBezTo>
                    <a:pt x="25" y="2"/>
                    <a:pt x="19" y="1"/>
                    <a:pt x="15" y="1"/>
                  </a:cubicBezTo>
                  <a:cubicBezTo>
                    <a:pt x="5" y="1"/>
                    <a:pt x="0" y="8"/>
                    <a:pt x="0" y="14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2" name="Freeform 80"/>
            <p:cNvSpPr>
              <a:spLocks/>
            </p:cNvSpPr>
            <p:nvPr/>
          </p:nvSpPr>
          <p:spPr bwMode="gray">
            <a:xfrm>
              <a:off x="3422651" y="2895600"/>
              <a:ext cx="247650" cy="125413"/>
            </a:xfrm>
            <a:custGeom>
              <a:avLst/>
              <a:gdLst>
                <a:gd name="T0" fmla="*/ 33 w 66"/>
                <a:gd name="T1" fmla="*/ 14 h 33"/>
                <a:gd name="T2" fmla="*/ 65 w 66"/>
                <a:gd name="T3" fmla="*/ 32 h 33"/>
                <a:gd name="T4" fmla="*/ 65 w 66"/>
                <a:gd name="T5" fmla="*/ 25 h 33"/>
                <a:gd name="T6" fmla="*/ 62 w 66"/>
                <a:gd name="T7" fmla="*/ 15 h 33"/>
                <a:gd name="T8" fmla="*/ 63 w 66"/>
                <a:gd name="T9" fmla="*/ 9 h 33"/>
                <a:gd name="T10" fmla="*/ 55 w 66"/>
                <a:gd name="T11" fmla="*/ 10 h 33"/>
                <a:gd name="T12" fmla="*/ 51 w 66"/>
                <a:gd name="T13" fmla="*/ 3 h 33"/>
                <a:gd name="T14" fmla="*/ 41 w 66"/>
                <a:gd name="T15" fmla="*/ 5 h 33"/>
                <a:gd name="T16" fmla="*/ 33 w 66"/>
                <a:gd name="T17" fmla="*/ 0 h 33"/>
                <a:gd name="T18" fmla="*/ 24 w 66"/>
                <a:gd name="T19" fmla="*/ 5 h 33"/>
                <a:gd name="T20" fmla="*/ 16 w 66"/>
                <a:gd name="T21" fmla="*/ 4 h 33"/>
                <a:gd name="T22" fmla="*/ 13 w 66"/>
                <a:gd name="T23" fmla="*/ 7 h 33"/>
                <a:gd name="T24" fmla="*/ 9 w 66"/>
                <a:gd name="T25" fmla="*/ 10 h 33"/>
                <a:gd name="T26" fmla="*/ 4 w 66"/>
                <a:gd name="T27" fmla="*/ 9 h 33"/>
                <a:gd name="T28" fmla="*/ 4 w 66"/>
                <a:gd name="T29" fmla="*/ 16 h 33"/>
                <a:gd name="T30" fmla="*/ 0 w 66"/>
                <a:gd name="T31" fmla="*/ 26 h 33"/>
                <a:gd name="T32" fmla="*/ 2 w 66"/>
                <a:gd name="T33" fmla="*/ 33 h 33"/>
                <a:gd name="T34" fmla="*/ 33 w 66"/>
                <a:gd name="T35" fmla="*/ 14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66" h="33">
                  <a:moveTo>
                    <a:pt x="33" y="14"/>
                  </a:moveTo>
                  <a:cubicBezTo>
                    <a:pt x="55" y="14"/>
                    <a:pt x="64" y="24"/>
                    <a:pt x="65" y="32"/>
                  </a:cubicBezTo>
                  <a:cubicBezTo>
                    <a:pt x="66" y="30"/>
                    <a:pt x="66" y="28"/>
                    <a:pt x="65" y="25"/>
                  </a:cubicBezTo>
                  <a:cubicBezTo>
                    <a:pt x="65" y="23"/>
                    <a:pt x="62" y="17"/>
                    <a:pt x="62" y="15"/>
                  </a:cubicBezTo>
                  <a:cubicBezTo>
                    <a:pt x="62" y="13"/>
                    <a:pt x="62" y="11"/>
                    <a:pt x="63" y="9"/>
                  </a:cubicBezTo>
                  <a:cubicBezTo>
                    <a:pt x="61" y="10"/>
                    <a:pt x="57" y="12"/>
                    <a:pt x="55" y="10"/>
                  </a:cubicBezTo>
                  <a:cubicBezTo>
                    <a:pt x="52" y="8"/>
                    <a:pt x="54" y="4"/>
                    <a:pt x="51" y="3"/>
                  </a:cubicBezTo>
                  <a:cubicBezTo>
                    <a:pt x="48" y="2"/>
                    <a:pt x="44" y="5"/>
                    <a:pt x="41" y="5"/>
                  </a:cubicBezTo>
                  <a:cubicBezTo>
                    <a:pt x="38" y="4"/>
                    <a:pt x="35" y="0"/>
                    <a:pt x="33" y="0"/>
                  </a:cubicBezTo>
                  <a:cubicBezTo>
                    <a:pt x="29" y="0"/>
                    <a:pt x="28" y="4"/>
                    <a:pt x="24" y="5"/>
                  </a:cubicBezTo>
                  <a:cubicBezTo>
                    <a:pt x="21" y="5"/>
                    <a:pt x="18" y="4"/>
                    <a:pt x="16" y="4"/>
                  </a:cubicBezTo>
                  <a:cubicBezTo>
                    <a:pt x="15" y="4"/>
                    <a:pt x="13" y="5"/>
                    <a:pt x="13" y="7"/>
                  </a:cubicBezTo>
                  <a:cubicBezTo>
                    <a:pt x="12" y="9"/>
                    <a:pt x="11" y="10"/>
                    <a:pt x="9" y="10"/>
                  </a:cubicBezTo>
                  <a:cubicBezTo>
                    <a:pt x="7" y="11"/>
                    <a:pt x="5" y="9"/>
                    <a:pt x="4" y="9"/>
                  </a:cubicBezTo>
                  <a:cubicBezTo>
                    <a:pt x="4" y="10"/>
                    <a:pt x="5" y="14"/>
                    <a:pt x="4" y="16"/>
                  </a:cubicBezTo>
                  <a:cubicBezTo>
                    <a:pt x="3" y="19"/>
                    <a:pt x="1" y="22"/>
                    <a:pt x="0" y="26"/>
                  </a:cubicBezTo>
                  <a:cubicBezTo>
                    <a:pt x="0" y="29"/>
                    <a:pt x="1" y="30"/>
                    <a:pt x="2" y="33"/>
                  </a:cubicBezTo>
                  <a:cubicBezTo>
                    <a:pt x="1" y="21"/>
                    <a:pt x="14" y="14"/>
                    <a:pt x="33" y="14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3" name="Freeform 81"/>
            <p:cNvSpPr>
              <a:spLocks/>
            </p:cNvSpPr>
            <p:nvPr/>
          </p:nvSpPr>
          <p:spPr bwMode="gray">
            <a:xfrm>
              <a:off x="3463926" y="3046413"/>
              <a:ext cx="71438" cy="103188"/>
            </a:xfrm>
            <a:custGeom>
              <a:avLst/>
              <a:gdLst>
                <a:gd name="T0" fmla="*/ 9 w 19"/>
                <a:gd name="T1" fmla="*/ 15 h 27"/>
                <a:gd name="T2" fmla="*/ 2 w 19"/>
                <a:gd name="T3" fmla="*/ 20 h 27"/>
                <a:gd name="T4" fmla="*/ 6 w 19"/>
                <a:gd name="T5" fmla="*/ 27 h 27"/>
                <a:gd name="T6" fmla="*/ 10 w 19"/>
                <a:gd name="T7" fmla="*/ 22 h 27"/>
                <a:gd name="T8" fmla="*/ 13 w 19"/>
                <a:gd name="T9" fmla="*/ 19 h 27"/>
                <a:gd name="T10" fmla="*/ 15 w 19"/>
                <a:gd name="T11" fmla="*/ 17 h 27"/>
                <a:gd name="T12" fmla="*/ 14 w 19"/>
                <a:gd name="T13" fmla="*/ 14 h 27"/>
                <a:gd name="T14" fmla="*/ 18 w 19"/>
                <a:gd name="T15" fmla="*/ 13 h 27"/>
                <a:gd name="T16" fmla="*/ 19 w 19"/>
                <a:gd name="T17" fmla="*/ 10 h 27"/>
                <a:gd name="T18" fmla="*/ 17 w 19"/>
                <a:gd name="T19" fmla="*/ 8 h 27"/>
                <a:gd name="T20" fmla="*/ 11 w 19"/>
                <a:gd name="T21" fmla="*/ 8 h 27"/>
                <a:gd name="T22" fmla="*/ 14 w 19"/>
                <a:gd name="T23" fmla="*/ 6 h 27"/>
                <a:gd name="T24" fmla="*/ 16 w 19"/>
                <a:gd name="T25" fmla="*/ 4 h 27"/>
                <a:gd name="T26" fmla="*/ 15 w 19"/>
                <a:gd name="T27" fmla="*/ 0 h 27"/>
                <a:gd name="T28" fmla="*/ 2 w 19"/>
                <a:gd name="T29" fmla="*/ 6 h 27"/>
                <a:gd name="T30" fmla="*/ 4 w 19"/>
                <a:gd name="T31" fmla="*/ 9 h 27"/>
                <a:gd name="T32" fmla="*/ 1 w 19"/>
                <a:gd name="T33" fmla="*/ 9 h 27"/>
                <a:gd name="T34" fmla="*/ 1 w 19"/>
                <a:gd name="T35" fmla="*/ 16 h 27"/>
                <a:gd name="T36" fmla="*/ 9 w 19"/>
                <a:gd name="T37" fmla="*/ 15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9" h="27">
                  <a:moveTo>
                    <a:pt x="9" y="15"/>
                  </a:moveTo>
                  <a:cubicBezTo>
                    <a:pt x="7" y="16"/>
                    <a:pt x="4" y="18"/>
                    <a:pt x="2" y="20"/>
                  </a:cubicBezTo>
                  <a:cubicBezTo>
                    <a:pt x="3" y="22"/>
                    <a:pt x="5" y="26"/>
                    <a:pt x="6" y="27"/>
                  </a:cubicBezTo>
                  <a:cubicBezTo>
                    <a:pt x="7" y="25"/>
                    <a:pt x="9" y="22"/>
                    <a:pt x="10" y="22"/>
                  </a:cubicBezTo>
                  <a:cubicBezTo>
                    <a:pt x="11" y="21"/>
                    <a:pt x="12" y="20"/>
                    <a:pt x="13" y="19"/>
                  </a:cubicBezTo>
                  <a:cubicBezTo>
                    <a:pt x="15" y="19"/>
                    <a:pt x="15" y="18"/>
                    <a:pt x="15" y="17"/>
                  </a:cubicBezTo>
                  <a:cubicBezTo>
                    <a:pt x="15" y="16"/>
                    <a:pt x="15" y="15"/>
                    <a:pt x="14" y="14"/>
                  </a:cubicBezTo>
                  <a:cubicBezTo>
                    <a:pt x="15" y="14"/>
                    <a:pt x="17" y="14"/>
                    <a:pt x="18" y="13"/>
                  </a:cubicBezTo>
                  <a:cubicBezTo>
                    <a:pt x="19" y="12"/>
                    <a:pt x="19" y="11"/>
                    <a:pt x="19" y="10"/>
                  </a:cubicBezTo>
                  <a:cubicBezTo>
                    <a:pt x="19" y="9"/>
                    <a:pt x="18" y="8"/>
                    <a:pt x="17" y="8"/>
                  </a:cubicBezTo>
                  <a:cubicBezTo>
                    <a:pt x="16" y="8"/>
                    <a:pt x="12" y="8"/>
                    <a:pt x="11" y="8"/>
                  </a:cubicBezTo>
                  <a:cubicBezTo>
                    <a:pt x="11" y="8"/>
                    <a:pt x="13" y="7"/>
                    <a:pt x="14" y="6"/>
                  </a:cubicBezTo>
                  <a:cubicBezTo>
                    <a:pt x="15" y="6"/>
                    <a:pt x="15" y="5"/>
                    <a:pt x="16" y="4"/>
                  </a:cubicBezTo>
                  <a:cubicBezTo>
                    <a:pt x="16" y="4"/>
                    <a:pt x="16" y="2"/>
                    <a:pt x="15" y="0"/>
                  </a:cubicBezTo>
                  <a:cubicBezTo>
                    <a:pt x="11" y="0"/>
                    <a:pt x="4" y="4"/>
                    <a:pt x="2" y="6"/>
                  </a:cubicBezTo>
                  <a:cubicBezTo>
                    <a:pt x="4" y="9"/>
                    <a:pt x="4" y="9"/>
                    <a:pt x="4" y="9"/>
                  </a:cubicBezTo>
                  <a:cubicBezTo>
                    <a:pt x="1" y="9"/>
                    <a:pt x="1" y="9"/>
                    <a:pt x="1" y="9"/>
                  </a:cubicBezTo>
                  <a:cubicBezTo>
                    <a:pt x="0" y="11"/>
                    <a:pt x="1" y="14"/>
                    <a:pt x="1" y="16"/>
                  </a:cubicBezTo>
                  <a:cubicBezTo>
                    <a:pt x="4" y="15"/>
                    <a:pt x="7" y="15"/>
                    <a:pt x="9" y="15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4" name="Freeform 82"/>
            <p:cNvSpPr>
              <a:spLocks noEditPoints="1"/>
            </p:cNvSpPr>
            <p:nvPr/>
          </p:nvSpPr>
          <p:spPr bwMode="gray">
            <a:xfrm>
              <a:off x="3846513" y="3303588"/>
              <a:ext cx="312738" cy="431800"/>
            </a:xfrm>
            <a:custGeom>
              <a:avLst/>
              <a:gdLst>
                <a:gd name="T0" fmla="*/ 64 w 83"/>
                <a:gd name="T1" fmla="*/ 13 h 114"/>
                <a:gd name="T2" fmla="*/ 5 w 83"/>
                <a:gd name="T3" fmla="*/ 19 h 114"/>
                <a:gd name="T4" fmla="*/ 1 w 83"/>
                <a:gd name="T5" fmla="*/ 37 h 114"/>
                <a:gd name="T6" fmla="*/ 6 w 83"/>
                <a:gd name="T7" fmla="*/ 36 h 114"/>
                <a:gd name="T8" fmla="*/ 13 w 83"/>
                <a:gd name="T9" fmla="*/ 36 h 114"/>
                <a:gd name="T10" fmla="*/ 8 w 83"/>
                <a:gd name="T11" fmla="*/ 50 h 114"/>
                <a:gd name="T12" fmla="*/ 15 w 83"/>
                <a:gd name="T13" fmla="*/ 48 h 114"/>
                <a:gd name="T14" fmla="*/ 16 w 83"/>
                <a:gd name="T15" fmla="*/ 62 h 114"/>
                <a:gd name="T16" fmla="*/ 16 w 83"/>
                <a:gd name="T17" fmla="*/ 70 h 114"/>
                <a:gd name="T18" fmla="*/ 20 w 83"/>
                <a:gd name="T19" fmla="*/ 71 h 114"/>
                <a:gd name="T20" fmla="*/ 27 w 83"/>
                <a:gd name="T21" fmla="*/ 75 h 114"/>
                <a:gd name="T22" fmla="*/ 16 w 83"/>
                <a:gd name="T23" fmla="*/ 75 h 114"/>
                <a:gd name="T24" fmla="*/ 22 w 83"/>
                <a:gd name="T25" fmla="*/ 77 h 114"/>
                <a:gd name="T26" fmla="*/ 24 w 83"/>
                <a:gd name="T27" fmla="*/ 80 h 114"/>
                <a:gd name="T28" fmla="*/ 19 w 83"/>
                <a:gd name="T29" fmla="*/ 83 h 114"/>
                <a:gd name="T30" fmla="*/ 26 w 83"/>
                <a:gd name="T31" fmla="*/ 91 h 114"/>
                <a:gd name="T32" fmla="*/ 30 w 83"/>
                <a:gd name="T33" fmla="*/ 100 h 114"/>
                <a:gd name="T34" fmla="*/ 78 w 83"/>
                <a:gd name="T35" fmla="*/ 102 h 114"/>
                <a:gd name="T36" fmla="*/ 63 w 83"/>
                <a:gd name="T37" fmla="*/ 68 h 114"/>
                <a:gd name="T38" fmla="*/ 72 w 83"/>
                <a:gd name="T39" fmla="*/ 61 h 114"/>
                <a:gd name="T40" fmla="*/ 74 w 83"/>
                <a:gd name="T41" fmla="*/ 55 h 114"/>
                <a:gd name="T42" fmla="*/ 70 w 83"/>
                <a:gd name="T43" fmla="*/ 51 h 114"/>
                <a:gd name="T44" fmla="*/ 59 w 83"/>
                <a:gd name="T45" fmla="*/ 50 h 114"/>
                <a:gd name="T46" fmla="*/ 23 w 83"/>
                <a:gd name="T47" fmla="*/ 33 h 114"/>
                <a:gd name="T48" fmla="*/ 12 w 83"/>
                <a:gd name="T49" fmla="*/ 28 h 114"/>
                <a:gd name="T50" fmla="*/ 17 w 83"/>
                <a:gd name="T51" fmla="*/ 29 h 114"/>
                <a:gd name="T52" fmla="*/ 53 w 83"/>
                <a:gd name="T53" fmla="*/ 32 h 114"/>
                <a:gd name="T54" fmla="*/ 78 w 83"/>
                <a:gd name="T55" fmla="*/ 42 h 114"/>
                <a:gd name="T56" fmla="*/ 73 w 83"/>
                <a:gd name="T57" fmla="*/ 26 h 114"/>
                <a:gd name="T58" fmla="*/ 83 w 83"/>
                <a:gd name="T59" fmla="*/ 32 h 114"/>
                <a:gd name="T60" fmla="*/ 29 w 83"/>
                <a:gd name="T61" fmla="*/ 40 h 114"/>
                <a:gd name="T62" fmla="*/ 46 w 83"/>
                <a:gd name="T63" fmla="*/ 47 h 114"/>
                <a:gd name="T64" fmla="*/ 32 w 83"/>
                <a:gd name="T65" fmla="*/ 47 h 114"/>
                <a:gd name="T66" fmla="*/ 29 w 83"/>
                <a:gd name="T67" fmla="*/ 51 h 114"/>
                <a:gd name="T68" fmla="*/ 20 w 83"/>
                <a:gd name="T69" fmla="*/ 47 h 114"/>
                <a:gd name="T70" fmla="*/ 9 w 83"/>
                <a:gd name="T71" fmla="*/ 27 h 114"/>
                <a:gd name="T72" fmla="*/ 18 w 83"/>
                <a:gd name="T73" fmla="*/ 20 h 114"/>
                <a:gd name="T74" fmla="*/ 42 w 83"/>
                <a:gd name="T75" fmla="*/ 20 h 114"/>
                <a:gd name="T76" fmla="*/ 20 w 83"/>
                <a:gd name="T77" fmla="*/ 10 h 114"/>
                <a:gd name="T78" fmla="*/ 43 w 83"/>
                <a:gd name="T79" fmla="*/ 9 h 114"/>
                <a:gd name="T80" fmla="*/ 63 w 83"/>
                <a:gd name="T81" fmla="*/ 30 h 114"/>
                <a:gd name="T82" fmla="*/ 51 w 83"/>
                <a:gd name="T83" fmla="*/ 12 h 114"/>
                <a:gd name="T84" fmla="*/ 63 w 83"/>
                <a:gd name="T85" fmla="*/ 30 h 1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83" h="114">
                  <a:moveTo>
                    <a:pt x="83" y="32"/>
                  </a:moveTo>
                  <a:cubicBezTo>
                    <a:pt x="82" y="30"/>
                    <a:pt x="75" y="22"/>
                    <a:pt x="64" y="13"/>
                  </a:cubicBezTo>
                  <a:cubicBezTo>
                    <a:pt x="55" y="7"/>
                    <a:pt x="42" y="0"/>
                    <a:pt x="32" y="0"/>
                  </a:cubicBezTo>
                  <a:cubicBezTo>
                    <a:pt x="14" y="0"/>
                    <a:pt x="6" y="13"/>
                    <a:pt x="5" y="19"/>
                  </a:cubicBezTo>
                  <a:cubicBezTo>
                    <a:pt x="4" y="23"/>
                    <a:pt x="4" y="27"/>
                    <a:pt x="5" y="29"/>
                  </a:cubicBezTo>
                  <a:cubicBezTo>
                    <a:pt x="2" y="32"/>
                    <a:pt x="1" y="34"/>
                    <a:pt x="1" y="37"/>
                  </a:cubicBezTo>
                  <a:cubicBezTo>
                    <a:pt x="0" y="39"/>
                    <a:pt x="1" y="42"/>
                    <a:pt x="3" y="43"/>
                  </a:cubicBezTo>
                  <a:cubicBezTo>
                    <a:pt x="2" y="41"/>
                    <a:pt x="4" y="38"/>
                    <a:pt x="6" y="36"/>
                  </a:cubicBezTo>
                  <a:cubicBezTo>
                    <a:pt x="7" y="33"/>
                    <a:pt x="10" y="32"/>
                    <a:pt x="12" y="31"/>
                  </a:cubicBezTo>
                  <a:cubicBezTo>
                    <a:pt x="13" y="36"/>
                    <a:pt x="13" y="36"/>
                    <a:pt x="13" y="36"/>
                  </a:cubicBezTo>
                  <a:cubicBezTo>
                    <a:pt x="11" y="37"/>
                    <a:pt x="8" y="40"/>
                    <a:pt x="7" y="42"/>
                  </a:cubicBezTo>
                  <a:cubicBezTo>
                    <a:pt x="8" y="50"/>
                    <a:pt x="8" y="50"/>
                    <a:pt x="8" y="50"/>
                  </a:cubicBezTo>
                  <a:cubicBezTo>
                    <a:pt x="14" y="46"/>
                    <a:pt x="14" y="46"/>
                    <a:pt x="14" y="46"/>
                  </a:cubicBezTo>
                  <a:cubicBezTo>
                    <a:pt x="15" y="48"/>
                    <a:pt x="15" y="48"/>
                    <a:pt x="15" y="48"/>
                  </a:cubicBezTo>
                  <a:cubicBezTo>
                    <a:pt x="13" y="63"/>
                    <a:pt x="13" y="63"/>
                    <a:pt x="13" y="63"/>
                  </a:cubicBezTo>
                  <a:cubicBezTo>
                    <a:pt x="16" y="62"/>
                    <a:pt x="16" y="62"/>
                    <a:pt x="16" y="62"/>
                  </a:cubicBezTo>
                  <a:cubicBezTo>
                    <a:pt x="23" y="65"/>
                    <a:pt x="23" y="65"/>
                    <a:pt x="23" y="65"/>
                  </a:cubicBezTo>
                  <a:cubicBezTo>
                    <a:pt x="16" y="70"/>
                    <a:pt x="16" y="70"/>
                    <a:pt x="16" y="70"/>
                  </a:cubicBezTo>
                  <a:cubicBezTo>
                    <a:pt x="16" y="72"/>
                    <a:pt x="16" y="72"/>
                    <a:pt x="16" y="72"/>
                  </a:cubicBezTo>
                  <a:cubicBezTo>
                    <a:pt x="16" y="72"/>
                    <a:pt x="17" y="71"/>
                    <a:pt x="20" y="71"/>
                  </a:cubicBezTo>
                  <a:cubicBezTo>
                    <a:pt x="22" y="71"/>
                    <a:pt x="27" y="73"/>
                    <a:pt x="27" y="73"/>
                  </a:cubicBezTo>
                  <a:cubicBezTo>
                    <a:pt x="27" y="75"/>
                    <a:pt x="27" y="75"/>
                    <a:pt x="27" y="75"/>
                  </a:cubicBezTo>
                  <a:cubicBezTo>
                    <a:pt x="25" y="75"/>
                    <a:pt x="25" y="75"/>
                    <a:pt x="25" y="75"/>
                  </a:cubicBezTo>
                  <a:cubicBezTo>
                    <a:pt x="16" y="75"/>
                    <a:pt x="16" y="75"/>
                    <a:pt x="16" y="75"/>
                  </a:cubicBezTo>
                  <a:cubicBezTo>
                    <a:pt x="16" y="76"/>
                    <a:pt x="17" y="77"/>
                    <a:pt x="18" y="78"/>
                  </a:cubicBezTo>
                  <a:cubicBezTo>
                    <a:pt x="19" y="77"/>
                    <a:pt x="21" y="77"/>
                    <a:pt x="22" y="77"/>
                  </a:cubicBezTo>
                  <a:cubicBezTo>
                    <a:pt x="22" y="77"/>
                    <a:pt x="24" y="77"/>
                    <a:pt x="26" y="77"/>
                  </a:cubicBezTo>
                  <a:cubicBezTo>
                    <a:pt x="24" y="80"/>
                    <a:pt x="24" y="80"/>
                    <a:pt x="24" y="80"/>
                  </a:cubicBezTo>
                  <a:cubicBezTo>
                    <a:pt x="24" y="80"/>
                    <a:pt x="23" y="81"/>
                    <a:pt x="21" y="80"/>
                  </a:cubicBezTo>
                  <a:cubicBezTo>
                    <a:pt x="20" y="80"/>
                    <a:pt x="19" y="81"/>
                    <a:pt x="19" y="83"/>
                  </a:cubicBezTo>
                  <a:cubicBezTo>
                    <a:pt x="19" y="84"/>
                    <a:pt x="20" y="87"/>
                    <a:pt x="20" y="87"/>
                  </a:cubicBezTo>
                  <a:cubicBezTo>
                    <a:pt x="21" y="92"/>
                    <a:pt x="26" y="91"/>
                    <a:pt x="26" y="91"/>
                  </a:cubicBezTo>
                  <a:cubicBezTo>
                    <a:pt x="29" y="90"/>
                    <a:pt x="39" y="87"/>
                    <a:pt x="39" y="87"/>
                  </a:cubicBezTo>
                  <a:cubicBezTo>
                    <a:pt x="30" y="100"/>
                    <a:pt x="30" y="100"/>
                    <a:pt x="30" y="100"/>
                  </a:cubicBezTo>
                  <a:cubicBezTo>
                    <a:pt x="34" y="114"/>
                    <a:pt x="34" y="114"/>
                    <a:pt x="34" y="114"/>
                  </a:cubicBezTo>
                  <a:cubicBezTo>
                    <a:pt x="40" y="111"/>
                    <a:pt x="58" y="105"/>
                    <a:pt x="78" y="102"/>
                  </a:cubicBezTo>
                  <a:cubicBezTo>
                    <a:pt x="76" y="98"/>
                    <a:pt x="76" y="96"/>
                    <a:pt x="73" y="91"/>
                  </a:cubicBezTo>
                  <a:cubicBezTo>
                    <a:pt x="63" y="68"/>
                    <a:pt x="63" y="68"/>
                    <a:pt x="63" y="68"/>
                  </a:cubicBezTo>
                  <a:cubicBezTo>
                    <a:pt x="64" y="64"/>
                    <a:pt x="64" y="64"/>
                    <a:pt x="64" y="64"/>
                  </a:cubicBezTo>
                  <a:cubicBezTo>
                    <a:pt x="66" y="65"/>
                    <a:pt x="70" y="63"/>
                    <a:pt x="72" y="61"/>
                  </a:cubicBezTo>
                  <a:cubicBezTo>
                    <a:pt x="74" y="60"/>
                    <a:pt x="77" y="56"/>
                    <a:pt x="78" y="54"/>
                  </a:cubicBezTo>
                  <a:cubicBezTo>
                    <a:pt x="77" y="54"/>
                    <a:pt x="75" y="54"/>
                    <a:pt x="74" y="55"/>
                  </a:cubicBezTo>
                  <a:cubicBezTo>
                    <a:pt x="73" y="55"/>
                    <a:pt x="72" y="57"/>
                    <a:pt x="70" y="56"/>
                  </a:cubicBezTo>
                  <a:cubicBezTo>
                    <a:pt x="68" y="55"/>
                    <a:pt x="69" y="53"/>
                    <a:pt x="70" y="51"/>
                  </a:cubicBezTo>
                  <a:cubicBezTo>
                    <a:pt x="70" y="50"/>
                    <a:pt x="67" y="50"/>
                    <a:pt x="66" y="51"/>
                  </a:cubicBezTo>
                  <a:cubicBezTo>
                    <a:pt x="64" y="52"/>
                    <a:pt x="61" y="52"/>
                    <a:pt x="59" y="50"/>
                  </a:cubicBezTo>
                  <a:cubicBezTo>
                    <a:pt x="56" y="47"/>
                    <a:pt x="45" y="38"/>
                    <a:pt x="42" y="36"/>
                  </a:cubicBezTo>
                  <a:cubicBezTo>
                    <a:pt x="36" y="33"/>
                    <a:pt x="28" y="32"/>
                    <a:pt x="23" y="33"/>
                  </a:cubicBezTo>
                  <a:cubicBezTo>
                    <a:pt x="20" y="34"/>
                    <a:pt x="17" y="35"/>
                    <a:pt x="16" y="35"/>
                  </a:cubicBezTo>
                  <a:cubicBezTo>
                    <a:pt x="12" y="28"/>
                    <a:pt x="12" y="28"/>
                    <a:pt x="12" y="28"/>
                  </a:cubicBezTo>
                  <a:cubicBezTo>
                    <a:pt x="13" y="28"/>
                    <a:pt x="13" y="28"/>
                    <a:pt x="13" y="28"/>
                  </a:cubicBezTo>
                  <a:cubicBezTo>
                    <a:pt x="14" y="28"/>
                    <a:pt x="16" y="30"/>
                    <a:pt x="17" y="29"/>
                  </a:cubicBezTo>
                  <a:cubicBezTo>
                    <a:pt x="19" y="28"/>
                    <a:pt x="25" y="27"/>
                    <a:pt x="31" y="27"/>
                  </a:cubicBezTo>
                  <a:cubicBezTo>
                    <a:pt x="39" y="27"/>
                    <a:pt x="49" y="30"/>
                    <a:pt x="53" y="32"/>
                  </a:cubicBezTo>
                  <a:cubicBezTo>
                    <a:pt x="53" y="37"/>
                    <a:pt x="64" y="44"/>
                    <a:pt x="69" y="44"/>
                  </a:cubicBezTo>
                  <a:cubicBezTo>
                    <a:pt x="73" y="45"/>
                    <a:pt x="75" y="44"/>
                    <a:pt x="78" y="42"/>
                  </a:cubicBezTo>
                  <a:cubicBezTo>
                    <a:pt x="67" y="33"/>
                    <a:pt x="67" y="33"/>
                    <a:pt x="67" y="33"/>
                  </a:cubicBezTo>
                  <a:cubicBezTo>
                    <a:pt x="73" y="26"/>
                    <a:pt x="73" y="26"/>
                    <a:pt x="73" y="26"/>
                  </a:cubicBezTo>
                  <a:cubicBezTo>
                    <a:pt x="73" y="26"/>
                    <a:pt x="82" y="35"/>
                    <a:pt x="83" y="36"/>
                  </a:cubicBezTo>
                  <a:cubicBezTo>
                    <a:pt x="83" y="35"/>
                    <a:pt x="83" y="34"/>
                    <a:pt x="83" y="32"/>
                  </a:cubicBezTo>
                  <a:moveTo>
                    <a:pt x="20" y="43"/>
                  </a:moveTo>
                  <a:cubicBezTo>
                    <a:pt x="20" y="43"/>
                    <a:pt x="24" y="41"/>
                    <a:pt x="29" y="40"/>
                  </a:cubicBezTo>
                  <a:cubicBezTo>
                    <a:pt x="35" y="38"/>
                    <a:pt x="42" y="42"/>
                    <a:pt x="47" y="46"/>
                  </a:cubicBezTo>
                  <a:cubicBezTo>
                    <a:pt x="46" y="47"/>
                    <a:pt x="46" y="47"/>
                    <a:pt x="46" y="47"/>
                  </a:cubicBezTo>
                  <a:cubicBezTo>
                    <a:pt x="39" y="49"/>
                    <a:pt x="39" y="49"/>
                    <a:pt x="39" y="49"/>
                  </a:cubicBezTo>
                  <a:cubicBezTo>
                    <a:pt x="37" y="48"/>
                    <a:pt x="35" y="47"/>
                    <a:pt x="32" y="47"/>
                  </a:cubicBezTo>
                  <a:cubicBezTo>
                    <a:pt x="29" y="47"/>
                    <a:pt x="27" y="48"/>
                    <a:pt x="27" y="48"/>
                  </a:cubicBezTo>
                  <a:cubicBezTo>
                    <a:pt x="29" y="51"/>
                    <a:pt x="29" y="51"/>
                    <a:pt x="29" y="51"/>
                  </a:cubicBezTo>
                  <a:cubicBezTo>
                    <a:pt x="26" y="51"/>
                    <a:pt x="26" y="51"/>
                    <a:pt x="26" y="51"/>
                  </a:cubicBezTo>
                  <a:cubicBezTo>
                    <a:pt x="24" y="50"/>
                    <a:pt x="22" y="47"/>
                    <a:pt x="20" y="47"/>
                  </a:cubicBezTo>
                  <a:lnTo>
                    <a:pt x="20" y="43"/>
                  </a:lnTo>
                  <a:close/>
                  <a:moveTo>
                    <a:pt x="9" y="27"/>
                  </a:moveTo>
                  <a:cubicBezTo>
                    <a:pt x="7" y="21"/>
                    <a:pt x="12" y="15"/>
                    <a:pt x="15" y="12"/>
                  </a:cubicBezTo>
                  <a:cubicBezTo>
                    <a:pt x="18" y="20"/>
                    <a:pt x="18" y="20"/>
                    <a:pt x="18" y="20"/>
                  </a:cubicBezTo>
                  <a:cubicBezTo>
                    <a:pt x="15" y="22"/>
                    <a:pt x="11" y="25"/>
                    <a:pt x="9" y="27"/>
                  </a:cubicBezTo>
                  <a:moveTo>
                    <a:pt x="42" y="20"/>
                  </a:moveTo>
                  <a:cubicBezTo>
                    <a:pt x="38" y="18"/>
                    <a:pt x="27" y="18"/>
                    <a:pt x="23" y="19"/>
                  </a:cubicBezTo>
                  <a:cubicBezTo>
                    <a:pt x="20" y="10"/>
                    <a:pt x="20" y="10"/>
                    <a:pt x="20" y="10"/>
                  </a:cubicBezTo>
                  <a:cubicBezTo>
                    <a:pt x="22" y="8"/>
                    <a:pt x="27" y="7"/>
                    <a:pt x="31" y="7"/>
                  </a:cubicBezTo>
                  <a:cubicBezTo>
                    <a:pt x="35" y="7"/>
                    <a:pt x="40" y="8"/>
                    <a:pt x="43" y="9"/>
                  </a:cubicBezTo>
                  <a:lnTo>
                    <a:pt x="42" y="20"/>
                  </a:lnTo>
                  <a:close/>
                  <a:moveTo>
                    <a:pt x="63" y="30"/>
                  </a:moveTo>
                  <a:cubicBezTo>
                    <a:pt x="58" y="27"/>
                    <a:pt x="50" y="22"/>
                    <a:pt x="47" y="22"/>
                  </a:cubicBezTo>
                  <a:cubicBezTo>
                    <a:pt x="51" y="12"/>
                    <a:pt x="51" y="12"/>
                    <a:pt x="51" y="12"/>
                  </a:cubicBezTo>
                  <a:cubicBezTo>
                    <a:pt x="54" y="13"/>
                    <a:pt x="66" y="21"/>
                    <a:pt x="68" y="22"/>
                  </a:cubicBezTo>
                  <a:lnTo>
                    <a:pt x="63" y="3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5" name="Freeform 83"/>
            <p:cNvSpPr>
              <a:spLocks/>
            </p:cNvSpPr>
            <p:nvPr/>
          </p:nvSpPr>
          <p:spPr bwMode="gray">
            <a:xfrm>
              <a:off x="4076701" y="3179763"/>
              <a:ext cx="138113" cy="173038"/>
            </a:xfrm>
            <a:custGeom>
              <a:avLst/>
              <a:gdLst>
                <a:gd name="T0" fmla="*/ 0 w 37"/>
                <a:gd name="T1" fmla="*/ 36 h 46"/>
                <a:gd name="T2" fmla="*/ 15 w 37"/>
                <a:gd name="T3" fmla="*/ 46 h 46"/>
                <a:gd name="T4" fmla="*/ 37 w 37"/>
                <a:gd name="T5" fmla="*/ 0 h 46"/>
                <a:gd name="T6" fmla="*/ 0 w 37"/>
                <a:gd name="T7" fmla="*/ 36 h 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7" h="46">
                  <a:moveTo>
                    <a:pt x="0" y="36"/>
                  </a:moveTo>
                  <a:cubicBezTo>
                    <a:pt x="4" y="38"/>
                    <a:pt x="13" y="45"/>
                    <a:pt x="15" y="46"/>
                  </a:cubicBezTo>
                  <a:cubicBezTo>
                    <a:pt x="37" y="0"/>
                    <a:pt x="37" y="0"/>
                    <a:pt x="37" y="0"/>
                  </a:cubicBezTo>
                  <a:lnTo>
                    <a:pt x="0" y="3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6" name="Freeform 84"/>
            <p:cNvSpPr>
              <a:spLocks noEditPoints="1"/>
            </p:cNvSpPr>
            <p:nvPr/>
          </p:nvSpPr>
          <p:spPr bwMode="gray">
            <a:xfrm>
              <a:off x="8705851" y="3481388"/>
              <a:ext cx="93663" cy="98425"/>
            </a:xfrm>
            <a:custGeom>
              <a:avLst/>
              <a:gdLst>
                <a:gd name="T0" fmla="*/ 12 w 25"/>
                <a:gd name="T1" fmla="*/ 0 h 26"/>
                <a:gd name="T2" fmla="*/ 25 w 25"/>
                <a:gd name="T3" fmla="*/ 13 h 26"/>
                <a:gd name="T4" fmla="*/ 12 w 25"/>
                <a:gd name="T5" fmla="*/ 26 h 26"/>
                <a:gd name="T6" fmla="*/ 0 w 25"/>
                <a:gd name="T7" fmla="*/ 13 h 26"/>
                <a:gd name="T8" fmla="*/ 12 w 25"/>
                <a:gd name="T9" fmla="*/ 0 h 26"/>
                <a:gd name="T10" fmla="*/ 12 w 25"/>
                <a:gd name="T11" fmla="*/ 23 h 26"/>
                <a:gd name="T12" fmla="*/ 22 w 25"/>
                <a:gd name="T13" fmla="*/ 13 h 26"/>
                <a:gd name="T14" fmla="*/ 12 w 25"/>
                <a:gd name="T15" fmla="*/ 3 h 26"/>
                <a:gd name="T16" fmla="*/ 3 w 25"/>
                <a:gd name="T17" fmla="*/ 13 h 26"/>
                <a:gd name="T18" fmla="*/ 12 w 25"/>
                <a:gd name="T19" fmla="*/ 23 h 26"/>
                <a:gd name="T20" fmla="*/ 8 w 25"/>
                <a:gd name="T21" fmla="*/ 6 h 26"/>
                <a:gd name="T22" fmla="*/ 13 w 25"/>
                <a:gd name="T23" fmla="*/ 6 h 26"/>
                <a:gd name="T24" fmla="*/ 18 w 25"/>
                <a:gd name="T25" fmla="*/ 10 h 26"/>
                <a:gd name="T26" fmla="*/ 15 w 25"/>
                <a:gd name="T27" fmla="*/ 14 h 26"/>
                <a:gd name="T28" fmla="*/ 18 w 25"/>
                <a:gd name="T29" fmla="*/ 20 h 26"/>
                <a:gd name="T30" fmla="*/ 16 w 25"/>
                <a:gd name="T31" fmla="*/ 20 h 26"/>
                <a:gd name="T32" fmla="*/ 12 w 25"/>
                <a:gd name="T33" fmla="*/ 14 h 26"/>
                <a:gd name="T34" fmla="*/ 10 w 25"/>
                <a:gd name="T35" fmla="*/ 14 h 26"/>
                <a:gd name="T36" fmla="*/ 10 w 25"/>
                <a:gd name="T37" fmla="*/ 20 h 26"/>
                <a:gd name="T38" fmla="*/ 8 w 25"/>
                <a:gd name="T39" fmla="*/ 20 h 26"/>
                <a:gd name="T40" fmla="*/ 8 w 25"/>
                <a:gd name="T41" fmla="*/ 6 h 26"/>
                <a:gd name="T42" fmla="*/ 10 w 25"/>
                <a:gd name="T43" fmla="*/ 12 h 26"/>
                <a:gd name="T44" fmla="*/ 13 w 25"/>
                <a:gd name="T45" fmla="*/ 12 h 26"/>
                <a:gd name="T46" fmla="*/ 16 w 25"/>
                <a:gd name="T47" fmla="*/ 10 h 26"/>
                <a:gd name="T48" fmla="*/ 13 w 25"/>
                <a:gd name="T49" fmla="*/ 8 h 26"/>
                <a:gd name="T50" fmla="*/ 10 w 25"/>
                <a:gd name="T51" fmla="*/ 8 h 26"/>
                <a:gd name="T52" fmla="*/ 10 w 25"/>
                <a:gd name="T53" fmla="*/ 12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5" h="26">
                  <a:moveTo>
                    <a:pt x="12" y="0"/>
                  </a:moveTo>
                  <a:cubicBezTo>
                    <a:pt x="19" y="0"/>
                    <a:pt x="25" y="5"/>
                    <a:pt x="25" y="13"/>
                  </a:cubicBezTo>
                  <a:cubicBezTo>
                    <a:pt x="25" y="20"/>
                    <a:pt x="19" y="26"/>
                    <a:pt x="12" y="26"/>
                  </a:cubicBezTo>
                  <a:cubicBezTo>
                    <a:pt x="6" y="26"/>
                    <a:pt x="0" y="20"/>
                    <a:pt x="0" y="13"/>
                  </a:cubicBezTo>
                  <a:cubicBezTo>
                    <a:pt x="0" y="5"/>
                    <a:pt x="6" y="0"/>
                    <a:pt x="12" y="0"/>
                  </a:cubicBezTo>
                  <a:moveTo>
                    <a:pt x="12" y="23"/>
                  </a:moveTo>
                  <a:cubicBezTo>
                    <a:pt x="18" y="23"/>
                    <a:pt x="22" y="19"/>
                    <a:pt x="22" y="13"/>
                  </a:cubicBezTo>
                  <a:cubicBezTo>
                    <a:pt x="22" y="7"/>
                    <a:pt x="18" y="3"/>
                    <a:pt x="12" y="3"/>
                  </a:cubicBezTo>
                  <a:cubicBezTo>
                    <a:pt x="7" y="3"/>
                    <a:pt x="3" y="7"/>
                    <a:pt x="3" y="13"/>
                  </a:cubicBezTo>
                  <a:cubicBezTo>
                    <a:pt x="3" y="19"/>
                    <a:pt x="7" y="23"/>
                    <a:pt x="12" y="23"/>
                  </a:cubicBezTo>
                  <a:moveTo>
                    <a:pt x="8" y="6"/>
                  </a:moveTo>
                  <a:cubicBezTo>
                    <a:pt x="13" y="6"/>
                    <a:pt x="13" y="6"/>
                    <a:pt x="13" y="6"/>
                  </a:cubicBezTo>
                  <a:cubicBezTo>
                    <a:pt x="16" y="6"/>
                    <a:pt x="18" y="7"/>
                    <a:pt x="18" y="10"/>
                  </a:cubicBezTo>
                  <a:cubicBezTo>
                    <a:pt x="18" y="13"/>
                    <a:pt x="17" y="14"/>
                    <a:pt x="15" y="14"/>
                  </a:cubicBezTo>
                  <a:cubicBezTo>
                    <a:pt x="18" y="20"/>
                    <a:pt x="18" y="20"/>
                    <a:pt x="18" y="20"/>
                  </a:cubicBezTo>
                  <a:cubicBezTo>
                    <a:pt x="16" y="20"/>
                    <a:pt x="16" y="20"/>
                    <a:pt x="16" y="20"/>
                  </a:cubicBezTo>
                  <a:cubicBezTo>
                    <a:pt x="12" y="14"/>
                    <a:pt x="12" y="14"/>
                    <a:pt x="12" y="14"/>
                  </a:cubicBezTo>
                  <a:cubicBezTo>
                    <a:pt x="10" y="14"/>
                    <a:pt x="10" y="14"/>
                    <a:pt x="10" y="14"/>
                  </a:cubicBezTo>
                  <a:cubicBezTo>
                    <a:pt x="10" y="20"/>
                    <a:pt x="10" y="20"/>
                    <a:pt x="10" y="20"/>
                  </a:cubicBezTo>
                  <a:cubicBezTo>
                    <a:pt x="8" y="20"/>
                    <a:pt x="8" y="20"/>
                    <a:pt x="8" y="20"/>
                  </a:cubicBezTo>
                  <a:lnTo>
                    <a:pt x="8" y="6"/>
                  </a:lnTo>
                  <a:close/>
                  <a:moveTo>
                    <a:pt x="10" y="12"/>
                  </a:moveTo>
                  <a:cubicBezTo>
                    <a:pt x="13" y="12"/>
                    <a:pt x="13" y="12"/>
                    <a:pt x="13" y="12"/>
                  </a:cubicBezTo>
                  <a:cubicBezTo>
                    <a:pt x="14" y="12"/>
                    <a:pt x="16" y="12"/>
                    <a:pt x="16" y="10"/>
                  </a:cubicBezTo>
                  <a:cubicBezTo>
                    <a:pt x="16" y="8"/>
                    <a:pt x="14" y="8"/>
                    <a:pt x="13" y="8"/>
                  </a:cubicBezTo>
                  <a:cubicBezTo>
                    <a:pt x="10" y="8"/>
                    <a:pt x="10" y="8"/>
                    <a:pt x="10" y="8"/>
                  </a:cubicBezTo>
                  <a:lnTo>
                    <a:pt x="10" y="12"/>
                  </a:lnTo>
                  <a:close/>
                </a:path>
              </a:pathLst>
            </a:custGeom>
            <a:solidFill>
              <a:srgbClr val="1A144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7" name="Rectangle 85"/>
            <p:cNvSpPr>
              <a:spLocks noChangeArrowheads="1"/>
            </p:cNvSpPr>
            <p:nvPr/>
          </p:nvSpPr>
          <p:spPr bwMode="gray">
            <a:xfrm>
              <a:off x="4470401" y="3727450"/>
              <a:ext cx="1631950" cy="15875"/>
            </a:xfrm>
            <a:prstGeom prst="rect">
              <a:avLst/>
            </a:prstGeom>
            <a:solidFill>
              <a:srgbClr val="1A144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8" name="Rectangle 86"/>
            <p:cNvSpPr>
              <a:spLocks noChangeArrowheads="1"/>
            </p:cNvSpPr>
            <p:nvPr/>
          </p:nvSpPr>
          <p:spPr bwMode="gray">
            <a:xfrm>
              <a:off x="6327776" y="3727450"/>
              <a:ext cx="2352675" cy="15875"/>
            </a:xfrm>
            <a:prstGeom prst="rect">
              <a:avLst/>
            </a:prstGeom>
            <a:solidFill>
              <a:srgbClr val="1A144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9" name="Rectangle 87"/>
            <p:cNvSpPr>
              <a:spLocks noChangeArrowheads="1"/>
            </p:cNvSpPr>
            <p:nvPr/>
          </p:nvSpPr>
          <p:spPr bwMode="gray">
            <a:xfrm>
              <a:off x="5410201" y="3886200"/>
              <a:ext cx="44450" cy="231775"/>
            </a:xfrm>
            <a:prstGeom prst="rect">
              <a:avLst/>
            </a:prstGeom>
            <a:solidFill>
              <a:srgbClr val="1A144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0" name="Freeform 88"/>
            <p:cNvSpPr>
              <a:spLocks/>
            </p:cNvSpPr>
            <p:nvPr/>
          </p:nvSpPr>
          <p:spPr bwMode="gray">
            <a:xfrm>
              <a:off x="5580063" y="3886200"/>
              <a:ext cx="171450" cy="231775"/>
            </a:xfrm>
            <a:custGeom>
              <a:avLst/>
              <a:gdLst>
                <a:gd name="T0" fmla="*/ 0 w 108"/>
                <a:gd name="T1" fmla="*/ 0 h 146"/>
                <a:gd name="T2" fmla="*/ 23 w 108"/>
                <a:gd name="T3" fmla="*/ 0 h 146"/>
                <a:gd name="T4" fmla="*/ 85 w 108"/>
                <a:gd name="T5" fmla="*/ 103 h 146"/>
                <a:gd name="T6" fmla="*/ 85 w 108"/>
                <a:gd name="T7" fmla="*/ 103 h 146"/>
                <a:gd name="T8" fmla="*/ 85 w 108"/>
                <a:gd name="T9" fmla="*/ 0 h 146"/>
                <a:gd name="T10" fmla="*/ 108 w 108"/>
                <a:gd name="T11" fmla="*/ 0 h 146"/>
                <a:gd name="T12" fmla="*/ 108 w 108"/>
                <a:gd name="T13" fmla="*/ 146 h 146"/>
                <a:gd name="T14" fmla="*/ 85 w 108"/>
                <a:gd name="T15" fmla="*/ 146 h 146"/>
                <a:gd name="T16" fmla="*/ 26 w 108"/>
                <a:gd name="T17" fmla="*/ 43 h 146"/>
                <a:gd name="T18" fmla="*/ 23 w 108"/>
                <a:gd name="T19" fmla="*/ 43 h 146"/>
                <a:gd name="T20" fmla="*/ 23 w 108"/>
                <a:gd name="T21" fmla="*/ 146 h 146"/>
                <a:gd name="T22" fmla="*/ 0 w 108"/>
                <a:gd name="T23" fmla="*/ 146 h 146"/>
                <a:gd name="T24" fmla="*/ 0 w 108"/>
                <a:gd name="T25" fmla="*/ 0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08" h="146">
                  <a:moveTo>
                    <a:pt x="0" y="0"/>
                  </a:moveTo>
                  <a:lnTo>
                    <a:pt x="23" y="0"/>
                  </a:lnTo>
                  <a:lnTo>
                    <a:pt x="85" y="103"/>
                  </a:lnTo>
                  <a:lnTo>
                    <a:pt x="85" y="103"/>
                  </a:lnTo>
                  <a:lnTo>
                    <a:pt x="85" y="0"/>
                  </a:lnTo>
                  <a:lnTo>
                    <a:pt x="108" y="0"/>
                  </a:lnTo>
                  <a:lnTo>
                    <a:pt x="108" y="146"/>
                  </a:lnTo>
                  <a:lnTo>
                    <a:pt x="85" y="146"/>
                  </a:lnTo>
                  <a:lnTo>
                    <a:pt x="26" y="43"/>
                  </a:lnTo>
                  <a:lnTo>
                    <a:pt x="23" y="43"/>
                  </a:lnTo>
                  <a:lnTo>
                    <a:pt x="23" y="146"/>
                  </a:lnTo>
                  <a:lnTo>
                    <a:pt x="0" y="14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A144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1" name="Freeform 89"/>
            <p:cNvSpPr>
              <a:spLocks/>
            </p:cNvSpPr>
            <p:nvPr/>
          </p:nvSpPr>
          <p:spPr bwMode="gray">
            <a:xfrm>
              <a:off x="5849938" y="3883025"/>
              <a:ext cx="198438" cy="238125"/>
            </a:xfrm>
            <a:custGeom>
              <a:avLst/>
              <a:gdLst>
                <a:gd name="T0" fmla="*/ 10 w 53"/>
                <a:gd name="T1" fmla="*/ 43 h 63"/>
                <a:gd name="T2" fmla="*/ 28 w 53"/>
                <a:gd name="T3" fmla="*/ 53 h 63"/>
                <a:gd name="T4" fmla="*/ 41 w 53"/>
                <a:gd name="T5" fmla="*/ 45 h 63"/>
                <a:gd name="T6" fmla="*/ 28 w 53"/>
                <a:gd name="T7" fmla="*/ 37 h 63"/>
                <a:gd name="T8" fmla="*/ 22 w 53"/>
                <a:gd name="T9" fmla="*/ 35 h 63"/>
                <a:gd name="T10" fmla="*/ 3 w 53"/>
                <a:gd name="T11" fmla="*/ 18 h 63"/>
                <a:gd name="T12" fmla="*/ 27 w 53"/>
                <a:gd name="T13" fmla="*/ 0 h 63"/>
                <a:gd name="T14" fmla="*/ 52 w 53"/>
                <a:gd name="T15" fmla="*/ 12 h 63"/>
                <a:gd name="T16" fmla="*/ 43 w 53"/>
                <a:gd name="T17" fmla="*/ 19 h 63"/>
                <a:gd name="T18" fmla="*/ 27 w 53"/>
                <a:gd name="T19" fmla="*/ 10 h 63"/>
                <a:gd name="T20" fmla="*/ 15 w 53"/>
                <a:gd name="T21" fmla="*/ 17 h 63"/>
                <a:gd name="T22" fmla="*/ 28 w 53"/>
                <a:gd name="T23" fmla="*/ 25 h 63"/>
                <a:gd name="T24" fmla="*/ 35 w 53"/>
                <a:gd name="T25" fmla="*/ 26 h 63"/>
                <a:gd name="T26" fmla="*/ 53 w 53"/>
                <a:gd name="T27" fmla="*/ 43 h 63"/>
                <a:gd name="T28" fmla="*/ 26 w 53"/>
                <a:gd name="T29" fmla="*/ 63 h 63"/>
                <a:gd name="T30" fmla="*/ 0 w 53"/>
                <a:gd name="T31" fmla="*/ 50 h 63"/>
                <a:gd name="T32" fmla="*/ 10 w 53"/>
                <a:gd name="T33" fmla="*/ 43 h 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53" h="63">
                  <a:moveTo>
                    <a:pt x="10" y="43"/>
                  </a:moveTo>
                  <a:cubicBezTo>
                    <a:pt x="14" y="50"/>
                    <a:pt x="21" y="53"/>
                    <a:pt x="28" y="53"/>
                  </a:cubicBezTo>
                  <a:cubicBezTo>
                    <a:pt x="33" y="53"/>
                    <a:pt x="41" y="51"/>
                    <a:pt x="41" y="45"/>
                  </a:cubicBezTo>
                  <a:cubicBezTo>
                    <a:pt x="41" y="40"/>
                    <a:pt x="36" y="39"/>
                    <a:pt x="28" y="37"/>
                  </a:cubicBezTo>
                  <a:cubicBezTo>
                    <a:pt x="22" y="35"/>
                    <a:pt x="22" y="35"/>
                    <a:pt x="22" y="35"/>
                  </a:cubicBezTo>
                  <a:cubicBezTo>
                    <a:pt x="12" y="33"/>
                    <a:pt x="3" y="30"/>
                    <a:pt x="3" y="18"/>
                  </a:cubicBezTo>
                  <a:cubicBezTo>
                    <a:pt x="3" y="6"/>
                    <a:pt x="16" y="0"/>
                    <a:pt x="27" y="0"/>
                  </a:cubicBezTo>
                  <a:cubicBezTo>
                    <a:pt x="37" y="0"/>
                    <a:pt x="46" y="3"/>
                    <a:pt x="52" y="12"/>
                  </a:cubicBezTo>
                  <a:cubicBezTo>
                    <a:pt x="43" y="19"/>
                    <a:pt x="43" y="19"/>
                    <a:pt x="43" y="19"/>
                  </a:cubicBezTo>
                  <a:cubicBezTo>
                    <a:pt x="40" y="13"/>
                    <a:pt x="34" y="10"/>
                    <a:pt x="27" y="10"/>
                  </a:cubicBezTo>
                  <a:cubicBezTo>
                    <a:pt x="20" y="10"/>
                    <a:pt x="15" y="13"/>
                    <a:pt x="15" y="17"/>
                  </a:cubicBezTo>
                  <a:cubicBezTo>
                    <a:pt x="15" y="22"/>
                    <a:pt x="21" y="23"/>
                    <a:pt x="28" y="25"/>
                  </a:cubicBezTo>
                  <a:cubicBezTo>
                    <a:pt x="35" y="26"/>
                    <a:pt x="35" y="26"/>
                    <a:pt x="35" y="26"/>
                  </a:cubicBezTo>
                  <a:cubicBezTo>
                    <a:pt x="44" y="28"/>
                    <a:pt x="53" y="32"/>
                    <a:pt x="53" y="43"/>
                  </a:cubicBezTo>
                  <a:cubicBezTo>
                    <a:pt x="53" y="58"/>
                    <a:pt x="39" y="63"/>
                    <a:pt x="26" y="63"/>
                  </a:cubicBezTo>
                  <a:cubicBezTo>
                    <a:pt x="16" y="63"/>
                    <a:pt x="6" y="59"/>
                    <a:pt x="0" y="50"/>
                  </a:cubicBezTo>
                  <a:lnTo>
                    <a:pt x="10" y="43"/>
                  </a:lnTo>
                  <a:close/>
                </a:path>
              </a:pathLst>
            </a:custGeom>
            <a:solidFill>
              <a:srgbClr val="1A144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2" name="Freeform 90"/>
            <p:cNvSpPr>
              <a:spLocks/>
            </p:cNvSpPr>
            <p:nvPr/>
          </p:nvSpPr>
          <p:spPr bwMode="gray">
            <a:xfrm>
              <a:off x="6157913" y="3886200"/>
              <a:ext cx="184150" cy="234950"/>
            </a:xfrm>
            <a:custGeom>
              <a:avLst/>
              <a:gdLst>
                <a:gd name="T0" fmla="*/ 49 w 49"/>
                <a:gd name="T1" fmla="*/ 42 h 62"/>
                <a:gd name="T2" fmla="*/ 24 w 49"/>
                <a:gd name="T3" fmla="*/ 62 h 62"/>
                <a:gd name="T4" fmla="*/ 0 w 49"/>
                <a:gd name="T5" fmla="*/ 42 h 62"/>
                <a:gd name="T6" fmla="*/ 0 w 49"/>
                <a:gd name="T7" fmla="*/ 0 h 62"/>
                <a:gd name="T8" fmla="*/ 11 w 49"/>
                <a:gd name="T9" fmla="*/ 0 h 62"/>
                <a:gd name="T10" fmla="*/ 11 w 49"/>
                <a:gd name="T11" fmla="*/ 39 h 62"/>
                <a:gd name="T12" fmla="*/ 24 w 49"/>
                <a:gd name="T13" fmla="*/ 51 h 62"/>
                <a:gd name="T14" fmla="*/ 37 w 49"/>
                <a:gd name="T15" fmla="*/ 39 h 62"/>
                <a:gd name="T16" fmla="*/ 37 w 49"/>
                <a:gd name="T17" fmla="*/ 0 h 62"/>
                <a:gd name="T18" fmla="*/ 49 w 49"/>
                <a:gd name="T19" fmla="*/ 0 h 62"/>
                <a:gd name="T20" fmla="*/ 49 w 49"/>
                <a:gd name="T21" fmla="*/ 42 h 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49" h="62">
                  <a:moveTo>
                    <a:pt x="49" y="42"/>
                  </a:moveTo>
                  <a:cubicBezTo>
                    <a:pt x="49" y="54"/>
                    <a:pt x="39" y="62"/>
                    <a:pt x="24" y="62"/>
                  </a:cubicBezTo>
                  <a:cubicBezTo>
                    <a:pt x="10" y="62"/>
                    <a:pt x="0" y="54"/>
                    <a:pt x="0" y="42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1" y="0"/>
                    <a:pt x="11" y="0"/>
                    <a:pt x="11" y="0"/>
                  </a:cubicBezTo>
                  <a:cubicBezTo>
                    <a:pt x="11" y="39"/>
                    <a:pt x="11" y="39"/>
                    <a:pt x="11" y="39"/>
                  </a:cubicBezTo>
                  <a:cubicBezTo>
                    <a:pt x="11" y="46"/>
                    <a:pt x="14" y="51"/>
                    <a:pt x="24" y="51"/>
                  </a:cubicBezTo>
                  <a:cubicBezTo>
                    <a:pt x="34" y="51"/>
                    <a:pt x="37" y="46"/>
                    <a:pt x="37" y="39"/>
                  </a:cubicBezTo>
                  <a:cubicBezTo>
                    <a:pt x="37" y="0"/>
                    <a:pt x="37" y="0"/>
                    <a:pt x="37" y="0"/>
                  </a:cubicBezTo>
                  <a:cubicBezTo>
                    <a:pt x="49" y="0"/>
                    <a:pt x="49" y="0"/>
                    <a:pt x="49" y="0"/>
                  </a:cubicBezTo>
                  <a:lnTo>
                    <a:pt x="49" y="42"/>
                  </a:lnTo>
                  <a:close/>
                </a:path>
              </a:pathLst>
            </a:custGeom>
            <a:solidFill>
              <a:srgbClr val="1A144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3" name="Freeform 91"/>
            <p:cNvSpPr>
              <a:spLocks noEditPoints="1"/>
            </p:cNvSpPr>
            <p:nvPr/>
          </p:nvSpPr>
          <p:spPr bwMode="gray">
            <a:xfrm>
              <a:off x="6462713" y="3886200"/>
              <a:ext cx="176213" cy="231775"/>
            </a:xfrm>
            <a:custGeom>
              <a:avLst/>
              <a:gdLst>
                <a:gd name="T0" fmla="*/ 0 w 47"/>
                <a:gd name="T1" fmla="*/ 0 h 61"/>
                <a:gd name="T2" fmla="*/ 25 w 47"/>
                <a:gd name="T3" fmla="*/ 0 h 61"/>
                <a:gd name="T4" fmla="*/ 46 w 47"/>
                <a:gd name="T5" fmla="*/ 18 h 61"/>
                <a:gd name="T6" fmla="*/ 34 w 47"/>
                <a:gd name="T7" fmla="*/ 36 h 61"/>
                <a:gd name="T8" fmla="*/ 47 w 47"/>
                <a:gd name="T9" fmla="*/ 61 h 61"/>
                <a:gd name="T10" fmla="*/ 34 w 47"/>
                <a:gd name="T11" fmla="*/ 61 h 61"/>
                <a:gd name="T12" fmla="*/ 22 w 47"/>
                <a:gd name="T13" fmla="*/ 38 h 61"/>
                <a:gd name="T14" fmla="*/ 11 w 47"/>
                <a:gd name="T15" fmla="*/ 38 h 61"/>
                <a:gd name="T16" fmla="*/ 11 w 47"/>
                <a:gd name="T17" fmla="*/ 61 h 61"/>
                <a:gd name="T18" fmla="*/ 0 w 47"/>
                <a:gd name="T19" fmla="*/ 61 h 61"/>
                <a:gd name="T20" fmla="*/ 0 w 47"/>
                <a:gd name="T21" fmla="*/ 0 h 61"/>
                <a:gd name="T22" fmla="*/ 11 w 47"/>
                <a:gd name="T23" fmla="*/ 28 h 61"/>
                <a:gd name="T24" fmla="*/ 24 w 47"/>
                <a:gd name="T25" fmla="*/ 28 h 61"/>
                <a:gd name="T26" fmla="*/ 34 w 47"/>
                <a:gd name="T27" fmla="*/ 19 h 61"/>
                <a:gd name="T28" fmla="*/ 22 w 47"/>
                <a:gd name="T29" fmla="*/ 10 h 61"/>
                <a:gd name="T30" fmla="*/ 11 w 47"/>
                <a:gd name="T31" fmla="*/ 10 h 61"/>
                <a:gd name="T32" fmla="*/ 11 w 47"/>
                <a:gd name="T33" fmla="*/ 28 h 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7" h="61">
                  <a:moveTo>
                    <a:pt x="0" y="0"/>
                  </a:moveTo>
                  <a:cubicBezTo>
                    <a:pt x="25" y="0"/>
                    <a:pt x="25" y="0"/>
                    <a:pt x="25" y="0"/>
                  </a:cubicBezTo>
                  <a:cubicBezTo>
                    <a:pt x="38" y="0"/>
                    <a:pt x="46" y="8"/>
                    <a:pt x="46" y="18"/>
                  </a:cubicBezTo>
                  <a:cubicBezTo>
                    <a:pt x="46" y="32"/>
                    <a:pt x="37" y="35"/>
                    <a:pt x="34" y="36"/>
                  </a:cubicBezTo>
                  <a:cubicBezTo>
                    <a:pt x="47" y="61"/>
                    <a:pt x="47" y="61"/>
                    <a:pt x="47" y="61"/>
                  </a:cubicBezTo>
                  <a:cubicBezTo>
                    <a:pt x="34" y="61"/>
                    <a:pt x="34" y="61"/>
                    <a:pt x="34" y="61"/>
                  </a:cubicBezTo>
                  <a:cubicBezTo>
                    <a:pt x="22" y="38"/>
                    <a:pt x="22" y="38"/>
                    <a:pt x="22" y="38"/>
                  </a:cubicBezTo>
                  <a:cubicBezTo>
                    <a:pt x="11" y="38"/>
                    <a:pt x="11" y="38"/>
                    <a:pt x="11" y="38"/>
                  </a:cubicBezTo>
                  <a:cubicBezTo>
                    <a:pt x="11" y="61"/>
                    <a:pt x="11" y="61"/>
                    <a:pt x="11" y="61"/>
                  </a:cubicBezTo>
                  <a:cubicBezTo>
                    <a:pt x="0" y="61"/>
                    <a:pt x="0" y="61"/>
                    <a:pt x="0" y="61"/>
                  </a:cubicBezTo>
                  <a:lnTo>
                    <a:pt x="0" y="0"/>
                  </a:lnTo>
                  <a:close/>
                  <a:moveTo>
                    <a:pt x="11" y="28"/>
                  </a:moveTo>
                  <a:cubicBezTo>
                    <a:pt x="24" y="28"/>
                    <a:pt x="24" y="28"/>
                    <a:pt x="24" y="28"/>
                  </a:cubicBezTo>
                  <a:cubicBezTo>
                    <a:pt x="30" y="28"/>
                    <a:pt x="34" y="25"/>
                    <a:pt x="34" y="19"/>
                  </a:cubicBezTo>
                  <a:cubicBezTo>
                    <a:pt x="34" y="14"/>
                    <a:pt x="30" y="10"/>
                    <a:pt x="22" y="10"/>
                  </a:cubicBezTo>
                  <a:cubicBezTo>
                    <a:pt x="11" y="10"/>
                    <a:pt x="11" y="10"/>
                    <a:pt x="11" y="10"/>
                  </a:cubicBezTo>
                  <a:lnTo>
                    <a:pt x="11" y="28"/>
                  </a:lnTo>
                  <a:close/>
                </a:path>
              </a:pathLst>
            </a:custGeom>
            <a:solidFill>
              <a:srgbClr val="1A144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4" name="Freeform 92"/>
            <p:cNvSpPr>
              <a:spLocks noEditPoints="1"/>
            </p:cNvSpPr>
            <p:nvPr/>
          </p:nvSpPr>
          <p:spPr bwMode="gray">
            <a:xfrm>
              <a:off x="6721476" y="3886200"/>
              <a:ext cx="203200" cy="231775"/>
            </a:xfrm>
            <a:custGeom>
              <a:avLst/>
              <a:gdLst>
                <a:gd name="T0" fmla="*/ 50 w 128"/>
                <a:gd name="T1" fmla="*/ 0 h 146"/>
                <a:gd name="T2" fmla="*/ 81 w 128"/>
                <a:gd name="T3" fmla="*/ 0 h 146"/>
                <a:gd name="T4" fmla="*/ 128 w 128"/>
                <a:gd name="T5" fmla="*/ 146 h 146"/>
                <a:gd name="T6" fmla="*/ 100 w 128"/>
                <a:gd name="T7" fmla="*/ 146 h 146"/>
                <a:gd name="T8" fmla="*/ 93 w 128"/>
                <a:gd name="T9" fmla="*/ 117 h 146"/>
                <a:gd name="T10" fmla="*/ 38 w 128"/>
                <a:gd name="T11" fmla="*/ 117 h 146"/>
                <a:gd name="T12" fmla="*/ 29 w 128"/>
                <a:gd name="T13" fmla="*/ 146 h 146"/>
                <a:gd name="T14" fmla="*/ 0 w 128"/>
                <a:gd name="T15" fmla="*/ 146 h 146"/>
                <a:gd name="T16" fmla="*/ 50 w 128"/>
                <a:gd name="T17" fmla="*/ 0 h 146"/>
                <a:gd name="T18" fmla="*/ 64 w 128"/>
                <a:gd name="T19" fmla="*/ 26 h 146"/>
                <a:gd name="T20" fmla="*/ 64 w 128"/>
                <a:gd name="T21" fmla="*/ 26 h 146"/>
                <a:gd name="T22" fmla="*/ 45 w 128"/>
                <a:gd name="T23" fmla="*/ 93 h 146"/>
                <a:gd name="T24" fmla="*/ 85 w 128"/>
                <a:gd name="T25" fmla="*/ 93 h 146"/>
                <a:gd name="T26" fmla="*/ 64 w 128"/>
                <a:gd name="T27" fmla="*/ 26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28" h="146">
                  <a:moveTo>
                    <a:pt x="50" y="0"/>
                  </a:moveTo>
                  <a:lnTo>
                    <a:pt x="81" y="0"/>
                  </a:lnTo>
                  <a:lnTo>
                    <a:pt x="128" y="146"/>
                  </a:lnTo>
                  <a:lnTo>
                    <a:pt x="100" y="146"/>
                  </a:lnTo>
                  <a:lnTo>
                    <a:pt x="93" y="117"/>
                  </a:lnTo>
                  <a:lnTo>
                    <a:pt x="38" y="117"/>
                  </a:lnTo>
                  <a:lnTo>
                    <a:pt x="29" y="146"/>
                  </a:lnTo>
                  <a:lnTo>
                    <a:pt x="0" y="146"/>
                  </a:lnTo>
                  <a:lnTo>
                    <a:pt x="50" y="0"/>
                  </a:lnTo>
                  <a:close/>
                  <a:moveTo>
                    <a:pt x="64" y="26"/>
                  </a:moveTo>
                  <a:lnTo>
                    <a:pt x="64" y="26"/>
                  </a:lnTo>
                  <a:lnTo>
                    <a:pt x="45" y="93"/>
                  </a:lnTo>
                  <a:lnTo>
                    <a:pt x="85" y="93"/>
                  </a:lnTo>
                  <a:lnTo>
                    <a:pt x="64" y="26"/>
                  </a:lnTo>
                  <a:close/>
                </a:path>
              </a:pathLst>
            </a:custGeom>
            <a:solidFill>
              <a:srgbClr val="1A144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5" name="Freeform 93"/>
            <p:cNvSpPr>
              <a:spLocks/>
            </p:cNvSpPr>
            <p:nvPr/>
          </p:nvSpPr>
          <p:spPr bwMode="gray">
            <a:xfrm>
              <a:off x="7023101" y="3886200"/>
              <a:ext cx="171450" cy="231775"/>
            </a:xfrm>
            <a:custGeom>
              <a:avLst/>
              <a:gdLst>
                <a:gd name="T0" fmla="*/ 0 w 108"/>
                <a:gd name="T1" fmla="*/ 0 h 146"/>
                <a:gd name="T2" fmla="*/ 23 w 108"/>
                <a:gd name="T3" fmla="*/ 0 h 146"/>
                <a:gd name="T4" fmla="*/ 82 w 108"/>
                <a:gd name="T5" fmla="*/ 103 h 146"/>
                <a:gd name="T6" fmla="*/ 85 w 108"/>
                <a:gd name="T7" fmla="*/ 103 h 146"/>
                <a:gd name="T8" fmla="*/ 85 w 108"/>
                <a:gd name="T9" fmla="*/ 0 h 146"/>
                <a:gd name="T10" fmla="*/ 108 w 108"/>
                <a:gd name="T11" fmla="*/ 0 h 146"/>
                <a:gd name="T12" fmla="*/ 108 w 108"/>
                <a:gd name="T13" fmla="*/ 146 h 146"/>
                <a:gd name="T14" fmla="*/ 82 w 108"/>
                <a:gd name="T15" fmla="*/ 146 h 146"/>
                <a:gd name="T16" fmla="*/ 23 w 108"/>
                <a:gd name="T17" fmla="*/ 43 h 146"/>
                <a:gd name="T18" fmla="*/ 23 w 108"/>
                <a:gd name="T19" fmla="*/ 43 h 146"/>
                <a:gd name="T20" fmla="*/ 23 w 108"/>
                <a:gd name="T21" fmla="*/ 146 h 146"/>
                <a:gd name="T22" fmla="*/ 0 w 108"/>
                <a:gd name="T23" fmla="*/ 146 h 146"/>
                <a:gd name="T24" fmla="*/ 0 w 108"/>
                <a:gd name="T25" fmla="*/ 0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08" h="146">
                  <a:moveTo>
                    <a:pt x="0" y="0"/>
                  </a:moveTo>
                  <a:lnTo>
                    <a:pt x="23" y="0"/>
                  </a:lnTo>
                  <a:lnTo>
                    <a:pt x="82" y="103"/>
                  </a:lnTo>
                  <a:lnTo>
                    <a:pt x="85" y="103"/>
                  </a:lnTo>
                  <a:lnTo>
                    <a:pt x="85" y="0"/>
                  </a:lnTo>
                  <a:lnTo>
                    <a:pt x="108" y="0"/>
                  </a:lnTo>
                  <a:lnTo>
                    <a:pt x="108" y="146"/>
                  </a:lnTo>
                  <a:lnTo>
                    <a:pt x="82" y="146"/>
                  </a:lnTo>
                  <a:lnTo>
                    <a:pt x="23" y="43"/>
                  </a:lnTo>
                  <a:lnTo>
                    <a:pt x="23" y="43"/>
                  </a:lnTo>
                  <a:lnTo>
                    <a:pt x="23" y="146"/>
                  </a:lnTo>
                  <a:lnTo>
                    <a:pt x="0" y="14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A144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6" name="Freeform 94"/>
            <p:cNvSpPr>
              <a:spLocks/>
            </p:cNvSpPr>
            <p:nvPr/>
          </p:nvSpPr>
          <p:spPr bwMode="gray">
            <a:xfrm>
              <a:off x="7304088" y="3883025"/>
              <a:ext cx="203200" cy="238125"/>
            </a:xfrm>
            <a:custGeom>
              <a:avLst/>
              <a:gdLst>
                <a:gd name="T0" fmla="*/ 42 w 54"/>
                <a:gd name="T1" fmla="*/ 21 h 63"/>
                <a:gd name="T2" fmla="*/ 29 w 54"/>
                <a:gd name="T3" fmla="*/ 10 h 63"/>
                <a:gd name="T4" fmla="*/ 12 w 54"/>
                <a:gd name="T5" fmla="*/ 31 h 63"/>
                <a:gd name="T6" fmla="*/ 29 w 54"/>
                <a:gd name="T7" fmla="*/ 53 h 63"/>
                <a:gd name="T8" fmla="*/ 43 w 54"/>
                <a:gd name="T9" fmla="*/ 40 h 63"/>
                <a:gd name="T10" fmla="*/ 54 w 54"/>
                <a:gd name="T11" fmla="*/ 45 h 63"/>
                <a:gd name="T12" fmla="*/ 29 w 54"/>
                <a:gd name="T13" fmla="*/ 63 h 63"/>
                <a:gd name="T14" fmla="*/ 0 w 54"/>
                <a:gd name="T15" fmla="*/ 31 h 63"/>
                <a:gd name="T16" fmla="*/ 29 w 54"/>
                <a:gd name="T17" fmla="*/ 0 h 63"/>
                <a:gd name="T18" fmla="*/ 53 w 54"/>
                <a:gd name="T19" fmla="*/ 19 h 63"/>
                <a:gd name="T20" fmla="*/ 42 w 54"/>
                <a:gd name="T21" fmla="*/ 21 h 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4" h="63">
                  <a:moveTo>
                    <a:pt x="42" y="21"/>
                  </a:moveTo>
                  <a:cubicBezTo>
                    <a:pt x="41" y="15"/>
                    <a:pt x="36" y="10"/>
                    <a:pt x="29" y="10"/>
                  </a:cubicBezTo>
                  <a:cubicBezTo>
                    <a:pt x="17" y="10"/>
                    <a:pt x="12" y="21"/>
                    <a:pt x="12" y="31"/>
                  </a:cubicBezTo>
                  <a:cubicBezTo>
                    <a:pt x="12" y="42"/>
                    <a:pt x="17" y="53"/>
                    <a:pt x="29" y="53"/>
                  </a:cubicBezTo>
                  <a:cubicBezTo>
                    <a:pt x="37" y="53"/>
                    <a:pt x="41" y="47"/>
                    <a:pt x="43" y="40"/>
                  </a:cubicBezTo>
                  <a:cubicBezTo>
                    <a:pt x="54" y="45"/>
                    <a:pt x="54" y="45"/>
                    <a:pt x="54" y="45"/>
                  </a:cubicBezTo>
                  <a:cubicBezTo>
                    <a:pt x="49" y="57"/>
                    <a:pt x="41" y="63"/>
                    <a:pt x="29" y="63"/>
                  </a:cubicBezTo>
                  <a:cubicBezTo>
                    <a:pt x="9" y="63"/>
                    <a:pt x="0" y="48"/>
                    <a:pt x="0" y="31"/>
                  </a:cubicBezTo>
                  <a:cubicBezTo>
                    <a:pt x="0" y="14"/>
                    <a:pt x="11" y="0"/>
                    <a:pt x="29" y="0"/>
                  </a:cubicBezTo>
                  <a:cubicBezTo>
                    <a:pt x="41" y="0"/>
                    <a:pt x="50" y="6"/>
                    <a:pt x="53" y="19"/>
                  </a:cubicBezTo>
                  <a:lnTo>
                    <a:pt x="42" y="21"/>
                  </a:lnTo>
                  <a:close/>
                </a:path>
              </a:pathLst>
            </a:custGeom>
            <a:solidFill>
              <a:srgbClr val="1A144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7" name="Freeform 95"/>
            <p:cNvSpPr>
              <a:spLocks/>
            </p:cNvSpPr>
            <p:nvPr/>
          </p:nvSpPr>
          <p:spPr bwMode="gray">
            <a:xfrm>
              <a:off x="7597776" y="3886200"/>
              <a:ext cx="168275" cy="231775"/>
            </a:xfrm>
            <a:custGeom>
              <a:avLst/>
              <a:gdLst>
                <a:gd name="T0" fmla="*/ 0 w 106"/>
                <a:gd name="T1" fmla="*/ 0 h 146"/>
                <a:gd name="T2" fmla="*/ 102 w 106"/>
                <a:gd name="T3" fmla="*/ 0 h 146"/>
                <a:gd name="T4" fmla="*/ 102 w 106"/>
                <a:gd name="T5" fmla="*/ 26 h 146"/>
                <a:gd name="T6" fmla="*/ 28 w 106"/>
                <a:gd name="T7" fmla="*/ 26 h 146"/>
                <a:gd name="T8" fmla="*/ 28 w 106"/>
                <a:gd name="T9" fmla="*/ 57 h 146"/>
                <a:gd name="T10" fmla="*/ 95 w 106"/>
                <a:gd name="T11" fmla="*/ 57 h 146"/>
                <a:gd name="T12" fmla="*/ 95 w 106"/>
                <a:gd name="T13" fmla="*/ 81 h 146"/>
                <a:gd name="T14" fmla="*/ 28 w 106"/>
                <a:gd name="T15" fmla="*/ 81 h 146"/>
                <a:gd name="T16" fmla="*/ 28 w 106"/>
                <a:gd name="T17" fmla="*/ 119 h 146"/>
                <a:gd name="T18" fmla="*/ 106 w 106"/>
                <a:gd name="T19" fmla="*/ 119 h 146"/>
                <a:gd name="T20" fmla="*/ 106 w 106"/>
                <a:gd name="T21" fmla="*/ 146 h 146"/>
                <a:gd name="T22" fmla="*/ 0 w 106"/>
                <a:gd name="T23" fmla="*/ 146 h 146"/>
                <a:gd name="T24" fmla="*/ 0 w 106"/>
                <a:gd name="T25" fmla="*/ 0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06" h="146">
                  <a:moveTo>
                    <a:pt x="0" y="0"/>
                  </a:moveTo>
                  <a:lnTo>
                    <a:pt x="102" y="0"/>
                  </a:lnTo>
                  <a:lnTo>
                    <a:pt x="102" y="26"/>
                  </a:lnTo>
                  <a:lnTo>
                    <a:pt x="28" y="26"/>
                  </a:lnTo>
                  <a:lnTo>
                    <a:pt x="28" y="57"/>
                  </a:lnTo>
                  <a:lnTo>
                    <a:pt x="95" y="57"/>
                  </a:lnTo>
                  <a:lnTo>
                    <a:pt x="95" y="81"/>
                  </a:lnTo>
                  <a:lnTo>
                    <a:pt x="28" y="81"/>
                  </a:lnTo>
                  <a:lnTo>
                    <a:pt x="28" y="119"/>
                  </a:lnTo>
                  <a:lnTo>
                    <a:pt x="106" y="119"/>
                  </a:lnTo>
                  <a:lnTo>
                    <a:pt x="106" y="146"/>
                  </a:lnTo>
                  <a:lnTo>
                    <a:pt x="0" y="14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A144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010411668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and Content w/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think-cell data - do not delete" hidden="1">
            <a:extLst>
              <a:ext uri="{FF2B5EF4-FFF2-40B4-BE49-F238E27FC236}">
                <a16:creationId xmlns:a16="http://schemas.microsoft.com/office/drawing/2014/main" id="{B2B3F004-E1B2-3A32-636C-5742EBB15BEA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95" imgH="396" progId="TCLayout.ActiveDocument.1">
                  <p:embed/>
                </p:oleObj>
              </mc:Choice>
              <mc:Fallback>
                <p:oleObj name="think-cell Slide" r:id="rId3" imgW="395" imgH="396" progId="TCLayout.ActiveDocument.1">
                  <p:embed/>
                  <p:pic>
                    <p:nvPicPr>
                      <p:cNvPr id="10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B2B3F004-E1B2-3A32-636C-5742EBB15BE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954BA5-570B-4BB5-B3E7-33BEEF6B99B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858501" y="6370639"/>
            <a:ext cx="62865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r" defTabSz="914400" rtl="0" eaLnBrk="1" latinLnBrk="0" hangingPunct="1">
              <a:defRPr lang="en-US" sz="1200" kern="1200" smtClean="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/>
              <a:t>1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34F9F236-E5F1-497B-9D2D-66F8717F5B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28682" y="6325035"/>
            <a:ext cx="5934636" cy="365125"/>
          </a:xfrm>
          <a:prstGeom prst="rect">
            <a:avLst/>
          </a:prstGeom>
        </p:spPr>
        <p:txBody>
          <a:bodyPr anchor="ctr">
            <a:noAutofit/>
          </a:bodyPr>
          <a:lstStyle>
            <a:defPPr>
              <a:defRPr lang="en-US"/>
            </a:defPPr>
            <a:lvl1pPr marL="0" algn="ctr" defTabSz="914400" rtl="0" eaLnBrk="1" latinLnBrk="0" hangingPunct="1">
              <a:defRPr lang="en-US" sz="1400" kern="1200" dirty="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90000"/>
              </a:lnSpc>
              <a:spcBef>
                <a:spcPts val="1000"/>
              </a:spcBef>
            </a:pPr>
            <a:r>
              <a:rPr lang="en-US"/>
              <a:t>Confidential &amp; Proprietary – Not for Distribution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B199C20A-51FB-47CF-8539-89D6150A17E1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241299" y="1443037"/>
            <a:ext cx="7315200" cy="470675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C0AC987B-0659-4BC7-B0F8-0F7209F60BEB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7865585" y="1443037"/>
            <a:ext cx="4114800" cy="4114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>
                <a:solidFill>
                  <a:schemeClr val="accent3"/>
                </a:solidFill>
              </a:defRPr>
            </a:lvl1pPr>
          </a:lstStyle>
          <a:p>
            <a:r>
              <a:rPr lang="en-US"/>
              <a:t>To add a picture, click on the icon in the center of this box.</a:t>
            </a:r>
          </a:p>
        </p:txBody>
      </p:sp>
    </p:spTree>
    <p:extLst>
      <p:ext uri="{BB962C8B-B14F-4D97-AF65-F5344CB8AC3E}">
        <p14:creationId xmlns:p14="http://schemas.microsoft.com/office/powerpoint/2010/main" val="1334653622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and Content w/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954BA5-570B-4BB5-B3E7-33BEEF6B99B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858501" y="6370639"/>
            <a:ext cx="62865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r" defTabSz="914400" rtl="0" eaLnBrk="1" latinLnBrk="0" hangingPunct="1">
              <a:defRPr lang="en-US" sz="1200" kern="1200" smtClean="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/>
              <a:t>1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34F9F236-E5F1-497B-9D2D-66F8717F5B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28682" y="6325035"/>
            <a:ext cx="5934636" cy="365125"/>
          </a:xfrm>
          <a:prstGeom prst="rect">
            <a:avLst/>
          </a:prstGeom>
        </p:spPr>
        <p:txBody>
          <a:bodyPr anchor="ctr">
            <a:noAutofit/>
          </a:bodyPr>
          <a:lstStyle>
            <a:defPPr>
              <a:defRPr lang="en-US"/>
            </a:defPPr>
            <a:lvl1pPr marL="0" algn="ctr" defTabSz="914400" rtl="0" eaLnBrk="1" latinLnBrk="0" hangingPunct="1">
              <a:defRPr lang="en-US" sz="1400" kern="1200" dirty="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90000"/>
              </a:lnSpc>
              <a:spcBef>
                <a:spcPts val="1000"/>
              </a:spcBef>
            </a:pPr>
            <a:r>
              <a:rPr lang="en-US"/>
              <a:t>Confidential &amp; Proprietary – Not for Distribution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B199C20A-51FB-47CF-8539-89D6150A17E1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241299" y="1443037"/>
            <a:ext cx="7315200" cy="470675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C0AC987B-0659-4BC7-B0F8-0F7209F60BEB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7865585" y="1443037"/>
            <a:ext cx="4114800" cy="4114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>
                <a:solidFill>
                  <a:schemeClr val="accent3"/>
                </a:solidFill>
              </a:defRPr>
            </a:lvl1pPr>
          </a:lstStyle>
          <a:p>
            <a:r>
              <a:rPr lang="en-US"/>
              <a:t>To add a picture, click on the icon in the center of this box.</a:t>
            </a:r>
          </a:p>
        </p:txBody>
      </p:sp>
    </p:spTree>
    <p:extLst>
      <p:ext uri="{BB962C8B-B14F-4D97-AF65-F5344CB8AC3E}">
        <p14:creationId xmlns:p14="http://schemas.microsoft.com/office/powerpoint/2010/main" val="1329941872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49255" y="6272429"/>
            <a:ext cx="11402568" cy="46795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 userDrawn="1">
            <p:ph type="ctrTitle"/>
          </p:nvPr>
        </p:nvSpPr>
        <p:spPr>
          <a:xfrm>
            <a:off x="541211" y="1722473"/>
            <a:ext cx="11036990" cy="1594883"/>
          </a:xfrm>
        </p:spPr>
        <p:txBody>
          <a:bodyPr anchor="b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 userDrawn="1">
            <p:ph type="subTitle" idx="1"/>
          </p:nvPr>
        </p:nvSpPr>
        <p:spPr>
          <a:xfrm>
            <a:off x="541211" y="3405449"/>
            <a:ext cx="11036991" cy="397661"/>
          </a:xfrm>
        </p:spPr>
        <p:txBody>
          <a:bodyPr anchor="t">
            <a:noAutofit/>
          </a:bodyPr>
          <a:lstStyle>
            <a:lvl1pPr marL="0" indent="0" algn="l">
              <a:buNone/>
              <a:defRPr sz="2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7" name="Text Placeholder 16"/>
          <p:cNvSpPr>
            <a:spLocks noGrp="1"/>
          </p:cNvSpPr>
          <p:nvPr userDrawn="1">
            <p:ph type="body" sz="quarter" idx="10"/>
          </p:nvPr>
        </p:nvSpPr>
        <p:spPr>
          <a:xfrm>
            <a:off x="541211" y="3927379"/>
            <a:ext cx="11036990" cy="409408"/>
          </a:xfrm>
        </p:spPr>
        <p:txBody>
          <a:bodyPr anchor="ctr">
            <a:no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19"/>
          <p:cNvSpPr txBox="1">
            <a:spLocks/>
          </p:cNvSpPr>
          <p:nvPr userDrawn="1"/>
        </p:nvSpPr>
        <p:spPr>
          <a:xfrm>
            <a:off x="180220" y="6314205"/>
            <a:ext cx="3995995" cy="385481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396875" indent="-19208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588963" indent="-1682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769938" indent="-1809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950913" indent="-157163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sz="1400">
                <a:solidFill>
                  <a:srgbClr val="1A1446"/>
                </a:solidFill>
              </a:rPr>
              <a:t>Corporate Financial Systems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D72C5812-C15A-428F-AB7A-9E4F62924C10}"/>
              </a:ext>
            </a:extLst>
          </p:cNvPr>
          <p:cNvGrpSpPr/>
          <p:nvPr userDrawn="1"/>
        </p:nvGrpSpPr>
        <p:grpSpPr>
          <a:xfrm>
            <a:off x="11595615" y="6272479"/>
            <a:ext cx="461773" cy="469521"/>
            <a:chOff x="11613545" y="6272479"/>
            <a:chExt cx="461773" cy="469521"/>
          </a:xfrm>
        </p:grpSpPr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686B8CD5-A813-403D-B3CF-D48D9D599C0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tretch>
              <a:fillRect/>
            </a:stretch>
          </p:blipFill>
          <p:spPr>
            <a:xfrm>
              <a:off x="11613545" y="6272479"/>
              <a:ext cx="461773" cy="469521"/>
            </a:xfrm>
            <a:prstGeom prst="rect">
              <a:avLst/>
            </a:prstGeom>
          </p:spPr>
        </p:pic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44DD94C4-96CC-42B8-B318-6685880B8FA2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3"/>
            <a:srcRect b="2491"/>
            <a:stretch/>
          </p:blipFill>
          <p:spPr>
            <a:xfrm>
              <a:off x="11718819" y="6325130"/>
              <a:ext cx="277918" cy="363309"/>
            </a:xfrm>
            <a:prstGeom prst="rect">
              <a:avLst/>
            </a:prstGeom>
          </p:spPr>
        </p:pic>
      </p:grpSp>
      <p:grpSp>
        <p:nvGrpSpPr>
          <p:cNvPr id="11" name="Group 10"/>
          <p:cNvGrpSpPr/>
          <p:nvPr userDrawn="1"/>
        </p:nvGrpSpPr>
        <p:grpSpPr bwMode="gray">
          <a:xfrm>
            <a:off x="423972" y="435999"/>
            <a:ext cx="2800493" cy="728507"/>
            <a:chOff x="3387726" y="2736850"/>
            <a:chExt cx="5411788" cy="1384300"/>
          </a:xfrm>
        </p:grpSpPr>
        <p:sp>
          <p:nvSpPr>
            <p:cNvPr id="15" name="Freeform 55"/>
            <p:cNvSpPr>
              <a:spLocks/>
            </p:cNvSpPr>
            <p:nvPr/>
          </p:nvSpPr>
          <p:spPr bwMode="gray">
            <a:xfrm>
              <a:off x="4462463" y="3157538"/>
              <a:ext cx="331788" cy="419100"/>
            </a:xfrm>
            <a:custGeom>
              <a:avLst/>
              <a:gdLst>
                <a:gd name="T0" fmla="*/ 39 w 88"/>
                <a:gd name="T1" fmla="*/ 92 h 111"/>
                <a:gd name="T2" fmla="*/ 56 w 88"/>
                <a:gd name="T3" fmla="*/ 104 h 111"/>
                <a:gd name="T4" fmla="*/ 85 w 88"/>
                <a:gd name="T5" fmla="*/ 82 h 111"/>
                <a:gd name="T6" fmla="*/ 88 w 88"/>
                <a:gd name="T7" fmla="*/ 82 h 111"/>
                <a:gd name="T8" fmla="*/ 85 w 88"/>
                <a:gd name="T9" fmla="*/ 111 h 111"/>
                <a:gd name="T10" fmla="*/ 0 w 88"/>
                <a:gd name="T11" fmla="*/ 111 h 111"/>
                <a:gd name="T12" fmla="*/ 0 w 88"/>
                <a:gd name="T13" fmla="*/ 107 h 111"/>
                <a:gd name="T14" fmla="*/ 14 w 88"/>
                <a:gd name="T15" fmla="*/ 89 h 111"/>
                <a:gd name="T16" fmla="*/ 14 w 88"/>
                <a:gd name="T17" fmla="*/ 18 h 111"/>
                <a:gd name="T18" fmla="*/ 0 w 88"/>
                <a:gd name="T19" fmla="*/ 3 h 111"/>
                <a:gd name="T20" fmla="*/ 0 w 88"/>
                <a:gd name="T21" fmla="*/ 0 h 111"/>
                <a:gd name="T22" fmla="*/ 53 w 88"/>
                <a:gd name="T23" fmla="*/ 0 h 111"/>
                <a:gd name="T24" fmla="*/ 53 w 88"/>
                <a:gd name="T25" fmla="*/ 3 h 111"/>
                <a:gd name="T26" fmla="*/ 39 w 88"/>
                <a:gd name="T27" fmla="*/ 18 h 111"/>
                <a:gd name="T28" fmla="*/ 39 w 88"/>
                <a:gd name="T29" fmla="*/ 92 h 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8" h="111">
                  <a:moveTo>
                    <a:pt x="39" y="92"/>
                  </a:moveTo>
                  <a:cubicBezTo>
                    <a:pt x="39" y="102"/>
                    <a:pt x="43" y="104"/>
                    <a:pt x="56" y="104"/>
                  </a:cubicBezTo>
                  <a:cubicBezTo>
                    <a:pt x="70" y="104"/>
                    <a:pt x="76" y="100"/>
                    <a:pt x="85" y="82"/>
                  </a:cubicBezTo>
                  <a:cubicBezTo>
                    <a:pt x="88" y="82"/>
                    <a:pt x="88" y="82"/>
                    <a:pt x="88" y="82"/>
                  </a:cubicBezTo>
                  <a:cubicBezTo>
                    <a:pt x="85" y="111"/>
                    <a:pt x="85" y="111"/>
                    <a:pt x="85" y="111"/>
                  </a:cubicBezTo>
                  <a:cubicBezTo>
                    <a:pt x="0" y="111"/>
                    <a:pt x="0" y="111"/>
                    <a:pt x="0" y="111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13" y="104"/>
                    <a:pt x="14" y="101"/>
                    <a:pt x="14" y="89"/>
                  </a:cubicBezTo>
                  <a:cubicBezTo>
                    <a:pt x="14" y="18"/>
                    <a:pt x="14" y="18"/>
                    <a:pt x="14" y="18"/>
                  </a:cubicBezTo>
                  <a:cubicBezTo>
                    <a:pt x="14" y="9"/>
                    <a:pt x="12" y="6"/>
                    <a:pt x="0" y="3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53" y="0"/>
                    <a:pt x="53" y="0"/>
                    <a:pt x="53" y="0"/>
                  </a:cubicBezTo>
                  <a:cubicBezTo>
                    <a:pt x="53" y="3"/>
                    <a:pt x="53" y="3"/>
                    <a:pt x="53" y="3"/>
                  </a:cubicBezTo>
                  <a:cubicBezTo>
                    <a:pt x="42" y="6"/>
                    <a:pt x="39" y="8"/>
                    <a:pt x="39" y="18"/>
                  </a:cubicBezTo>
                  <a:lnTo>
                    <a:pt x="39" y="92"/>
                  </a:lnTo>
                  <a:close/>
                </a:path>
              </a:pathLst>
            </a:custGeom>
            <a:solidFill>
              <a:srgbClr val="1A144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" name="Freeform 56"/>
            <p:cNvSpPr>
              <a:spLocks noEditPoints="1"/>
            </p:cNvSpPr>
            <p:nvPr/>
          </p:nvSpPr>
          <p:spPr bwMode="gray">
            <a:xfrm>
              <a:off x="4800601" y="3125788"/>
              <a:ext cx="173038" cy="450850"/>
            </a:xfrm>
            <a:custGeom>
              <a:avLst/>
              <a:gdLst>
                <a:gd name="T0" fmla="*/ 34 w 46"/>
                <a:gd name="T1" fmla="*/ 103 h 119"/>
                <a:gd name="T2" fmla="*/ 46 w 46"/>
                <a:gd name="T3" fmla="*/ 115 h 119"/>
                <a:gd name="T4" fmla="*/ 46 w 46"/>
                <a:gd name="T5" fmla="*/ 119 h 119"/>
                <a:gd name="T6" fmla="*/ 1 w 46"/>
                <a:gd name="T7" fmla="*/ 119 h 119"/>
                <a:gd name="T8" fmla="*/ 1 w 46"/>
                <a:gd name="T9" fmla="*/ 115 h 119"/>
                <a:gd name="T10" fmla="*/ 13 w 46"/>
                <a:gd name="T11" fmla="*/ 102 h 119"/>
                <a:gd name="T12" fmla="*/ 13 w 46"/>
                <a:gd name="T13" fmla="*/ 64 h 119"/>
                <a:gd name="T14" fmla="*/ 0 w 46"/>
                <a:gd name="T15" fmla="*/ 50 h 119"/>
                <a:gd name="T16" fmla="*/ 0 w 46"/>
                <a:gd name="T17" fmla="*/ 47 h 119"/>
                <a:gd name="T18" fmla="*/ 31 w 46"/>
                <a:gd name="T19" fmla="*/ 44 h 119"/>
                <a:gd name="T20" fmla="*/ 34 w 46"/>
                <a:gd name="T21" fmla="*/ 44 h 119"/>
                <a:gd name="T22" fmla="*/ 34 w 46"/>
                <a:gd name="T23" fmla="*/ 103 h 119"/>
                <a:gd name="T24" fmla="*/ 23 w 46"/>
                <a:gd name="T25" fmla="*/ 0 h 119"/>
                <a:gd name="T26" fmla="*/ 36 w 46"/>
                <a:gd name="T27" fmla="*/ 12 h 119"/>
                <a:gd name="T28" fmla="*/ 23 w 46"/>
                <a:gd name="T29" fmla="*/ 25 h 119"/>
                <a:gd name="T30" fmla="*/ 11 w 46"/>
                <a:gd name="T31" fmla="*/ 12 h 119"/>
                <a:gd name="T32" fmla="*/ 23 w 46"/>
                <a:gd name="T33" fmla="*/ 0 h 1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6" h="119">
                  <a:moveTo>
                    <a:pt x="34" y="103"/>
                  </a:moveTo>
                  <a:cubicBezTo>
                    <a:pt x="34" y="110"/>
                    <a:pt x="38" y="114"/>
                    <a:pt x="46" y="115"/>
                  </a:cubicBezTo>
                  <a:cubicBezTo>
                    <a:pt x="46" y="119"/>
                    <a:pt x="46" y="119"/>
                    <a:pt x="46" y="119"/>
                  </a:cubicBezTo>
                  <a:cubicBezTo>
                    <a:pt x="1" y="119"/>
                    <a:pt x="1" y="119"/>
                    <a:pt x="1" y="119"/>
                  </a:cubicBezTo>
                  <a:cubicBezTo>
                    <a:pt x="1" y="115"/>
                    <a:pt x="1" y="115"/>
                    <a:pt x="1" y="115"/>
                  </a:cubicBezTo>
                  <a:cubicBezTo>
                    <a:pt x="10" y="114"/>
                    <a:pt x="13" y="111"/>
                    <a:pt x="13" y="102"/>
                  </a:cubicBezTo>
                  <a:cubicBezTo>
                    <a:pt x="13" y="64"/>
                    <a:pt x="13" y="64"/>
                    <a:pt x="13" y="64"/>
                  </a:cubicBezTo>
                  <a:cubicBezTo>
                    <a:pt x="13" y="55"/>
                    <a:pt x="10" y="52"/>
                    <a:pt x="0" y="50"/>
                  </a:cubicBezTo>
                  <a:cubicBezTo>
                    <a:pt x="0" y="47"/>
                    <a:pt x="0" y="47"/>
                    <a:pt x="0" y="47"/>
                  </a:cubicBezTo>
                  <a:cubicBezTo>
                    <a:pt x="31" y="44"/>
                    <a:pt x="31" y="44"/>
                    <a:pt x="31" y="44"/>
                  </a:cubicBezTo>
                  <a:cubicBezTo>
                    <a:pt x="34" y="44"/>
                    <a:pt x="34" y="44"/>
                    <a:pt x="34" y="44"/>
                  </a:cubicBezTo>
                  <a:lnTo>
                    <a:pt x="34" y="103"/>
                  </a:lnTo>
                  <a:close/>
                  <a:moveTo>
                    <a:pt x="23" y="0"/>
                  </a:moveTo>
                  <a:cubicBezTo>
                    <a:pt x="30" y="0"/>
                    <a:pt x="36" y="5"/>
                    <a:pt x="36" y="12"/>
                  </a:cubicBezTo>
                  <a:cubicBezTo>
                    <a:pt x="36" y="19"/>
                    <a:pt x="30" y="25"/>
                    <a:pt x="23" y="25"/>
                  </a:cubicBezTo>
                  <a:cubicBezTo>
                    <a:pt x="17" y="25"/>
                    <a:pt x="11" y="19"/>
                    <a:pt x="11" y="12"/>
                  </a:cubicBezTo>
                  <a:cubicBezTo>
                    <a:pt x="11" y="5"/>
                    <a:pt x="17" y="0"/>
                    <a:pt x="23" y="0"/>
                  </a:cubicBezTo>
                </a:path>
              </a:pathLst>
            </a:custGeom>
            <a:solidFill>
              <a:srgbClr val="1A144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" name="Freeform 57"/>
            <p:cNvSpPr>
              <a:spLocks noEditPoints="1"/>
            </p:cNvSpPr>
            <p:nvPr/>
          </p:nvSpPr>
          <p:spPr bwMode="gray">
            <a:xfrm>
              <a:off x="4984751" y="3125788"/>
              <a:ext cx="354013" cy="458788"/>
            </a:xfrm>
            <a:custGeom>
              <a:avLst/>
              <a:gdLst>
                <a:gd name="T0" fmla="*/ 32 w 94"/>
                <a:gd name="T1" fmla="*/ 62 h 121"/>
                <a:gd name="T2" fmla="*/ 49 w 94"/>
                <a:gd name="T3" fmla="*/ 54 h 121"/>
                <a:gd name="T4" fmla="*/ 70 w 94"/>
                <a:gd name="T5" fmla="*/ 84 h 121"/>
                <a:gd name="T6" fmla="*/ 43 w 94"/>
                <a:gd name="T7" fmla="*/ 116 h 121"/>
                <a:gd name="T8" fmla="*/ 32 w 94"/>
                <a:gd name="T9" fmla="*/ 104 h 121"/>
                <a:gd name="T10" fmla="*/ 32 w 94"/>
                <a:gd name="T11" fmla="*/ 62 h 121"/>
                <a:gd name="T12" fmla="*/ 32 w 94"/>
                <a:gd name="T13" fmla="*/ 0 h 121"/>
                <a:gd name="T14" fmla="*/ 29 w 94"/>
                <a:gd name="T15" fmla="*/ 0 h 121"/>
                <a:gd name="T16" fmla="*/ 0 w 94"/>
                <a:gd name="T17" fmla="*/ 2 h 121"/>
                <a:gd name="T18" fmla="*/ 0 w 94"/>
                <a:gd name="T19" fmla="*/ 5 h 121"/>
                <a:gd name="T20" fmla="*/ 10 w 94"/>
                <a:gd name="T21" fmla="*/ 16 h 121"/>
                <a:gd name="T22" fmla="*/ 10 w 94"/>
                <a:gd name="T23" fmla="*/ 119 h 121"/>
                <a:gd name="T24" fmla="*/ 45 w 94"/>
                <a:gd name="T25" fmla="*/ 121 h 121"/>
                <a:gd name="T26" fmla="*/ 94 w 94"/>
                <a:gd name="T27" fmla="*/ 81 h 121"/>
                <a:gd name="T28" fmla="*/ 59 w 94"/>
                <a:gd name="T29" fmla="*/ 44 h 121"/>
                <a:gd name="T30" fmla="*/ 32 w 94"/>
                <a:gd name="T31" fmla="*/ 57 h 121"/>
                <a:gd name="T32" fmla="*/ 32 w 94"/>
                <a:gd name="T33" fmla="*/ 0 h 1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94" h="121">
                  <a:moveTo>
                    <a:pt x="32" y="62"/>
                  </a:moveTo>
                  <a:cubicBezTo>
                    <a:pt x="39" y="56"/>
                    <a:pt x="43" y="54"/>
                    <a:pt x="49" y="54"/>
                  </a:cubicBezTo>
                  <a:cubicBezTo>
                    <a:pt x="61" y="54"/>
                    <a:pt x="70" y="66"/>
                    <a:pt x="70" y="84"/>
                  </a:cubicBezTo>
                  <a:cubicBezTo>
                    <a:pt x="70" y="107"/>
                    <a:pt x="59" y="116"/>
                    <a:pt x="43" y="116"/>
                  </a:cubicBezTo>
                  <a:cubicBezTo>
                    <a:pt x="35" y="116"/>
                    <a:pt x="32" y="113"/>
                    <a:pt x="32" y="104"/>
                  </a:cubicBezTo>
                  <a:lnTo>
                    <a:pt x="32" y="62"/>
                  </a:lnTo>
                  <a:close/>
                  <a:moveTo>
                    <a:pt x="32" y="0"/>
                  </a:moveTo>
                  <a:cubicBezTo>
                    <a:pt x="29" y="0"/>
                    <a:pt x="29" y="0"/>
                    <a:pt x="29" y="0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0" y="5"/>
                    <a:pt x="0" y="5"/>
                    <a:pt x="0" y="5"/>
                  </a:cubicBezTo>
                  <a:cubicBezTo>
                    <a:pt x="6" y="6"/>
                    <a:pt x="10" y="10"/>
                    <a:pt x="10" y="16"/>
                  </a:cubicBezTo>
                  <a:cubicBezTo>
                    <a:pt x="10" y="119"/>
                    <a:pt x="10" y="119"/>
                    <a:pt x="10" y="119"/>
                  </a:cubicBezTo>
                  <a:cubicBezTo>
                    <a:pt x="21" y="121"/>
                    <a:pt x="32" y="121"/>
                    <a:pt x="45" y="121"/>
                  </a:cubicBezTo>
                  <a:cubicBezTo>
                    <a:pt x="80" y="121"/>
                    <a:pt x="94" y="103"/>
                    <a:pt x="94" y="81"/>
                  </a:cubicBezTo>
                  <a:cubicBezTo>
                    <a:pt x="94" y="60"/>
                    <a:pt x="79" y="44"/>
                    <a:pt x="59" y="44"/>
                  </a:cubicBezTo>
                  <a:cubicBezTo>
                    <a:pt x="49" y="44"/>
                    <a:pt x="40" y="48"/>
                    <a:pt x="32" y="57"/>
                  </a:cubicBezTo>
                  <a:lnTo>
                    <a:pt x="32" y="0"/>
                  </a:lnTo>
                  <a:close/>
                </a:path>
              </a:pathLst>
            </a:custGeom>
            <a:solidFill>
              <a:srgbClr val="1A144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" name="Freeform 58"/>
            <p:cNvSpPr>
              <a:spLocks noEditPoints="1"/>
            </p:cNvSpPr>
            <p:nvPr/>
          </p:nvSpPr>
          <p:spPr bwMode="gray">
            <a:xfrm>
              <a:off x="5368926" y="3292475"/>
              <a:ext cx="288925" cy="292100"/>
            </a:xfrm>
            <a:custGeom>
              <a:avLst/>
              <a:gdLst>
                <a:gd name="T0" fmla="*/ 23 w 77"/>
                <a:gd name="T1" fmla="*/ 28 h 77"/>
                <a:gd name="T2" fmla="*/ 38 w 77"/>
                <a:gd name="T3" fmla="*/ 5 h 77"/>
                <a:gd name="T4" fmla="*/ 54 w 77"/>
                <a:gd name="T5" fmla="*/ 28 h 77"/>
                <a:gd name="T6" fmla="*/ 23 w 77"/>
                <a:gd name="T7" fmla="*/ 28 h 77"/>
                <a:gd name="T8" fmla="*/ 77 w 77"/>
                <a:gd name="T9" fmla="*/ 33 h 77"/>
                <a:gd name="T10" fmla="*/ 40 w 77"/>
                <a:gd name="T11" fmla="*/ 0 h 77"/>
                <a:gd name="T12" fmla="*/ 0 w 77"/>
                <a:gd name="T13" fmla="*/ 39 h 77"/>
                <a:gd name="T14" fmla="*/ 39 w 77"/>
                <a:gd name="T15" fmla="*/ 77 h 77"/>
                <a:gd name="T16" fmla="*/ 77 w 77"/>
                <a:gd name="T17" fmla="*/ 53 h 77"/>
                <a:gd name="T18" fmla="*/ 74 w 77"/>
                <a:gd name="T19" fmla="*/ 53 h 77"/>
                <a:gd name="T20" fmla="*/ 48 w 77"/>
                <a:gd name="T21" fmla="*/ 68 h 77"/>
                <a:gd name="T22" fmla="*/ 23 w 77"/>
                <a:gd name="T23" fmla="*/ 33 h 77"/>
                <a:gd name="T24" fmla="*/ 77 w 77"/>
                <a:gd name="T25" fmla="*/ 33 h 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7" h="77">
                  <a:moveTo>
                    <a:pt x="23" y="28"/>
                  </a:moveTo>
                  <a:cubicBezTo>
                    <a:pt x="24" y="14"/>
                    <a:pt x="29" y="5"/>
                    <a:pt x="38" y="5"/>
                  </a:cubicBezTo>
                  <a:cubicBezTo>
                    <a:pt x="47" y="5"/>
                    <a:pt x="53" y="15"/>
                    <a:pt x="54" y="28"/>
                  </a:cubicBezTo>
                  <a:lnTo>
                    <a:pt x="23" y="28"/>
                  </a:lnTo>
                  <a:close/>
                  <a:moveTo>
                    <a:pt x="77" y="33"/>
                  </a:moveTo>
                  <a:cubicBezTo>
                    <a:pt x="75" y="13"/>
                    <a:pt x="60" y="0"/>
                    <a:pt x="40" y="0"/>
                  </a:cubicBezTo>
                  <a:cubicBezTo>
                    <a:pt x="17" y="0"/>
                    <a:pt x="0" y="17"/>
                    <a:pt x="0" y="39"/>
                  </a:cubicBezTo>
                  <a:cubicBezTo>
                    <a:pt x="0" y="61"/>
                    <a:pt x="17" y="77"/>
                    <a:pt x="39" y="77"/>
                  </a:cubicBezTo>
                  <a:cubicBezTo>
                    <a:pt x="56" y="77"/>
                    <a:pt x="71" y="68"/>
                    <a:pt x="77" y="53"/>
                  </a:cubicBezTo>
                  <a:cubicBezTo>
                    <a:pt x="74" y="53"/>
                    <a:pt x="74" y="53"/>
                    <a:pt x="74" y="53"/>
                  </a:cubicBezTo>
                  <a:cubicBezTo>
                    <a:pt x="67" y="63"/>
                    <a:pt x="59" y="68"/>
                    <a:pt x="48" y="68"/>
                  </a:cubicBezTo>
                  <a:cubicBezTo>
                    <a:pt x="35" y="68"/>
                    <a:pt x="22" y="56"/>
                    <a:pt x="23" y="33"/>
                  </a:cubicBezTo>
                  <a:lnTo>
                    <a:pt x="77" y="33"/>
                  </a:lnTo>
                  <a:close/>
                </a:path>
              </a:pathLst>
            </a:custGeom>
            <a:solidFill>
              <a:srgbClr val="1A144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" name="Freeform 59"/>
            <p:cNvSpPr>
              <a:spLocks/>
            </p:cNvSpPr>
            <p:nvPr/>
          </p:nvSpPr>
          <p:spPr bwMode="gray">
            <a:xfrm>
              <a:off x="5665788" y="3292475"/>
              <a:ext cx="269875" cy="284163"/>
            </a:xfrm>
            <a:custGeom>
              <a:avLst/>
              <a:gdLst>
                <a:gd name="T0" fmla="*/ 67 w 72"/>
                <a:gd name="T1" fmla="*/ 28 h 75"/>
                <a:gd name="T2" fmla="*/ 51 w 72"/>
                <a:gd name="T3" fmla="*/ 19 h 75"/>
                <a:gd name="T4" fmla="*/ 35 w 72"/>
                <a:gd name="T5" fmla="*/ 29 h 75"/>
                <a:gd name="T6" fmla="*/ 35 w 72"/>
                <a:gd name="T7" fmla="*/ 58 h 75"/>
                <a:gd name="T8" fmla="*/ 47 w 72"/>
                <a:gd name="T9" fmla="*/ 71 h 75"/>
                <a:gd name="T10" fmla="*/ 47 w 72"/>
                <a:gd name="T11" fmla="*/ 75 h 75"/>
                <a:gd name="T12" fmla="*/ 2 w 72"/>
                <a:gd name="T13" fmla="*/ 75 h 75"/>
                <a:gd name="T14" fmla="*/ 2 w 72"/>
                <a:gd name="T15" fmla="*/ 71 h 75"/>
                <a:gd name="T16" fmla="*/ 14 w 72"/>
                <a:gd name="T17" fmla="*/ 58 h 75"/>
                <a:gd name="T18" fmla="*/ 14 w 72"/>
                <a:gd name="T19" fmla="*/ 20 h 75"/>
                <a:gd name="T20" fmla="*/ 0 w 72"/>
                <a:gd name="T21" fmla="*/ 6 h 75"/>
                <a:gd name="T22" fmla="*/ 0 w 72"/>
                <a:gd name="T23" fmla="*/ 3 h 75"/>
                <a:gd name="T24" fmla="*/ 32 w 72"/>
                <a:gd name="T25" fmla="*/ 0 h 75"/>
                <a:gd name="T26" fmla="*/ 35 w 72"/>
                <a:gd name="T27" fmla="*/ 0 h 75"/>
                <a:gd name="T28" fmla="*/ 35 w 72"/>
                <a:gd name="T29" fmla="*/ 23 h 75"/>
                <a:gd name="T30" fmla="*/ 35 w 72"/>
                <a:gd name="T31" fmla="*/ 23 h 75"/>
                <a:gd name="T32" fmla="*/ 59 w 72"/>
                <a:gd name="T33" fmla="*/ 0 h 75"/>
                <a:gd name="T34" fmla="*/ 72 w 72"/>
                <a:gd name="T35" fmla="*/ 6 h 75"/>
                <a:gd name="T36" fmla="*/ 67 w 72"/>
                <a:gd name="T37" fmla="*/ 28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2" h="75">
                  <a:moveTo>
                    <a:pt x="67" y="28"/>
                  </a:moveTo>
                  <a:cubicBezTo>
                    <a:pt x="61" y="22"/>
                    <a:pt x="56" y="19"/>
                    <a:pt x="51" y="19"/>
                  </a:cubicBezTo>
                  <a:cubicBezTo>
                    <a:pt x="44" y="19"/>
                    <a:pt x="40" y="21"/>
                    <a:pt x="35" y="29"/>
                  </a:cubicBezTo>
                  <a:cubicBezTo>
                    <a:pt x="35" y="58"/>
                    <a:pt x="35" y="58"/>
                    <a:pt x="35" y="58"/>
                  </a:cubicBezTo>
                  <a:cubicBezTo>
                    <a:pt x="35" y="67"/>
                    <a:pt x="37" y="69"/>
                    <a:pt x="47" y="71"/>
                  </a:cubicBezTo>
                  <a:cubicBezTo>
                    <a:pt x="47" y="75"/>
                    <a:pt x="47" y="75"/>
                    <a:pt x="47" y="75"/>
                  </a:cubicBezTo>
                  <a:cubicBezTo>
                    <a:pt x="2" y="75"/>
                    <a:pt x="2" y="75"/>
                    <a:pt x="2" y="75"/>
                  </a:cubicBezTo>
                  <a:cubicBezTo>
                    <a:pt x="2" y="71"/>
                    <a:pt x="2" y="71"/>
                    <a:pt x="2" y="71"/>
                  </a:cubicBezTo>
                  <a:cubicBezTo>
                    <a:pt x="11" y="69"/>
                    <a:pt x="14" y="66"/>
                    <a:pt x="14" y="58"/>
                  </a:cubicBezTo>
                  <a:cubicBezTo>
                    <a:pt x="14" y="20"/>
                    <a:pt x="14" y="20"/>
                    <a:pt x="14" y="20"/>
                  </a:cubicBezTo>
                  <a:cubicBezTo>
                    <a:pt x="14" y="11"/>
                    <a:pt x="10" y="7"/>
                    <a:pt x="0" y="6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32" y="0"/>
                    <a:pt x="32" y="0"/>
                    <a:pt x="32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35" y="23"/>
                    <a:pt x="35" y="23"/>
                    <a:pt x="35" y="23"/>
                  </a:cubicBezTo>
                  <a:cubicBezTo>
                    <a:pt x="35" y="23"/>
                    <a:pt x="35" y="23"/>
                    <a:pt x="35" y="23"/>
                  </a:cubicBezTo>
                  <a:cubicBezTo>
                    <a:pt x="42" y="7"/>
                    <a:pt x="50" y="0"/>
                    <a:pt x="59" y="0"/>
                  </a:cubicBezTo>
                  <a:cubicBezTo>
                    <a:pt x="64" y="0"/>
                    <a:pt x="68" y="2"/>
                    <a:pt x="72" y="6"/>
                  </a:cubicBezTo>
                  <a:lnTo>
                    <a:pt x="67" y="28"/>
                  </a:lnTo>
                  <a:close/>
                </a:path>
              </a:pathLst>
            </a:custGeom>
            <a:solidFill>
              <a:srgbClr val="1A144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" name="Freeform 60"/>
            <p:cNvSpPr>
              <a:spLocks/>
            </p:cNvSpPr>
            <p:nvPr/>
          </p:nvSpPr>
          <p:spPr bwMode="gray">
            <a:xfrm>
              <a:off x="5943601" y="3198813"/>
              <a:ext cx="541338" cy="588963"/>
            </a:xfrm>
            <a:custGeom>
              <a:avLst/>
              <a:gdLst>
                <a:gd name="T0" fmla="*/ 114 w 144"/>
                <a:gd name="T1" fmla="*/ 28 h 156"/>
                <a:gd name="T2" fmla="*/ 114 w 144"/>
                <a:gd name="T3" fmla="*/ 31 h 156"/>
                <a:gd name="T4" fmla="*/ 119 w 144"/>
                <a:gd name="T5" fmla="*/ 54 h 156"/>
                <a:gd name="T6" fmla="*/ 109 w 144"/>
                <a:gd name="T7" fmla="*/ 77 h 156"/>
                <a:gd name="T8" fmla="*/ 94 w 144"/>
                <a:gd name="T9" fmla="*/ 46 h 156"/>
                <a:gd name="T10" fmla="*/ 97 w 144"/>
                <a:gd name="T11" fmla="*/ 31 h 156"/>
                <a:gd name="T12" fmla="*/ 97 w 144"/>
                <a:gd name="T13" fmla="*/ 28 h 156"/>
                <a:gd name="T14" fmla="*/ 56 w 144"/>
                <a:gd name="T15" fmla="*/ 28 h 156"/>
                <a:gd name="T16" fmla="*/ 55 w 144"/>
                <a:gd name="T17" fmla="*/ 28 h 156"/>
                <a:gd name="T18" fmla="*/ 34 w 144"/>
                <a:gd name="T19" fmla="*/ 28 h 156"/>
                <a:gd name="T20" fmla="*/ 34 w 144"/>
                <a:gd name="T21" fmla="*/ 0 h 156"/>
                <a:gd name="T22" fmla="*/ 30 w 144"/>
                <a:gd name="T23" fmla="*/ 0 h 156"/>
                <a:gd name="T24" fmla="*/ 0 w 144"/>
                <a:gd name="T25" fmla="*/ 30 h 156"/>
                <a:gd name="T26" fmla="*/ 0 w 144"/>
                <a:gd name="T27" fmla="*/ 34 h 156"/>
                <a:gd name="T28" fmla="*/ 13 w 144"/>
                <a:gd name="T29" fmla="*/ 34 h 156"/>
                <a:gd name="T30" fmla="*/ 13 w 144"/>
                <a:gd name="T31" fmla="*/ 80 h 156"/>
                <a:gd name="T32" fmla="*/ 37 w 144"/>
                <a:gd name="T33" fmla="*/ 102 h 156"/>
                <a:gd name="T34" fmla="*/ 60 w 144"/>
                <a:gd name="T35" fmla="*/ 90 h 156"/>
                <a:gd name="T36" fmla="*/ 58 w 144"/>
                <a:gd name="T37" fmla="*/ 88 h 156"/>
                <a:gd name="T38" fmla="*/ 47 w 144"/>
                <a:gd name="T39" fmla="*/ 93 h 156"/>
                <a:gd name="T40" fmla="*/ 34 w 144"/>
                <a:gd name="T41" fmla="*/ 75 h 156"/>
                <a:gd name="T42" fmla="*/ 34 w 144"/>
                <a:gd name="T43" fmla="*/ 34 h 156"/>
                <a:gd name="T44" fmla="*/ 53 w 144"/>
                <a:gd name="T45" fmla="*/ 34 h 156"/>
                <a:gd name="T46" fmla="*/ 71 w 144"/>
                <a:gd name="T47" fmla="*/ 47 h 156"/>
                <a:gd name="T48" fmla="*/ 97 w 144"/>
                <a:gd name="T49" fmla="*/ 102 h 156"/>
                <a:gd name="T50" fmla="*/ 68 w 144"/>
                <a:gd name="T51" fmla="*/ 136 h 156"/>
                <a:gd name="T52" fmla="*/ 58 w 144"/>
                <a:gd name="T53" fmla="*/ 134 h 156"/>
                <a:gd name="T54" fmla="*/ 54 w 144"/>
                <a:gd name="T55" fmla="*/ 155 h 156"/>
                <a:gd name="T56" fmla="*/ 60 w 144"/>
                <a:gd name="T57" fmla="*/ 156 h 156"/>
                <a:gd name="T58" fmla="*/ 90 w 144"/>
                <a:gd name="T59" fmla="*/ 132 h 156"/>
                <a:gd name="T60" fmla="*/ 127 w 144"/>
                <a:gd name="T61" fmla="*/ 50 h 156"/>
                <a:gd name="T62" fmla="*/ 144 w 144"/>
                <a:gd name="T63" fmla="*/ 31 h 156"/>
                <a:gd name="T64" fmla="*/ 144 w 144"/>
                <a:gd name="T65" fmla="*/ 28 h 156"/>
                <a:gd name="T66" fmla="*/ 114 w 144"/>
                <a:gd name="T67" fmla="*/ 28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144" h="156">
                  <a:moveTo>
                    <a:pt x="114" y="28"/>
                  </a:moveTo>
                  <a:cubicBezTo>
                    <a:pt x="114" y="31"/>
                    <a:pt x="114" y="31"/>
                    <a:pt x="114" y="31"/>
                  </a:cubicBezTo>
                  <a:cubicBezTo>
                    <a:pt x="123" y="33"/>
                    <a:pt x="125" y="39"/>
                    <a:pt x="119" y="54"/>
                  </a:cubicBezTo>
                  <a:cubicBezTo>
                    <a:pt x="109" y="77"/>
                    <a:pt x="109" y="77"/>
                    <a:pt x="109" y="77"/>
                  </a:cubicBezTo>
                  <a:cubicBezTo>
                    <a:pt x="94" y="46"/>
                    <a:pt x="94" y="46"/>
                    <a:pt x="94" y="46"/>
                  </a:cubicBezTo>
                  <a:cubicBezTo>
                    <a:pt x="89" y="37"/>
                    <a:pt x="89" y="32"/>
                    <a:pt x="97" y="31"/>
                  </a:cubicBezTo>
                  <a:cubicBezTo>
                    <a:pt x="97" y="28"/>
                    <a:pt x="97" y="28"/>
                    <a:pt x="97" y="28"/>
                  </a:cubicBezTo>
                  <a:cubicBezTo>
                    <a:pt x="56" y="28"/>
                    <a:pt x="56" y="28"/>
                    <a:pt x="56" y="28"/>
                  </a:cubicBezTo>
                  <a:cubicBezTo>
                    <a:pt x="55" y="28"/>
                    <a:pt x="55" y="28"/>
                    <a:pt x="55" y="28"/>
                  </a:cubicBezTo>
                  <a:cubicBezTo>
                    <a:pt x="34" y="28"/>
                    <a:pt x="34" y="28"/>
                    <a:pt x="34" y="28"/>
                  </a:cubicBezTo>
                  <a:cubicBezTo>
                    <a:pt x="34" y="0"/>
                    <a:pt x="34" y="0"/>
                    <a:pt x="34" y="0"/>
                  </a:cubicBezTo>
                  <a:cubicBezTo>
                    <a:pt x="30" y="0"/>
                    <a:pt x="30" y="0"/>
                    <a:pt x="30" y="0"/>
                  </a:cubicBezTo>
                  <a:cubicBezTo>
                    <a:pt x="20" y="13"/>
                    <a:pt x="9" y="25"/>
                    <a:pt x="0" y="30"/>
                  </a:cubicBezTo>
                  <a:cubicBezTo>
                    <a:pt x="0" y="34"/>
                    <a:pt x="0" y="34"/>
                    <a:pt x="0" y="34"/>
                  </a:cubicBezTo>
                  <a:cubicBezTo>
                    <a:pt x="13" y="34"/>
                    <a:pt x="13" y="34"/>
                    <a:pt x="13" y="34"/>
                  </a:cubicBezTo>
                  <a:cubicBezTo>
                    <a:pt x="13" y="80"/>
                    <a:pt x="13" y="80"/>
                    <a:pt x="13" y="80"/>
                  </a:cubicBezTo>
                  <a:cubicBezTo>
                    <a:pt x="13" y="96"/>
                    <a:pt x="23" y="102"/>
                    <a:pt x="37" y="102"/>
                  </a:cubicBezTo>
                  <a:cubicBezTo>
                    <a:pt x="48" y="102"/>
                    <a:pt x="55" y="99"/>
                    <a:pt x="60" y="90"/>
                  </a:cubicBezTo>
                  <a:cubicBezTo>
                    <a:pt x="58" y="88"/>
                    <a:pt x="58" y="88"/>
                    <a:pt x="58" y="88"/>
                  </a:cubicBezTo>
                  <a:cubicBezTo>
                    <a:pt x="54" y="92"/>
                    <a:pt x="51" y="93"/>
                    <a:pt x="47" y="93"/>
                  </a:cubicBezTo>
                  <a:cubicBezTo>
                    <a:pt x="37" y="93"/>
                    <a:pt x="34" y="87"/>
                    <a:pt x="34" y="75"/>
                  </a:cubicBezTo>
                  <a:cubicBezTo>
                    <a:pt x="34" y="34"/>
                    <a:pt x="34" y="34"/>
                    <a:pt x="34" y="34"/>
                  </a:cubicBezTo>
                  <a:cubicBezTo>
                    <a:pt x="53" y="34"/>
                    <a:pt x="53" y="34"/>
                    <a:pt x="53" y="34"/>
                  </a:cubicBezTo>
                  <a:cubicBezTo>
                    <a:pt x="64" y="34"/>
                    <a:pt x="67" y="38"/>
                    <a:pt x="71" y="47"/>
                  </a:cubicBezTo>
                  <a:cubicBezTo>
                    <a:pt x="97" y="102"/>
                    <a:pt x="97" y="102"/>
                    <a:pt x="97" y="102"/>
                  </a:cubicBezTo>
                  <a:cubicBezTo>
                    <a:pt x="89" y="126"/>
                    <a:pt x="81" y="136"/>
                    <a:pt x="68" y="136"/>
                  </a:cubicBezTo>
                  <a:cubicBezTo>
                    <a:pt x="65" y="136"/>
                    <a:pt x="63" y="135"/>
                    <a:pt x="58" y="134"/>
                  </a:cubicBezTo>
                  <a:cubicBezTo>
                    <a:pt x="54" y="155"/>
                    <a:pt x="54" y="155"/>
                    <a:pt x="54" y="155"/>
                  </a:cubicBezTo>
                  <a:cubicBezTo>
                    <a:pt x="56" y="156"/>
                    <a:pt x="58" y="156"/>
                    <a:pt x="60" y="156"/>
                  </a:cubicBezTo>
                  <a:cubicBezTo>
                    <a:pt x="75" y="156"/>
                    <a:pt x="83" y="150"/>
                    <a:pt x="90" y="132"/>
                  </a:cubicBezTo>
                  <a:cubicBezTo>
                    <a:pt x="127" y="50"/>
                    <a:pt x="127" y="50"/>
                    <a:pt x="127" y="50"/>
                  </a:cubicBezTo>
                  <a:cubicBezTo>
                    <a:pt x="132" y="36"/>
                    <a:pt x="135" y="34"/>
                    <a:pt x="144" y="31"/>
                  </a:cubicBezTo>
                  <a:cubicBezTo>
                    <a:pt x="144" y="28"/>
                    <a:pt x="144" y="28"/>
                    <a:pt x="144" y="28"/>
                  </a:cubicBezTo>
                  <a:lnTo>
                    <a:pt x="114" y="28"/>
                  </a:lnTo>
                  <a:close/>
                </a:path>
              </a:pathLst>
            </a:custGeom>
            <a:solidFill>
              <a:srgbClr val="1A144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" name="Freeform 61"/>
            <p:cNvSpPr>
              <a:spLocks/>
            </p:cNvSpPr>
            <p:nvPr/>
          </p:nvSpPr>
          <p:spPr bwMode="gray">
            <a:xfrm>
              <a:off x="6594476" y="3157538"/>
              <a:ext cx="619125" cy="419100"/>
            </a:xfrm>
            <a:custGeom>
              <a:avLst/>
              <a:gdLst>
                <a:gd name="T0" fmla="*/ 148 w 165"/>
                <a:gd name="T1" fmla="*/ 91 h 111"/>
                <a:gd name="T2" fmla="*/ 165 w 165"/>
                <a:gd name="T3" fmla="*/ 108 h 111"/>
                <a:gd name="T4" fmla="*/ 165 w 165"/>
                <a:gd name="T5" fmla="*/ 111 h 111"/>
                <a:gd name="T6" fmla="*/ 110 w 165"/>
                <a:gd name="T7" fmla="*/ 111 h 111"/>
                <a:gd name="T8" fmla="*/ 110 w 165"/>
                <a:gd name="T9" fmla="*/ 108 h 111"/>
                <a:gd name="T10" fmla="*/ 122 w 165"/>
                <a:gd name="T11" fmla="*/ 84 h 111"/>
                <a:gd name="T12" fmla="*/ 113 w 165"/>
                <a:gd name="T13" fmla="*/ 20 h 111"/>
                <a:gd name="T14" fmla="*/ 113 w 165"/>
                <a:gd name="T15" fmla="*/ 20 h 111"/>
                <a:gd name="T16" fmla="*/ 77 w 165"/>
                <a:gd name="T17" fmla="*/ 111 h 111"/>
                <a:gd name="T18" fmla="*/ 73 w 165"/>
                <a:gd name="T19" fmla="*/ 111 h 111"/>
                <a:gd name="T20" fmla="*/ 37 w 165"/>
                <a:gd name="T21" fmla="*/ 20 h 111"/>
                <a:gd name="T22" fmla="*/ 37 w 165"/>
                <a:gd name="T23" fmla="*/ 20 h 111"/>
                <a:gd name="T24" fmla="*/ 27 w 165"/>
                <a:gd name="T25" fmla="*/ 85 h 111"/>
                <a:gd name="T26" fmla="*/ 40 w 165"/>
                <a:gd name="T27" fmla="*/ 108 h 111"/>
                <a:gd name="T28" fmla="*/ 40 w 165"/>
                <a:gd name="T29" fmla="*/ 111 h 111"/>
                <a:gd name="T30" fmla="*/ 0 w 165"/>
                <a:gd name="T31" fmla="*/ 111 h 111"/>
                <a:gd name="T32" fmla="*/ 0 w 165"/>
                <a:gd name="T33" fmla="*/ 108 h 111"/>
                <a:gd name="T34" fmla="*/ 20 w 165"/>
                <a:gd name="T35" fmla="*/ 84 h 111"/>
                <a:gd name="T36" fmla="*/ 31 w 165"/>
                <a:gd name="T37" fmla="*/ 11 h 111"/>
                <a:gd name="T38" fmla="*/ 15 w 165"/>
                <a:gd name="T39" fmla="*/ 3 h 111"/>
                <a:gd name="T40" fmla="*/ 15 w 165"/>
                <a:gd name="T41" fmla="*/ 0 h 111"/>
                <a:gd name="T42" fmla="*/ 55 w 165"/>
                <a:gd name="T43" fmla="*/ 0 h 111"/>
                <a:gd name="T44" fmla="*/ 84 w 165"/>
                <a:gd name="T45" fmla="*/ 74 h 111"/>
                <a:gd name="T46" fmla="*/ 113 w 165"/>
                <a:gd name="T47" fmla="*/ 0 h 111"/>
                <a:gd name="T48" fmla="*/ 151 w 165"/>
                <a:gd name="T49" fmla="*/ 0 h 111"/>
                <a:gd name="T50" fmla="*/ 151 w 165"/>
                <a:gd name="T51" fmla="*/ 3 h 111"/>
                <a:gd name="T52" fmla="*/ 138 w 165"/>
                <a:gd name="T53" fmla="*/ 22 h 111"/>
                <a:gd name="T54" fmla="*/ 148 w 165"/>
                <a:gd name="T55" fmla="*/ 91 h 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165" h="111">
                  <a:moveTo>
                    <a:pt x="148" y="91"/>
                  </a:moveTo>
                  <a:cubicBezTo>
                    <a:pt x="150" y="100"/>
                    <a:pt x="154" y="106"/>
                    <a:pt x="165" y="108"/>
                  </a:cubicBezTo>
                  <a:cubicBezTo>
                    <a:pt x="165" y="111"/>
                    <a:pt x="165" y="111"/>
                    <a:pt x="165" y="111"/>
                  </a:cubicBezTo>
                  <a:cubicBezTo>
                    <a:pt x="110" y="111"/>
                    <a:pt x="110" y="111"/>
                    <a:pt x="110" y="111"/>
                  </a:cubicBezTo>
                  <a:cubicBezTo>
                    <a:pt x="110" y="108"/>
                    <a:pt x="110" y="108"/>
                    <a:pt x="110" y="108"/>
                  </a:cubicBezTo>
                  <a:cubicBezTo>
                    <a:pt x="122" y="105"/>
                    <a:pt x="124" y="98"/>
                    <a:pt x="122" y="84"/>
                  </a:cubicBezTo>
                  <a:cubicBezTo>
                    <a:pt x="113" y="20"/>
                    <a:pt x="113" y="20"/>
                    <a:pt x="113" y="20"/>
                  </a:cubicBezTo>
                  <a:cubicBezTo>
                    <a:pt x="113" y="20"/>
                    <a:pt x="113" y="20"/>
                    <a:pt x="113" y="20"/>
                  </a:cubicBezTo>
                  <a:cubicBezTo>
                    <a:pt x="77" y="111"/>
                    <a:pt x="77" y="111"/>
                    <a:pt x="77" y="111"/>
                  </a:cubicBezTo>
                  <a:cubicBezTo>
                    <a:pt x="73" y="111"/>
                    <a:pt x="73" y="111"/>
                    <a:pt x="73" y="111"/>
                  </a:cubicBezTo>
                  <a:cubicBezTo>
                    <a:pt x="37" y="20"/>
                    <a:pt x="37" y="20"/>
                    <a:pt x="37" y="20"/>
                  </a:cubicBezTo>
                  <a:cubicBezTo>
                    <a:pt x="37" y="20"/>
                    <a:pt x="37" y="20"/>
                    <a:pt x="37" y="20"/>
                  </a:cubicBezTo>
                  <a:cubicBezTo>
                    <a:pt x="27" y="85"/>
                    <a:pt x="27" y="85"/>
                    <a:pt x="27" y="85"/>
                  </a:cubicBezTo>
                  <a:cubicBezTo>
                    <a:pt x="25" y="98"/>
                    <a:pt x="28" y="107"/>
                    <a:pt x="40" y="108"/>
                  </a:cubicBezTo>
                  <a:cubicBezTo>
                    <a:pt x="40" y="111"/>
                    <a:pt x="40" y="111"/>
                    <a:pt x="40" y="111"/>
                  </a:cubicBezTo>
                  <a:cubicBezTo>
                    <a:pt x="0" y="111"/>
                    <a:pt x="0" y="111"/>
                    <a:pt x="0" y="111"/>
                  </a:cubicBezTo>
                  <a:cubicBezTo>
                    <a:pt x="0" y="108"/>
                    <a:pt x="0" y="108"/>
                    <a:pt x="0" y="108"/>
                  </a:cubicBezTo>
                  <a:cubicBezTo>
                    <a:pt x="12" y="108"/>
                    <a:pt x="17" y="101"/>
                    <a:pt x="20" y="84"/>
                  </a:cubicBezTo>
                  <a:cubicBezTo>
                    <a:pt x="31" y="11"/>
                    <a:pt x="31" y="11"/>
                    <a:pt x="31" y="11"/>
                  </a:cubicBezTo>
                  <a:cubicBezTo>
                    <a:pt x="26" y="7"/>
                    <a:pt x="20" y="4"/>
                    <a:pt x="15" y="3"/>
                  </a:cubicBezTo>
                  <a:cubicBezTo>
                    <a:pt x="15" y="0"/>
                    <a:pt x="15" y="0"/>
                    <a:pt x="15" y="0"/>
                  </a:cubicBezTo>
                  <a:cubicBezTo>
                    <a:pt x="55" y="0"/>
                    <a:pt x="55" y="0"/>
                    <a:pt x="55" y="0"/>
                  </a:cubicBezTo>
                  <a:cubicBezTo>
                    <a:pt x="84" y="74"/>
                    <a:pt x="84" y="74"/>
                    <a:pt x="84" y="74"/>
                  </a:cubicBezTo>
                  <a:cubicBezTo>
                    <a:pt x="113" y="0"/>
                    <a:pt x="113" y="0"/>
                    <a:pt x="113" y="0"/>
                  </a:cubicBezTo>
                  <a:cubicBezTo>
                    <a:pt x="151" y="0"/>
                    <a:pt x="151" y="0"/>
                    <a:pt x="151" y="0"/>
                  </a:cubicBezTo>
                  <a:cubicBezTo>
                    <a:pt x="151" y="3"/>
                    <a:pt x="151" y="3"/>
                    <a:pt x="151" y="3"/>
                  </a:cubicBezTo>
                  <a:cubicBezTo>
                    <a:pt x="139" y="6"/>
                    <a:pt x="137" y="11"/>
                    <a:pt x="138" y="22"/>
                  </a:cubicBezTo>
                  <a:lnTo>
                    <a:pt x="148" y="91"/>
                  </a:lnTo>
                  <a:close/>
                </a:path>
              </a:pathLst>
            </a:custGeom>
            <a:solidFill>
              <a:srgbClr val="1A144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" name="Freeform 62"/>
            <p:cNvSpPr>
              <a:spLocks/>
            </p:cNvSpPr>
            <p:nvPr/>
          </p:nvSpPr>
          <p:spPr bwMode="gray">
            <a:xfrm>
              <a:off x="7207251" y="3297238"/>
              <a:ext cx="360363" cy="290513"/>
            </a:xfrm>
            <a:custGeom>
              <a:avLst/>
              <a:gdLst>
                <a:gd name="T0" fmla="*/ 11 w 96"/>
                <a:gd name="T1" fmla="*/ 18 h 77"/>
                <a:gd name="T2" fmla="*/ 0 w 96"/>
                <a:gd name="T3" fmla="*/ 6 h 77"/>
                <a:gd name="T4" fmla="*/ 0 w 96"/>
                <a:gd name="T5" fmla="*/ 3 h 77"/>
                <a:gd name="T6" fmla="*/ 29 w 96"/>
                <a:gd name="T7" fmla="*/ 0 h 77"/>
                <a:gd name="T8" fmla="*/ 32 w 96"/>
                <a:gd name="T9" fmla="*/ 0 h 77"/>
                <a:gd name="T10" fmla="*/ 32 w 96"/>
                <a:gd name="T11" fmla="*/ 53 h 77"/>
                <a:gd name="T12" fmla="*/ 46 w 96"/>
                <a:gd name="T13" fmla="*/ 65 h 77"/>
                <a:gd name="T14" fmla="*/ 63 w 96"/>
                <a:gd name="T15" fmla="*/ 52 h 77"/>
                <a:gd name="T16" fmla="*/ 63 w 96"/>
                <a:gd name="T17" fmla="*/ 17 h 77"/>
                <a:gd name="T18" fmla="*/ 52 w 96"/>
                <a:gd name="T19" fmla="*/ 6 h 77"/>
                <a:gd name="T20" fmla="*/ 52 w 96"/>
                <a:gd name="T21" fmla="*/ 3 h 77"/>
                <a:gd name="T22" fmla="*/ 82 w 96"/>
                <a:gd name="T23" fmla="*/ 0 h 77"/>
                <a:gd name="T24" fmla="*/ 85 w 96"/>
                <a:gd name="T25" fmla="*/ 0 h 77"/>
                <a:gd name="T26" fmla="*/ 85 w 96"/>
                <a:gd name="T27" fmla="*/ 57 h 77"/>
                <a:gd name="T28" fmla="*/ 96 w 96"/>
                <a:gd name="T29" fmla="*/ 71 h 77"/>
                <a:gd name="T30" fmla="*/ 96 w 96"/>
                <a:gd name="T31" fmla="*/ 74 h 77"/>
                <a:gd name="T32" fmla="*/ 63 w 96"/>
                <a:gd name="T33" fmla="*/ 77 h 77"/>
                <a:gd name="T34" fmla="*/ 63 w 96"/>
                <a:gd name="T35" fmla="*/ 60 h 77"/>
                <a:gd name="T36" fmla="*/ 63 w 96"/>
                <a:gd name="T37" fmla="*/ 60 h 77"/>
                <a:gd name="T38" fmla="*/ 35 w 96"/>
                <a:gd name="T39" fmla="*/ 77 h 77"/>
                <a:gd name="T40" fmla="*/ 11 w 96"/>
                <a:gd name="T41" fmla="*/ 55 h 77"/>
                <a:gd name="T42" fmla="*/ 11 w 96"/>
                <a:gd name="T43" fmla="*/ 18 h 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96" h="77">
                  <a:moveTo>
                    <a:pt x="11" y="18"/>
                  </a:moveTo>
                  <a:cubicBezTo>
                    <a:pt x="11" y="10"/>
                    <a:pt x="8" y="7"/>
                    <a:pt x="0" y="6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29" y="0"/>
                    <a:pt x="29" y="0"/>
                    <a:pt x="29" y="0"/>
                  </a:cubicBezTo>
                  <a:cubicBezTo>
                    <a:pt x="32" y="0"/>
                    <a:pt x="32" y="0"/>
                    <a:pt x="32" y="0"/>
                  </a:cubicBezTo>
                  <a:cubicBezTo>
                    <a:pt x="32" y="53"/>
                    <a:pt x="32" y="53"/>
                    <a:pt x="32" y="53"/>
                  </a:cubicBezTo>
                  <a:cubicBezTo>
                    <a:pt x="32" y="61"/>
                    <a:pt x="38" y="65"/>
                    <a:pt x="46" y="65"/>
                  </a:cubicBezTo>
                  <a:cubicBezTo>
                    <a:pt x="53" y="65"/>
                    <a:pt x="57" y="62"/>
                    <a:pt x="63" y="52"/>
                  </a:cubicBezTo>
                  <a:cubicBezTo>
                    <a:pt x="63" y="17"/>
                    <a:pt x="63" y="17"/>
                    <a:pt x="63" y="17"/>
                  </a:cubicBezTo>
                  <a:cubicBezTo>
                    <a:pt x="63" y="11"/>
                    <a:pt x="60" y="7"/>
                    <a:pt x="52" y="6"/>
                  </a:cubicBezTo>
                  <a:cubicBezTo>
                    <a:pt x="52" y="3"/>
                    <a:pt x="52" y="3"/>
                    <a:pt x="52" y="3"/>
                  </a:cubicBezTo>
                  <a:cubicBezTo>
                    <a:pt x="82" y="0"/>
                    <a:pt x="82" y="0"/>
                    <a:pt x="82" y="0"/>
                  </a:cubicBezTo>
                  <a:cubicBezTo>
                    <a:pt x="85" y="0"/>
                    <a:pt x="85" y="0"/>
                    <a:pt x="85" y="0"/>
                  </a:cubicBezTo>
                  <a:cubicBezTo>
                    <a:pt x="85" y="57"/>
                    <a:pt x="85" y="57"/>
                    <a:pt x="85" y="57"/>
                  </a:cubicBezTo>
                  <a:cubicBezTo>
                    <a:pt x="85" y="66"/>
                    <a:pt x="87" y="69"/>
                    <a:pt x="96" y="71"/>
                  </a:cubicBezTo>
                  <a:cubicBezTo>
                    <a:pt x="96" y="74"/>
                    <a:pt x="96" y="74"/>
                    <a:pt x="96" y="74"/>
                  </a:cubicBezTo>
                  <a:cubicBezTo>
                    <a:pt x="63" y="77"/>
                    <a:pt x="63" y="77"/>
                    <a:pt x="63" y="77"/>
                  </a:cubicBezTo>
                  <a:cubicBezTo>
                    <a:pt x="63" y="60"/>
                    <a:pt x="63" y="60"/>
                    <a:pt x="63" y="60"/>
                  </a:cubicBezTo>
                  <a:cubicBezTo>
                    <a:pt x="63" y="60"/>
                    <a:pt x="63" y="60"/>
                    <a:pt x="63" y="60"/>
                  </a:cubicBezTo>
                  <a:cubicBezTo>
                    <a:pt x="55" y="72"/>
                    <a:pt x="46" y="77"/>
                    <a:pt x="35" y="77"/>
                  </a:cubicBezTo>
                  <a:cubicBezTo>
                    <a:pt x="20" y="77"/>
                    <a:pt x="11" y="69"/>
                    <a:pt x="11" y="55"/>
                  </a:cubicBezTo>
                  <a:lnTo>
                    <a:pt x="11" y="18"/>
                  </a:lnTo>
                  <a:close/>
                </a:path>
              </a:pathLst>
            </a:custGeom>
            <a:solidFill>
              <a:srgbClr val="1A144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" name="Freeform 63"/>
            <p:cNvSpPr>
              <a:spLocks/>
            </p:cNvSpPr>
            <p:nvPr/>
          </p:nvSpPr>
          <p:spPr bwMode="gray">
            <a:xfrm>
              <a:off x="7581901" y="3201988"/>
              <a:ext cx="225425" cy="385763"/>
            </a:xfrm>
            <a:custGeom>
              <a:avLst/>
              <a:gdLst>
                <a:gd name="T0" fmla="*/ 13 w 60"/>
                <a:gd name="T1" fmla="*/ 33 h 102"/>
                <a:gd name="T2" fmla="*/ 0 w 60"/>
                <a:gd name="T3" fmla="*/ 33 h 102"/>
                <a:gd name="T4" fmla="*/ 0 w 60"/>
                <a:gd name="T5" fmla="*/ 30 h 102"/>
                <a:gd name="T6" fmla="*/ 31 w 60"/>
                <a:gd name="T7" fmla="*/ 0 h 102"/>
                <a:gd name="T8" fmla="*/ 34 w 60"/>
                <a:gd name="T9" fmla="*/ 0 h 102"/>
                <a:gd name="T10" fmla="*/ 34 w 60"/>
                <a:gd name="T11" fmla="*/ 28 h 102"/>
                <a:gd name="T12" fmla="*/ 58 w 60"/>
                <a:gd name="T13" fmla="*/ 28 h 102"/>
                <a:gd name="T14" fmla="*/ 58 w 60"/>
                <a:gd name="T15" fmla="*/ 33 h 102"/>
                <a:gd name="T16" fmla="*/ 34 w 60"/>
                <a:gd name="T17" fmla="*/ 33 h 102"/>
                <a:gd name="T18" fmla="*/ 34 w 60"/>
                <a:gd name="T19" fmla="*/ 75 h 102"/>
                <a:gd name="T20" fmla="*/ 47 w 60"/>
                <a:gd name="T21" fmla="*/ 93 h 102"/>
                <a:gd name="T22" fmla="*/ 58 w 60"/>
                <a:gd name="T23" fmla="*/ 87 h 102"/>
                <a:gd name="T24" fmla="*/ 60 w 60"/>
                <a:gd name="T25" fmla="*/ 89 h 102"/>
                <a:gd name="T26" fmla="*/ 37 w 60"/>
                <a:gd name="T27" fmla="*/ 102 h 102"/>
                <a:gd name="T28" fmla="*/ 13 w 60"/>
                <a:gd name="T29" fmla="*/ 79 h 102"/>
                <a:gd name="T30" fmla="*/ 13 w 60"/>
                <a:gd name="T31" fmla="*/ 33 h 1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60" h="102">
                  <a:moveTo>
                    <a:pt x="13" y="33"/>
                  </a:moveTo>
                  <a:cubicBezTo>
                    <a:pt x="0" y="33"/>
                    <a:pt x="0" y="33"/>
                    <a:pt x="0" y="33"/>
                  </a:cubicBezTo>
                  <a:cubicBezTo>
                    <a:pt x="0" y="30"/>
                    <a:pt x="0" y="30"/>
                    <a:pt x="0" y="30"/>
                  </a:cubicBezTo>
                  <a:cubicBezTo>
                    <a:pt x="9" y="24"/>
                    <a:pt x="21" y="13"/>
                    <a:pt x="31" y="0"/>
                  </a:cubicBezTo>
                  <a:cubicBezTo>
                    <a:pt x="34" y="0"/>
                    <a:pt x="34" y="0"/>
                    <a:pt x="34" y="0"/>
                  </a:cubicBezTo>
                  <a:cubicBezTo>
                    <a:pt x="34" y="28"/>
                    <a:pt x="34" y="28"/>
                    <a:pt x="34" y="28"/>
                  </a:cubicBezTo>
                  <a:cubicBezTo>
                    <a:pt x="58" y="28"/>
                    <a:pt x="58" y="28"/>
                    <a:pt x="58" y="28"/>
                  </a:cubicBezTo>
                  <a:cubicBezTo>
                    <a:pt x="58" y="33"/>
                    <a:pt x="58" y="33"/>
                    <a:pt x="58" y="33"/>
                  </a:cubicBezTo>
                  <a:cubicBezTo>
                    <a:pt x="34" y="33"/>
                    <a:pt x="34" y="33"/>
                    <a:pt x="34" y="33"/>
                  </a:cubicBezTo>
                  <a:cubicBezTo>
                    <a:pt x="34" y="75"/>
                    <a:pt x="34" y="75"/>
                    <a:pt x="34" y="75"/>
                  </a:cubicBezTo>
                  <a:cubicBezTo>
                    <a:pt x="34" y="86"/>
                    <a:pt x="37" y="93"/>
                    <a:pt x="47" y="93"/>
                  </a:cubicBezTo>
                  <a:cubicBezTo>
                    <a:pt x="51" y="93"/>
                    <a:pt x="54" y="91"/>
                    <a:pt x="58" y="87"/>
                  </a:cubicBezTo>
                  <a:cubicBezTo>
                    <a:pt x="60" y="89"/>
                    <a:pt x="60" y="89"/>
                    <a:pt x="60" y="89"/>
                  </a:cubicBezTo>
                  <a:cubicBezTo>
                    <a:pt x="55" y="98"/>
                    <a:pt x="48" y="102"/>
                    <a:pt x="37" y="102"/>
                  </a:cubicBezTo>
                  <a:cubicBezTo>
                    <a:pt x="24" y="102"/>
                    <a:pt x="13" y="96"/>
                    <a:pt x="13" y="79"/>
                  </a:cubicBezTo>
                  <a:lnTo>
                    <a:pt x="13" y="33"/>
                  </a:lnTo>
                  <a:close/>
                </a:path>
              </a:pathLst>
            </a:custGeom>
            <a:solidFill>
              <a:srgbClr val="1A144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5" name="Freeform 64"/>
            <p:cNvSpPr>
              <a:spLocks/>
            </p:cNvSpPr>
            <p:nvPr/>
          </p:nvSpPr>
          <p:spPr bwMode="gray">
            <a:xfrm>
              <a:off x="7807326" y="3297238"/>
              <a:ext cx="365125" cy="290513"/>
            </a:xfrm>
            <a:custGeom>
              <a:avLst/>
              <a:gdLst>
                <a:gd name="T0" fmla="*/ 12 w 97"/>
                <a:gd name="T1" fmla="*/ 18 h 77"/>
                <a:gd name="T2" fmla="*/ 0 w 97"/>
                <a:gd name="T3" fmla="*/ 6 h 77"/>
                <a:gd name="T4" fmla="*/ 0 w 97"/>
                <a:gd name="T5" fmla="*/ 3 h 77"/>
                <a:gd name="T6" fmla="*/ 30 w 97"/>
                <a:gd name="T7" fmla="*/ 0 h 77"/>
                <a:gd name="T8" fmla="*/ 33 w 97"/>
                <a:gd name="T9" fmla="*/ 0 h 77"/>
                <a:gd name="T10" fmla="*/ 33 w 97"/>
                <a:gd name="T11" fmla="*/ 53 h 77"/>
                <a:gd name="T12" fmla="*/ 46 w 97"/>
                <a:gd name="T13" fmla="*/ 65 h 77"/>
                <a:gd name="T14" fmla="*/ 64 w 97"/>
                <a:gd name="T15" fmla="*/ 52 h 77"/>
                <a:gd name="T16" fmla="*/ 64 w 97"/>
                <a:gd name="T17" fmla="*/ 17 h 77"/>
                <a:gd name="T18" fmla="*/ 53 w 97"/>
                <a:gd name="T19" fmla="*/ 6 h 77"/>
                <a:gd name="T20" fmla="*/ 53 w 97"/>
                <a:gd name="T21" fmla="*/ 3 h 77"/>
                <a:gd name="T22" fmla="*/ 82 w 97"/>
                <a:gd name="T23" fmla="*/ 0 h 77"/>
                <a:gd name="T24" fmla="*/ 86 w 97"/>
                <a:gd name="T25" fmla="*/ 0 h 77"/>
                <a:gd name="T26" fmla="*/ 86 w 97"/>
                <a:gd name="T27" fmla="*/ 57 h 77"/>
                <a:gd name="T28" fmla="*/ 97 w 97"/>
                <a:gd name="T29" fmla="*/ 71 h 77"/>
                <a:gd name="T30" fmla="*/ 97 w 97"/>
                <a:gd name="T31" fmla="*/ 74 h 77"/>
                <a:gd name="T32" fmla="*/ 64 w 97"/>
                <a:gd name="T33" fmla="*/ 77 h 77"/>
                <a:gd name="T34" fmla="*/ 64 w 97"/>
                <a:gd name="T35" fmla="*/ 60 h 77"/>
                <a:gd name="T36" fmla="*/ 64 w 97"/>
                <a:gd name="T37" fmla="*/ 60 h 77"/>
                <a:gd name="T38" fmla="*/ 35 w 97"/>
                <a:gd name="T39" fmla="*/ 77 h 77"/>
                <a:gd name="T40" fmla="*/ 12 w 97"/>
                <a:gd name="T41" fmla="*/ 55 h 77"/>
                <a:gd name="T42" fmla="*/ 12 w 97"/>
                <a:gd name="T43" fmla="*/ 18 h 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97" h="77">
                  <a:moveTo>
                    <a:pt x="12" y="18"/>
                  </a:moveTo>
                  <a:cubicBezTo>
                    <a:pt x="12" y="10"/>
                    <a:pt x="9" y="7"/>
                    <a:pt x="0" y="6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30" y="0"/>
                    <a:pt x="30" y="0"/>
                    <a:pt x="30" y="0"/>
                  </a:cubicBezTo>
                  <a:cubicBezTo>
                    <a:pt x="33" y="0"/>
                    <a:pt x="33" y="0"/>
                    <a:pt x="33" y="0"/>
                  </a:cubicBezTo>
                  <a:cubicBezTo>
                    <a:pt x="33" y="53"/>
                    <a:pt x="33" y="53"/>
                    <a:pt x="33" y="53"/>
                  </a:cubicBezTo>
                  <a:cubicBezTo>
                    <a:pt x="33" y="61"/>
                    <a:pt x="39" y="65"/>
                    <a:pt x="46" y="65"/>
                  </a:cubicBezTo>
                  <a:cubicBezTo>
                    <a:pt x="54" y="65"/>
                    <a:pt x="58" y="62"/>
                    <a:pt x="64" y="52"/>
                  </a:cubicBezTo>
                  <a:cubicBezTo>
                    <a:pt x="64" y="17"/>
                    <a:pt x="64" y="17"/>
                    <a:pt x="64" y="17"/>
                  </a:cubicBezTo>
                  <a:cubicBezTo>
                    <a:pt x="64" y="11"/>
                    <a:pt x="60" y="7"/>
                    <a:pt x="53" y="6"/>
                  </a:cubicBezTo>
                  <a:cubicBezTo>
                    <a:pt x="53" y="3"/>
                    <a:pt x="53" y="3"/>
                    <a:pt x="53" y="3"/>
                  </a:cubicBezTo>
                  <a:cubicBezTo>
                    <a:pt x="82" y="0"/>
                    <a:pt x="82" y="0"/>
                    <a:pt x="82" y="0"/>
                  </a:cubicBezTo>
                  <a:cubicBezTo>
                    <a:pt x="86" y="0"/>
                    <a:pt x="86" y="0"/>
                    <a:pt x="86" y="0"/>
                  </a:cubicBezTo>
                  <a:cubicBezTo>
                    <a:pt x="86" y="57"/>
                    <a:pt x="86" y="57"/>
                    <a:pt x="86" y="57"/>
                  </a:cubicBezTo>
                  <a:cubicBezTo>
                    <a:pt x="86" y="66"/>
                    <a:pt x="88" y="69"/>
                    <a:pt x="97" y="71"/>
                  </a:cubicBezTo>
                  <a:cubicBezTo>
                    <a:pt x="97" y="74"/>
                    <a:pt x="97" y="74"/>
                    <a:pt x="97" y="74"/>
                  </a:cubicBezTo>
                  <a:cubicBezTo>
                    <a:pt x="64" y="77"/>
                    <a:pt x="64" y="77"/>
                    <a:pt x="64" y="77"/>
                  </a:cubicBezTo>
                  <a:cubicBezTo>
                    <a:pt x="64" y="60"/>
                    <a:pt x="64" y="60"/>
                    <a:pt x="64" y="60"/>
                  </a:cubicBezTo>
                  <a:cubicBezTo>
                    <a:pt x="64" y="60"/>
                    <a:pt x="64" y="60"/>
                    <a:pt x="64" y="60"/>
                  </a:cubicBezTo>
                  <a:cubicBezTo>
                    <a:pt x="56" y="72"/>
                    <a:pt x="47" y="77"/>
                    <a:pt x="35" y="77"/>
                  </a:cubicBezTo>
                  <a:cubicBezTo>
                    <a:pt x="21" y="77"/>
                    <a:pt x="12" y="69"/>
                    <a:pt x="12" y="55"/>
                  </a:cubicBezTo>
                  <a:lnTo>
                    <a:pt x="12" y="18"/>
                  </a:lnTo>
                  <a:close/>
                </a:path>
              </a:pathLst>
            </a:custGeom>
            <a:solidFill>
              <a:srgbClr val="1A144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6" name="Freeform 65"/>
            <p:cNvSpPr>
              <a:spLocks noEditPoints="1"/>
            </p:cNvSpPr>
            <p:nvPr/>
          </p:nvSpPr>
          <p:spPr bwMode="gray">
            <a:xfrm>
              <a:off x="8183563" y="3297238"/>
              <a:ext cx="304800" cy="290513"/>
            </a:xfrm>
            <a:custGeom>
              <a:avLst/>
              <a:gdLst>
                <a:gd name="T0" fmla="*/ 46 w 81"/>
                <a:gd name="T1" fmla="*/ 62 h 77"/>
                <a:gd name="T2" fmla="*/ 33 w 81"/>
                <a:gd name="T3" fmla="*/ 69 h 77"/>
                <a:gd name="T4" fmla="*/ 23 w 81"/>
                <a:gd name="T5" fmla="*/ 56 h 77"/>
                <a:gd name="T6" fmla="*/ 46 w 81"/>
                <a:gd name="T7" fmla="*/ 35 h 77"/>
                <a:gd name="T8" fmla="*/ 46 w 81"/>
                <a:gd name="T9" fmla="*/ 62 h 77"/>
                <a:gd name="T10" fmla="*/ 68 w 81"/>
                <a:gd name="T11" fmla="*/ 27 h 77"/>
                <a:gd name="T12" fmla="*/ 36 w 81"/>
                <a:gd name="T13" fmla="*/ 0 h 77"/>
                <a:gd name="T14" fmla="*/ 4 w 81"/>
                <a:gd name="T15" fmla="*/ 24 h 77"/>
                <a:gd name="T16" fmla="*/ 7 w 81"/>
                <a:gd name="T17" fmla="*/ 24 h 77"/>
                <a:gd name="T18" fmla="*/ 28 w 81"/>
                <a:gd name="T19" fmla="*/ 12 h 77"/>
                <a:gd name="T20" fmla="*/ 46 w 81"/>
                <a:gd name="T21" fmla="*/ 31 h 77"/>
                <a:gd name="T22" fmla="*/ 0 w 81"/>
                <a:gd name="T23" fmla="*/ 58 h 77"/>
                <a:gd name="T24" fmla="*/ 22 w 81"/>
                <a:gd name="T25" fmla="*/ 77 h 77"/>
                <a:gd name="T26" fmla="*/ 44 w 81"/>
                <a:gd name="T27" fmla="*/ 69 h 77"/>
                <a:gd name="T28" fmla="*/ 46 w 81"/>
                <a:gd name="T29" fmla="*/ 67 h 77"/>
                <a:gd name="T30" fmla="*/ 63 w 81"/>
                <a:gd name="T31" fmla="*/ 77 h 77"/>
                <a:gd name="T32" fmla="*/ 81 w 81"/>
                <a:gd name="T33" fmla="*/ 63 h 77"/>
                <a:gd name="T34" fmla="*/ 78 w 81"/>
                <a:gd name="T35" fmla="*/ 63 h 77"/>
                <a:gd name="T36" fmla="*/ 72 w 81"/>
                <a:gd name="T37" fmla="*/ 70 h 77"/>
                <a:gd name="T38" fmla="*/ 68 w 81"/>
                <a:gd name="T39" fmla="*/ 60 h 77"/>
                <a:gd name="T40" fmla="*/ 68 w 81"/>
                <a:gd name="T41" fmla="*/ 27 h 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81" h="77">
                  <a:moveTo>
                    <a:pt x="46" y="62"/>
                  </a:moveTo>
                  <a:cubicBezTo>
                    <a:pt x="41" y="67"/>
                    <a:pt x="37" y="69"/>
                    <a:pt x="33" y="69"/>
                  </a:cubicBezTo>
                  <a:cubicBezTo>
                    <a:pt x="27" y="69"/>
                    <a:pt x="23" y="64"/>
                    <a:pt x="23" y="56"/>
                  </a:cubicBezTo>
                  <a:cubicBezTo>
                    <a:pt x="23" y="47"/>
                    <a:pt x="28" y="42"/>
                    <a:pt x="46" y="35"/>
                  </a:cubicBezTo>
                  <a:lnTo>
                    <a:pt x="46" y="62"/>
                  </a:lnTo>
                  <a:close/>
                  <a:moveTo>
                    <a:pt x="68" y="27"/>
                  </a:moveTo>
                  <a:cubicBezTo>
                    <a:pt x="68" y="7"/>
                    <a:pt x="52" y="0"/>
                    <a:pt x="36" y="0"/>
                  </a:cubicBezTo>
                  <a:cubicBezTo>
                    <a:pt x="19" y="0"/>
                    <a:pt x="8" y="9"/>
                    <a:pt x="4" y="24"/>
                  </a:cubicBezTo>
                  <a:cubicBezTo>
                    <a:pt x="7" y="24"/>
                    <a:pt x="7" y="24"/>
                    <a:pt x="7" y="24"/>
                  </a:cubicBezTo>
                  <a:cubicBezTo>
                    <a:pt x="12" y="16"/>
                    <a:pt x="19" y="12"/>
                    <a:pt x="28" y="12"/>
                  </a:cubicBezTo>
                  <a:cubicBezTo>
                    <a:pt x="41" y="12"/>
                    <a:pt x="46" y="18"/>
                    <a:pt x="46" y="31"/>
                  </a:cubicBezTo>
                  <a:cubicBezTo>
                    <a:pt x="29" y="37"/>
                    <a:pt x="0" y="39"/>
                    <a:pt x="0" y="58"/>
                  </a:cubicBezTo>
                  <a:cubicBezTo>
                    <a:pt x="0" y="69"/>
                    <a:pt x="10" y="77"/>
                    <a:pt x="22" y="77"/>
                  </a:cubicBezTo>
                  <a:cubicBezTo>
                    <a:pt x="31" y="77"/>
                    <a:pt x="37" y="75"/>
                    <a:pt x="44" y="69"/>
                  </a:cubicBezTo>
                  <a:cubicBezTo>
                    <a:pt x="46" y="67"/>
                    <a:pt x="46" y="67"/>
                    <a:pt x="46" y="67"/>
                  </a:cubicBezTo>
                  <a:cubicBezTo>
                    <a:pt x="50" y="74"/>
                    <a:pt x="55" y="77"/>
                    <a:pt x="63" y="77"/>
                  </a:cubicBezTo>
                  <a:cubicBezTo>
                    <a:pt x="74" y="77"/>
                    <a:pt x="80" y="72"/>
                    <a:pt x="81" y="63"/>
                  </a:cubicBezTo>
                  <a:cubicBezTo>
                    <a:pt x="78" y="63"/>
                    <a:pt x="78" y="63"/>
                    <a:pt x="78" y="63"/>
                  </a:cubicBezTo>
                  <a:cubicBezTo>
                    <a:pt x="77" y="68"/>
                    <a:pt x="75" y="70"/>
                    <a:pt x="72" y="70"/>
                  </a:cubicBezTo>
                  <a:cubicBezTo>
                    <a:pt x="69" y="70"/>
                    <a:pt x="68" y="67"/>
                    <a:pt x="68" y="60"/>
                  </a:cubicBezTo>
                  <a:lnTo>
                    <a:pt x="68" y="27"/>
                  </a:lnTo>
                  <a:close/>
                </a:path>
              </a:pathLst>
            </a:custGeom>
            <a:solidFill>
              <a:srgbClr val="1A144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7" name="Freeform 66"/>
            <p:cNvSpPr>
              <a:spLocks/>
            </p:cNvSpPr>
            <p:nvPr/>
          </p:nvSpPr>
          <p:spPr bwMode="gray">
            <a:xfrm>
              <a:off x="8491538" y="3125788"/>
              <a:ext cx="180975" cy="450850"/>
            </a:xfrm>
            <a:custGeom>
              <a:avLst/>
              <a:gdLst>
                <a:gd name="T0" fmla="*/ 14 w 48"/>
                <a:gd name="T1" fmla="*/ 20 h 119"/>
                <a:gd name="T2" fmla="*/ 0 w 48"/>
                <a:gd name="T3" fmla="*/ 6 h 119"/>
                <a:gd name="T4" fmla="*/ 0 w 48"/>
                <a:gd name="T5" fmla="*/ 3 h 119"/>
                <a:gd name="T6" fmla="*/ 32 w 48"/>
                <a:gd name="T7" fmla="*/ 0 h 119"/>
                <a:gd name="T8" fmla="*/ 35 w 48"/>
                <a:gd name="T9" fmla="*/ 0 h 119"/>
                <a:gd name="T10" fmla="*/ 35 w 48"/>
                <a:gd name="T11" fmla="*/ 102 h 119"/>
                <a:gd name="T12" fmla="*/ 48 w 48"/>
                <a:gd name="T13" fmla="*/ 116 h 119"/>
                <a:gd name="T14" fmla="*/ 48 w 48"/>
                <a:gd name="T15" fmla="*/ 119 h 119"/>
                <a:gd name="T16" fmla="*/ 0 w 48"/>
                <a:gd name="T17" fmla="*/ 119 h 119"/>
                <a:gd name="T18" fmla="*/ 0 w 48"/>
                <a:gd name="T19" fmla="*/ 116 h 119"/>
                <a:gd name="T20" fmla="*/ 14 w 48"/>
                <a:gd name="T21" fmla="*/ 102 h 119"/>
                <a:gd name="T22" fmla="*/ 14 w 48"/>
                <a:gd name="T23" fmla="*/ 20 h 1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48" h="119">
                  <a:moveTo>
                    <a:pt x="14" y="20"/>
                  </a:moveTo>
                  <a:cubicBezTo>
                    <a:pt x="14" y="10"/>
                    <a:pt x="10" y="6"/>
                    <a:pt x="0" y="6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32" y="0"/>
                    <a:pt x="32" y="0"/>
                    <a:pt x="32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35" y="102"/>
                    <a:pt x="35" y="102"/>
                    <a:pt x="35" y="102"/>
                  </a:cubicBezTo>
                  <a:cubicBezTo>
                    <a:pt x="35" y="111"/>
                    <a:pt x="37" y="114"/>
                    <a:pt x="48" y="116"/>
                  </a:cubicBezTo>
                  <a:cubicBezTo>
                    <a:pt x="48" y="119"/>
                    <a:pt x="48" y="119"/>
                    <a:pt x="48" y="119"/>
                  </a:cubicBezTo>
                  <a:cubicBezTo>
                    <a:pt x="0" y="119"/>
                    <a:pt x="0" y="119"/>
                    <a:pt x="0" y="119"/>
                  </a:cubicBezTo>
                  <a:cubicBezTo>
                    <a:pt x="0" y="116"/>
                    <a:pt x="0" y="116"/>
                    <a:pt x="0" y="116"/>
                  </a:cubicBezTo>
                  <a:cubicBezTo>
                    <a:pt x="11" y="114"/>
                    <a:pt x="14" y="111"/>
                    <a:pt x="14" y="102"/>
                  </a:cubicBezTo>
                  <a:lnTo>
                    <a:pt x="14" y="20"/>
                  </a:lnTo>
                  <a:close/>
                </a:path>
              </a:pathLst>
            </a:custGeom>
            <a:solidFill>
              <a:srgbClr val="1A144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" name="Freeform 67"/>
            <p:cNvSpPr>
              <a:spLocks/>
            </p:cNvSpPr>
            <p:nvPr/>
          </p:nvSpPr>
          <p:spPr bwMode="gray">
            <a:xfrm>
              <a:off x="3387726" y="2736850"/>
              <a:ext cx="981075" cy="1308100"/>
            </a:xfrm>
            <a:custGeom>
              <a:avLst/>
              <a:gdLst>
                <a:gd name="T0" fmla="*/ 258 w 261"/>
                <a:gd name="T1" fmla="*/ 146 h 346"/>
                <a:gd name="T2" fmla="*/ 215 w 261"/>
                <a:gd name="T3" fmla="*/ 141 h 346"/>
                <a:gd name="T4" fmla="*/ 226 w 261"/>
                <a:gd name="T5" fmla="*/ 107 h 346"/>
                <a:gd name="T6" fmla="*/ 203 w 261"/>
                <a:gd name="T7" fmla="*/ 125 h 346"/>
                <a:gd name="T8" fmla="*/ 164 w 261"/>
                <a:gd name="T9" fmla="*/ 101 h 346"/>
                <a:gd name="T10" fmla="*/ 156 w 261"/>
                <a:gd name="T11" fmla="*/ 75 h 346"/>
                <a:gd name="T12" fmla="*/ 150 w 261"/>
                <a:gd name="T13" fmla="*/ 98 h 346"/>
                <a:gd name="T14" fmla="*/ 98 w 261"/>
                <a:gd name="T15" fmla="*/ 105 h 346"/>
                <a:gd name="T16" fmla="*/ 82 w 261"/>
                <a:gd name="T17" fmla="*/ 115 h 346"/>
                <a:gd name="T18" fmla="*/ 82 w 261"/>
                <a:gd name="T19" fmla="*/ 79 h 346"/>
                <a:gd name="T20" fmla="*/ 78 w 261"/>
                <a:gd name="T21" fmla="*/ 53 h 346"/>
                <a:gd name="T22" fmla="*/ 76 w 261"/>
                <a:gd name="T23" fmla="*/ 45 h 346"/>
                <a:gd name="T24" fmla="*/ 71 w 261"/>
                <a:gd name="T25" fmla="*/ 42 h 346"/>
                <a:gd name="T26" fmla="*/ 98 w 261"/>
                <a:gd name="T27" fmla="*/ 16 h 346"/>
                <a:gd name="T28" fmla="*/ 83 w 261"/>
                <a:gd name="T29" fmla="*/ 9 h 346"/>
                <a:gd name="T30" fmla="*/ 68 w 261"/>
                <a:gd name="T31" fmla="*/ 0 h 346"/>
                <a:gd name="T32" fmla="*/ 40 w 261"/>
                <a:gd name="T33" fmla="*/ 3 h 346"/>
                <a:gd name="T34" fmla="*/ 19 w 261"/>
                <a:gd name="T35" fmla="*/ 40 h 346"/>
                <a:gd name="T36" fmla="*/ 6 w 261"/>
                <a:gd name="T37" fmla="*/ 45 h 346"/>
                <a:gd name="T38" fmla="*/ 1 w 261"/>
                <a:gd name="T39" fmla="*/ 69 h 346"/>
                <a:gd name="T40" fmla="*/ 13 w 261"/>
                <a:gd name="T41" fmla="*/ 99 h 346"/>
                <a:gd name="T42" fmla="*/ 16 w 261"/>
                <a:gd name="T43" fmla="*/ 108 h 346"/>
                <a:gd name="T44" fmla="*/ 24 w 261"/>
                <a:gd name="T45" fmla="*/ 124 h 346"/>
                <a:gd name="T46" fmla="*/ 28 w 261"/>
                <a:gd name="T47" fmla="*/ 137 h 346"/>
                <a:gd name="T48" fmla="*/ 34 w 261"/>
                <a:gd name="T49" fmla="*/ 146 h 346"/>
                <a:gd name="T50" fmla="*/ 47 w 261"/>
                <a:gd name="T51" fmla="*/ 148 h 346"/>
                <a:gd name="T52" fmla="*/ 37 w 261"/>
                <a:gd name="T53" fmla="*/ 229 h 346"/>
                <a:gd name="T54" fmla="*/ 73 w 261"/>
                <a:gd name="T55" fmla="*/ 333 h 346"/>
                <a:gd name="T56" fmla="*/ 96 w 261"/>
                <a:gd name="T57" fmla="*/ 311 h 346"/>
                <a:gd name="T58" fmla="*/ 121 w 261"/>
                <a:gd name="T59" fmla="*/ 288 h 346"/>
                <a:gd name="T60" fmla="*/ 123 w 261"/>
                <a:gd name="T61" fmla="*/ 296 h 346"/>
                <a:gd name="T62" fmla="*/ 94 w 261"/>
                <a:gd name="T63" fmla="*/ 346 h 346"/>
                <a:gd name="T64" fmla="*/ 235 w 261"/>
                <a:gd name="T65" fmla="*/ 259 h 346"/>
                <a:gd name="T66" fmla="*/ 231 w 261"/>
                <a:gd name="T67" fmla="*/ 181 h 346"/>
                <a:gd name="T68" fmla="*/ 261 w 261"/>
                <a:gd name="T69" fmla="*/ 146 h 3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261" h="346">
                  <a:moveTo>
                    <a:pt x="261" y="146"/>
                  </a:moveTo>
                  <a:cubicBezTo>
                    <a:pt x="260" y="145"/>
                    <a:pt x="258" y="146"/>
                    <a:pt x="258" y="146"/>
                  </a:cubicBezTo>
                  <a:cubicBezTo>
                    <a:pt x="224" y="158"/>
                    <a:pt x="224" y="158"/>
                    <a:pt x="224" y="158"/>
                  </a:cubicBezTo>
                  <a:cubicBezTo>
                    <a:pt x="222" y="152"/>
                    <a:pt x="219" y="146"/>
                    <a:pt x="215" y="141"/>
                  </a:cubicBezTo>
                  <a:cubicBezTo>
                    <a:pt x="226" y="111"/>
                    <a:pt x="226" y="111"/>
                    <a:pt x="226" y="111"/>
                  </a:cubicBezTo>
                  <a:cubicBezTo>
                    <a:pt x="226" y="111"/>
                    <a:pt x="227" y="108"/>
                    <a:pt x="226" y="107"/>
                  </a:cubicBezTo>
                  <a:cubicBezTo>
                    <a:pt x="225" y="107"/>
                    <a:pt x="223" y="109"/>
                    <a:pt x="223" y="109"/>
                  </a:cubicBezTo>
                  <a:cubicBezTo>
                    <a:pt x="203" y="125"/>
                    <a:pt x="203" y="125"/>
                    <a:pt x="203" y="125"/>
                  </a:cubicBezTo>
                  <a:cubicBezTo>
                    <a:pt x="196" y="117"/>
                    <a:pt x="187" y="110"/>
                    <a:pt x="176" y="105"/>
                  </a:cubicBezTo>
                  <a:cubicBezTo>
                    <a:pt x="173" y="104"/>
                    <a:pt x="169" y="102"/>
                    <a:pt x="164" y="101"/>
                  </a:cubicBezTo>
                  <a:cubicBezTo>
                    <a:pt x="158" y="78"/>
                    <a:pt x="158" y="78"/>
                    <a:pt x="158" y="78"/>
                  </a:cubicBezTo>
                  <a:cubicBezTo>
                    <a:pt x="158" y="78"/>
                    <a:pt x="158" y="75"/>
                    <a:pt x="156" y="75"/>
                  </a:cubicBezTo>
                  <a:cubicBezTo>
                    <a:pt x="155" y="75"/>
                    <a:pt x="154" y="77"/>
                    <a:pt x="154" y="77"/>
                  </a:cubicBezTo>
                  <a:cubicBezTo>
                    <a:pt x="150" y="98"/>
                    <a:pt x="150" y="98"/>
                    <a:pt x="150" y="98"/>
                  </a:cubicBezTo>
                  <a:cubicBezTo>
                    <a:pt x="146" y="98"/>
                    <a:pt x="142" y="97"/>
                    <a:pt x="137" y="97"/>
                  </a:cubicBezTo>
                  <a:cubicBezTo>
                    <a:pt x="122" y="97"/>
                    <a:pt x="109" y="100"/>
                    <a:pt x="98" y="105"/>
                  </a:cubicBezTo>
                  <a:cubicBezTo>
                    <a:pt x="93" y="107"/>
                    <a:pt x="89" y="110"/>
                    <a:pt x="84" y="113"/>
                  </a:cubicBezTo>
                  <a:cubicBezTo>
                    <a:pt x="84" y="113"/>
                    <a:pt x="83" y="114"/>
                    <a:pt x="82" y="115"/>
                  </a:cubicBezTo>
                  <a:cubicBezTo>
                    <a:pt x="78" y="104"/>
                    <a:pt x="75" y="96"/>
                    <a:pt x="74" y="93"/>
                  </a:cubicBezTo>
                  <a:cubicBezTo>
                    <a:pt x="77" y="91"/>
                    <a:pt x="81" y="84"/>
                    <a:pt x="82" y="79"/>
                  </a:cubicBezTo>
                  <a:cubicBezTo>
                    <a:pt x="84" y="72"/>
                    <a:pt x="84" y="68"/>
                    <a:pt x="82" y="63"/>
                  </a:cubicBezTo>
                  <a:cubicBezTo>
                    <a:pt x="81" y="59"/>
                    <a:pt x="78" y="55"/>
                    <a:pt x="78" y="53"/>
                  </a:cubicBezTo>
                  <a:cubicBezTo>
                    <a:pt x="79" y="51"/>
                    <a:pt x="79" y="50"/>
                    <a:pt x="80" y="49"/>
                  </a:cubicBezTo>
                  <a:cubicBezTo>
                    <a:pt x="80" y="46"/>
                    <a:pt x="78" y="45"/>
                    <a:pt x="76" y="45"/>
                  </a:cubicBezTo>
                  <a:cubicBezTo>
                    <a:pt x="74" y="45"/>
                    <a:pt x="73" y="45"/>
                    <a:pt x="71" y="45"/>
                  </a:cubicBezTo>
                  <a:cubicBezTo>
                    <a:pt x="71" y="45"/>
                    <a:pt x="70" y="45"/>
                    <a:pt x="71" y="42"/>
                  </a:cubicBezTo>
                  <a:cubicBezTo>
                    <a:pt x="72" y="38"/>
                    <a:pt x="79" y="36"/>
                    <a:pt x="86" y="34"/>
                  </a:cubicBezTo>
                  <a:cubicBezTo>
                    <a:pt x="94" y="31"/>
                    <a:pt x="98" y="25"/>
                    <a:pt x="98" y="16"/>
                  </a:cubicBezTo>
                  <a:cubicBezTo>
                    <a:pt x="99" y="9"/>
                    <a:pt x="95" y="4"/>
                    <a:pt x="90" y="2"/>
                  </a:cubicBezTo>
                  <a:cubicBezTo>
                    <a:pt x="89" y="4"/>
                    <a:pt x="85" y="8"/>
                    <a:pt x="83" y="9"/>
                  </a:cubicBezTo>
                  <a:cubicBezTo>
                    <a:pt x="80" y="11"/>
                    <a:pt x="76" y="11"/>
                    <a:pt x="74" y="11"/>
                  </a:cubicBezTo>
                  <a:cubicBezTo>
                    <a:pt x="74" y="6"/>
                    <a:pt x="72" y="2"/>
                    <a:pt x="68" y="0"/>
                  </a:cubicBezTo>
                  <a:cubicBezTo>
                    <a:pt x="67" y="2"/>
                    <a:pt x="63" y="5"/>
                    <a:pt x="56" y="5"/>
                  </a:cubicBezTo>
                  <a:cubicBezTo>
                    <a:pt x="50" y="5"/>
                    <a:pt x="49" y="3"/>
                    <a:pt x="40" y="3"/>
                  </a:cubicBezTo>
                  <a:cubicBezTo>
                    <a:pt x="27" y="3"/>
                    <a:pt x="16" y="11"/>
                    <a:pt x="15" y="23"/>
                  </a:cubicBezTo>
                  <a:cubicBezTo>
                    <a:pt x="14" y="30"/>
                    <a:pt x="17" y="36"/>
                    <a:pt x="19" y="40"/>
                  </a:cubicBezTo>
                  <a:cubicBezTo>
                    <a:pt x="17" y="41"/>
                    <a:pt x="14" y="45"/>
                    <a:pt x="13" y="46"/>
                  </a:cubicBezTo>
                  <a:cubicBezTo>
                    <a:pt x="12" y="45"/>
                    <a:pt x="9" y="43"/>
                    <a:pt x="6" y="45"/>
                  </a:cubicBezTo>
                  <a:cubicBezTo>
                    <a:pt x="7" y="47"/>
                    <a:pt x="7" y="49"/>
                    <a:pt x="7" y="51"/>
                  </a:cubicBezTo>
                  <a:cubicBezTo>
                    <a:pt x="6" y="53"/>
                    <a:pt x="1" y="62"/>
                    <a:pt x="1" y="69"/>
                  </a:cubicBezTo>
                  <a:cubicBezTo>
                    <a:pt x="0" y="82"/>
                    <a:pt x="7" y="91"/>
                    <a:pt x="13" y="93"/>
                  </a:cubicBezTo>
                  <a:cubicBezTo>
                    <a:pt x="12" y="95"/>
                    <a:pt x="12" y="97"/>
                    <a:pt x="13" y="99"/>
                  </a:cubicBezTo>
                  <a:cubicBezTo>
                    <a:pt x="13" y="100"/>
                    <a:pt x="14" y="101"/>
                    <a:pt x="17" y="101"/>
                  </a:cubicBezTo>
                  <a:cubicBezTo>
                    <a:pt x="16" y="103"/>
                    <a:pt x="15" y="105"/>
                    <a:pt x="16" y="108"/>
                  </a:cubicBezTo>
                  <a:cubicBezTo>
                    <a:pt x="17" y="111"/>
                    <a:pt x="20" y="115"/>
                    <a:pt x="23" y="115"/>
                  </a:cubicBezTo>
                  <a:cubicBezTo>
                    <a:pt x="23" y="117"/>
                    <a:pt x="24" y="122"/>
                    <a:pt x="24" y="124"/>
                  </a:cubicBezTo>
                  <a:cubicBezTo>
                    <a:pt x="23" y="126"/>
                    <a:pt x="22" y="128"/>
                    <a:pt x="23" y="131"/>
                  </a:cubicBezTo>
                  <a:cubicBezTo>
                    <a:pt x="23" y="134"/>
                    <a:pt x="25" y="137"/>
                    <a:pt x="28" y="137"/>
                  </a:cubicBezTo>
                  <a:cubicBezTo>
                    <a:pt x="28" y="139"/>
                    <a:pt x="29" y="141"/>
                    <a:pt x="30" y="142"/>
                  </a:cubicBezTo>
                  <a:cubicBezTo>
                    <a:pt x="31" y="143"/>
                    <a:pt x="32" y="144"/>
                    <a:pt x="34" y="146"/>
                  </a:cubicBezTo>
                  <a:cubicBezTo>
                    <a:pt x="36" y="147"/>
                    <a:pt x="38" y="148"/>
                    <a:pt x="41" y="148"/>
                  </a:cubicBezTo>
                  <a:cubicBezTo>
                    <a:pt x="43" y="148"/>
                    <a:pt x="46" y="148"/>
                    <a:pt x="47" y="148"/>
                  </a:cubicBezTo>
                  <a:cubicBezTo>
                    <a:pt x="47" y="149"/>
                    <a:pt x="47" y="156"/>
                    <a:pt x="48" y="164"/>
                  </a:cubicBezTo>
                  <a:cubicBezTo>
                    <a:pt x="41" y="183"/>
                    <a:pt x="37" y="205"/>
                    <a:pt x="37" y="229"/>
                  </a:cubicBezTo>
                  <a:cubicBezTo>
                    <a:pt x="37" y="229"/>
                    <a:pt x="37" y="229"/>
                    <a:pt x="37" y="229"/>
                  </a:cubicBezTo>
                  <a:cubicBezTo>
                    <a:pt x="37" y="271"/>
                    <a:pt x="50" y="309"/>
                    <a:pt x="73" y="333"/>
                  </a:cubicBezTo>
                  <a:cubicBezTo>
                    <a:pt x="73" y="333"/>
                    <a:pt x="74" y="335"/>
                    <a:pt x="78" y="338"/>
                  </a:cubicBezTo>
                  <a:cubicBezTo>
                    <a:pt x="78" y="338"/>
                    <a:pt x="85" y="325"/>
                    <a:pt x="96" y="311"/>
                  </a:cubicBezTo>
                  <a:cubicBezTo>
                    <a:pt x="99" y="308"/>
                    <a:pt x="102" y="304"/>
                    <a:pt x="105" y="301"/>
                  </a:cubicBezTo>
                  <a:cubicBezTo>
                    <a:pt x="111" y="296"/>
                    <a:pt x="116" y="292"/>
                    <a:pt x="121" y="288"/>
                  </a:cubicBezTo>
                  <a:cubicBezTo>
                    <a:pt x="135" y="278"/>
                    <a:pt x="152" y="271"/>
                    <a:pt x="167" y="268"/>
                  </a:cubicBezTo>
                  <a:cubicBezTo>
                    <a:pt x="150" y="277"/>
                    <a:pt x="140" y="282"/>
                    <a:pt x="123" y="296"/>
                  </a:cubicBezTo>
                  <a:cubicBezTo>
                    <a:pt x="113" y="305"/>
                    <a:pt x="96" y="320"/>
                    <a:pt x="85" y="342"/>
                  </a:cubicBezTo>
                  <a:cubicBezTo>
                    <a:pt x="87" y="344"/>
                    <a:pt x="91" y="346"/>
                    <a:pt x="94" y="346"/>
                  </a:cubicBezTo>
                  <a:cubicBezTo>
                    <a:pt x="97" y="343"/>
                    <a:pt x="109" y="321"/>
                    <a:pt x="128" y="303"/>
                  </a:cubicBezTo>
                  <a:cubicBezTo>
                    <a:pt x="166" y="267"/>
                    <a:pt x="211" y="259"/>
                    <a:pt x="235" y="259"/>
                  </a:cubicBezTo>
                  <a:cubicBezTo>
                    <a:pt x="236" y="249"/>
                    <a:pt x="237" y="239"/>
                    <a:pt x="237" y="229"/>
                  </a:cubicBezTo>
                  <a:cubicBezTo>
                    <a:pt x="237" y="212"/>
                    <a:pt x="235" y="195"/>
                    <a:pt x="231" y="181"/>
                  </a:cubicBezTo>
                  <a:cubicBezTo>
                    <a:pt x="259" y="149"/>
                    <a:pt x="259" y="149"/>
                    <a:pt x="259" y="149"/>
                  </a:cubicBezTo>
                  <a:cubicBezTo>
                    <a:pt x="259" y="149"/>
                    <a:pt x="261" y="147"/>
                    <a:pt x="261" y="146"/>
                  </a:cubicBezTo>
                </a:path>
              </a:pathLst>
            </a:custGeom>
            <a:solidFill>
              <a:srgbClr val="1A144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9" name="Freeform 68"/>
            <p:cNvSpPr>
              <a:spLocks/>
            </p:cNvSpPr>
            <p:nvPr/>
          </p:nvSpPr>
          <p:spPr bwMode="gray">
            <a:xfrm>
              <a:off x="3505201" y="3119438"/>
              <a:ext cx="82550" cy="117475"/>
            </a:xfrm>
            <a:custGeom>
              <a:avLst/>
              <a:gdLst>
                <a:gd name="T0" fmla="*/ 20 w 22"/>
                <a:gd name="T1" fmla="*/ 31 h 31"/>
                <a:gd name="T2" fmla="*/ 11 w 22"/>
                <a:gd name="T3" fmla="*/ 28 h 31"/>
                <a:gd name="T4" fmla="*/ 1 w 22"/>
                <a:gd name="T5" fmla="*/ 31 h 31"/>
                <a:gd name="T6" fmla="*/ 0 w 22"/>
                <a:gd name="T7" fmla="*/ 26 h 31"/>
                <a:gd name="T8" fmla="*/ 2 w 22"/>
                <a:gd name="T9" fmla="*/ 24 h 31"/>
                <a:gd name="T10" fmla="*/ 1 w 22"/>
                <a:gd name="T11" fmla="*/ 6 h 31"/>
                <a:gd name="T12" fmla="*/ 8 w 22"/>
                <a:gd name="T13" fmla="*/ 2 h 31"/>
                <a:gd name="T14" fmla="*/ 10 w 22"/>
                <a:gd name="T15" fmla="*/ 0 h 31"/>
                <a:gd name="T16" fmla="*/ 17 w 22"/>
                <a:gd name="T17" fmla="*/ 7 h 31"/>
                <a:gd name="T18" fmla="*/ 19 w 22"/>
                <a:gd name="T19" fmla="*/ 15 h 31"/>
                <a:gd name="T20" fmla="*/ 19 w 22"/>
                <a:gd name="T21" fmla="*/ 25 h 31"/>
                <a:gd name="T22" fmla="*/ 21 w 22"/>
                <a:gd name="T23" fmla="*/ 28 h 31"/>
                <a:gd name="T24" fmla="*/ 20 w 22"/>
                <a:gd name="T25" fmla="*/ 31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2" h="31">
                  <a:moveTo>
                    <a:pt x="20" y="31"/>
                  </a:moveTo>
                  <a:cubicBezTo>
                    <a:pt x="19" y="30"/>
                    <a:pt x="14" y="28"/>
                    <a:pt x="11" y="28"/>
                  </a:cubicBezTo>
                  <a:cubicBezTo>
                    <a:pt x="7" y="28"/>
                    <a:pt x="4" y="29"/>
                    <a:pt x="1" y="31"/>
                  </a:cubicBezTo>
                  <a:cubicBezTo>
                    <a:pt x="0" y="30"/>
                    <a:pt x="0" y="28"/>
                    <a:pt x="0" y="26"/>
                  </a:cubicBezTo>
                  <a:cubicBezTo>
                    <a:pt x="1" y="25"/>
                    <a:pt x="2" y="24"/>
                    <a:pt x="2" y="24"/>
                  </a:cubicBezTo>
                  <a:cubicBezTo>
                    <a:pt x="1" y="6"/>
                    <a:pt x="1" y="6"/>
                    <a:pt x="1" y="6"/>
                  </a:cubicBezTo>
                  <a:cubicBezTo>
                    <a:pt x="1" y="6"/>
                    <a:pt x="6" y="3"/>
                    <a:pt x="8" y="2"/>
                  </a:cubicBezTo>
                  <a:cubicBezTo>
                    <a:pt x="9" y="2"/>
                    <a:pt x="10" y="1"/>
                    <a:pt x="10" y="0"/>
                  </a:cubicBezTo>
                  <a:cubicBezTo>
                    <a:pt x="12" y="1"/>
                    <a:pt x="15" y="4"/>
                    <a:pt x="17" y="7"/>
                  </a:cubicBezTo>
                  <a:cubicBezTo>
                    <a:pt x="18" y="9"/>
                    <a:pt x="19" y="12"/>
                    <a:pt x="19" y="15"/>
                  </a:cubicBezTo>
                  <a:cubicBezTo>
                    <a:pt x="20" y="18"/>
                    <a:pt x="20" y="21"/>
                    <a:pt x="19" y="25"/>
                  </a:cubicBezTo>
                  <a:cubicBezTo>
                    <a:pt x="20" y="25"/>
                    <a:pt x="21" y="26"/>
                    <a:pt x="21" y="28"/>
                  </a:cubicBezTo>
                  <a:cubicBezTo>
                    <a:pt x="22" y="29"/>
                    <a:pt x="21" y="30"/>
                    <a:pt x="20" y="31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0" name="Freeform 69"/>
            <p:cNvSpPr>
              <a:spLocks/>
            </p:cNvSpPr>
            <p:nvPr/>
          </p:nvSpPr>
          <p:spPr bwMode="gray">
            <a:xfrm>
              <a:off x="4165601" y="3319463"/>
              <a:ext cx="161925" cy="128588"/>
            </a:xfrm>
            <a:custGeom>
              <a:avLst/>
              <a:gdLst>
                <a:gd name="T0" fmla="*/ 7 w 43"/>
                <a:gd name="T1" fmla="*/ 34 h 34"/>
                <a:gd name="T2" fmla="*/ 0 w 43"/>
                <a:gd name="T3" fmla="*/ 19 h 34"/>
                <a:gd name="T4" fmla="*/ 43 w 43"/>
                <a:gd name="T5" fmla="*/ 0 h 34"/>
                <a:gd name="T6" fmla="*/ 7 w 43"/>
                <a:gd name="T7" fmla="*/ 34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3" h="34">
                  <a:moveTo>
                    <a:pt x="7" y="34"/>
                  </a:moveTo>
                  <a:cubicBezTo>
                    <a:pt x="7" y="30"/>
                    <a:pt x="3" y="21"/>
                    <a:pt x="0" y="19"/>
                  </a:cubicBezTo>
                  <a:cubicBezTo>
                    <a:pt x="43" y="0"/>
                    <a:pt x="43" y="0"/>
                    <a:pt x="43" y="0"/>
                  </a:cubicBezTo>
                  <a:lnTo>
                    <a:pt x="7" y="3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2" name="Freeform 70"/>
            <p:cNvSpPr>
              <a:spLocks/>
            </p:cNvSpPr>
            <p:nvPr/>
          </p:nvSpPr>
          <p:spPr bwMode="gray">
            <a:xfrm>
              <a:off x="3756026" y="3179763"/>
              <a:ext cx="136525" cy="166688"/>
            </a:xfrm>
            <a:custGeom>
              <a:avLst/>
              <a:gdLst>
                <a:gd name="T0" fmla="*/ 0 w 36"/>
                <a:gd name="T1" fmla="*/ 0 h 44"/>
                <a:gd name="T2" fmla="*/ 36 w 36"/>
                <a:gd name="T3" fmla="*/ 33 h 44"/>
                <a:gd name="T4" fmla="*/ 26 w 36"/>
                <a:gd name="T5" fmla="*/ 44 h 44"/>
                <a:gd name="T6" fmla="*/ 0 w 36"/>
                <a:gd name="T7" fmla="*/ 0 h 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44">
                  <a:moveTo>
                    <a:pt x="0" y="0"/>
                  </a:moveTo>
                  <a:cubicBezTo>
                    <a:pt x="36" y="33"/>
                    <a:pt x="36" y="33"/>
                    <a:pt x="36" y="33"/>
                  </a:cubicBezTo>
                  <a:cubicBezTo>
                    <a:pt x="32" y="35"/>
                    <a:pt x="27" y="40"/>
                    <a:pt x="26" y="44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3" name="Freeform 71"/>
            <p:cNvSpPr>
              <a:spLocks/>
            </p:cNvSpPr>
            <p:nvPr/>
          </p:nvSpPr>
          <p:spPr bwMode="gray">
            <a:xfrm>
              <a:off x="3783013" y="3398838"/>
              <a:ext cx="52388" cy="68263"/>
            </a:xfrm>
            <a:custGeom>
              <a:avLst/>
              <a:gdLst>
                <a:gd name="T0" fmla="*/ 14 w 14"/>
                <a:gd name="T1" fmla="*/ 7 h 18"/>
                <a:gd name="T2" fmla="*/ 12 w 14"/>
                <a:gd name="T3" fmla="*/ 12 h 18"/>
                <a:gd name="T4" fmla="*/ 12 w 14"/>
                <a:gd name="T5" fmla="*/ 18 h 18"/>
                <a:gd name="T6" fmla="*/ 1 w 14"/>
                <a:gd name="T7" fmla="*/ 10 h 18"/>
                <a:gd name="T8" fmla="*/ 0 w 14"/>
                <a:gd name="T9" fmla="*/ 1 h 18"/>
                <a:gd name="T10" fmla="*/ 0 w 14"/>
                <a:gd name="T11" fmla="*/ 0 h 18"/>
                <a:gd name="T12" fmla="*/ 14 w 14"/>
                <a:gd name="T13" fmla="*/ 7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4" h="18">
                  <a:moveTo>
                    <a:pt x="14" y="7"/>
                  </a:moveTo>
                  <a:cubicBezTo>
                    <a:pt x="13" y="9"/>
                    <a:pt x="12" y="10"/>
                    <a:pt x="12" y="12"/>
                  </a:cubicBezTo>
                  <a:cubicBezTo>
                    <a:pt x="11" y="15"/>
                    <a:pt x="12" y="16"/>
                    <a:pt x="12" y="18"/>
                  </a:cubicBezTo>
                  <a:cubicBezTo>
                    <a:pt x="1" y="10"/>
                    <a:pt x="1" y="10"/>
                    <a:pt x="1" y="10"/>
                  </a:cubicBezTo>
                  <a:cubicBezTo>
                    <a:pt x="1" y="8"/>
                    <a:pt x="0" y="3"/>
                    <a:pt x="0" y="1"/>
                  </a:cubicBezTo>
                  <a:cubicBezTo>
                    <a:pt x="0" y="1"/>
                    <a:pt x="0" y="1"/>
                    <a:pt x="0" y="0"/>
                  </a:cubicBezTo>
                  <a:lnTo>
                    <a:pt x="14" y="7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4" name="Freeform 72"/>
            <p:cNvSpPr>
              <a:spLocks/>
            </p:cNvSpPr>
            <p:nvPr/>
          </p:nvSpPr>
          <p:spPr bwMode="gray">
            <a:xfrm>
              <a:off x="3535363" y="3035300"/>
              <a:ext cx="247650" cy="601663"/>
            </a:xfrm>
            <a:custGeom>
              <a:avLst/>
              <a:gdLst>
                <a:gd name="T0" fmla="*/ 19 w 66"/>
                <a:gd name="T1" fmla="*/ 106 h 159"/>
                <a:gd name="T2" fmla="*/ 15 w 66"/>
                <a:gd name="T3" fmla="*/ 36 h 159"/>
                <a:gd name="T4" fmla="*/ 19 w 66"/>
                <a:gd name="T5" fmla="*/ 34 h 159"/>
                <a:gd name="T6" fmla="*/ 19 w 66"/>
                <a:gd name="T7" fmla="*/ 33 h 159"/>
                <a:gd name="T8" fmla="*/ 12 w 66"/>
                <a:gd name="T9" fmla="*/ 30 h 159"/>
                <a:gd name="T10" fmla="*/ 11 w 66"/>
                <a:gd name="T11" fmla="*/ 10 h 159"/>
                <a:gd name="T12" fmla="*/ 3 w 66"/>
                <a:gd name="T13" fmla="*/ 7 h 159"/>
                <a:gd name="T14" fmla="*/ 2 w 66"/>
                <a:gd name="T15" fmla="*/ 0 h 159"/>
                <a:gd name="T16" fmla="*/ 13 w 66"/>
                <a:gd name="T17" fmla="*/ 3 h 159"/>
                <a:gd name="T18" fmla="*/ 17 w 66"/>
                <a:gd name="T19" fmla="*/ 5 h 159"/>
                <a:gd name="T20" fmla="*/ 22 w 66"/>
                <a:gd name="T21" fmla="*/ 7 h 159"/>
                <a:gd name="T22" fmla="*/ 23 w 66"/>
                <a:gd name="T23" fmla="*/ 11 h 159"/>
                <a:gd name="T24" fmla="*/ 57 w 66"/>
                <a:gd name="T25" fmla="*/ 98 h 159"/>
                <a:gd name="T26" fmla="*/ 60 w 66"/>
                <a:gd name="T27" fmla="*/ 114 h 159"/>
                <a:gd name="T28" fmla="*/ 66 w 66"/>
                <a:gd name="T29" fmla="*/ 128 h 159"/>
                <a:gd name="T30" fmla="*/ 48 w 66"/>
                <a:gd name="T31" fmla="*/ 136 h 159"/>
                <a:gd name="T32" fmla="*/ 36 w 66"/>
                <a:gd name="T33" fmla="*/ 159 h 159"/>
                <a:gd name="T34" fmla="*/ 19 w 66"/>
                <a:gd name="T35" fmla="*/ 106 h 1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66" h="159">
                  <a:moveTo>
                    <a:pt x="19" y="106"/>
                  </a:moveTo>
                  <a:cubicBezTo>
                    <a:pt x="19" y="105"/>
                    <a:pt x="15" y="39"/>
                    <a:pt x="15" y="36"/>
                  </a:cubicBezTo>
                  <a:cubicBezTo>
                    <a:pt x="19" y="34"/>
                    <a:pt x="19" y="34"/>
                    <a:pt x="19" y="34"/>
                  </a:cubicBezTo>
                  <a:cubicBezTo>
                    <a:pt x="19" y="33"/>
                    <a:pt x="19" y="33"/>
                    <a:pt x="19" y="33"/>
                  </a:cubicBezTo>
                  <a:cubicBezTo>
                    <a:pt x="16" y="33"/>
                    <a:pt x="13" y="32"/>
                    <a:pt x="12" y="30"/>
                  </a:cubicBezTo>
                  <a:cubicBezTo>
                    <a:pt x="11" y="10"/>
                    <a:pt x="11" y="10"/>
                    <a:pt x="11" y="10"/>
                  </a:cubicBezTo>
                  <a:cubicBezTo>
                    <a:pt x="8" y="10"/>
                    <a:pt x="4" y="9"/>
                    <a:pt x="3" y="7"/>
                  </a:cubicBezTo>
                  <a:cubicBezTo>
                    <a:pt x="1" y="6"/>
                    <a:pt x="0" y="4"/>
                    <a:pt x="2" y="0"/>
                  </a:cubicBezTo>
                  <a:cubicBezTo>
                    <a:pt x="3" y="1"/>
                    <a:pt x="9" y="3"/>
                    <a:pt x="13" y="3"/>
                  </a:cubicBezTo>
                  <a:cubicBezTo>
                    <a:pt x="14" y="3"/>
                    <a:pt x="16" y="5"/>
                    <a:pt x="17" y="5"/>
                  </a:cubicBezTo>
                  <a:cubicBezTo>
                    <a:pt x="18" y="6"/>
                    <a:pt x="21" y="7"/>
                    <a:pt x="22" y="7"/>
                  </a:cubicBezTo>
                  <a:cubicBezTo>
                    <a:pt x="23" y="8"/>
                    <a:pt x="23" y="10"/>
                    <a:pt x="23" y="11"/>
                  </a:cubicBezTo>
                  <a:cubicBezTo>
                    <a:pt x="24" y="12"/>
                    <a:pt x="57" y="97"/>
                    <a:pt x="57" y="98"/>
                  </a:cubicBezTo>
                  <a:cubicBezTo>
                    <a:pt x="58" y="99"/>
                    <a:pt x="60" y="113"/>
                    <a:pt x="60" y="114"/>
                  </a:cubicBezTo>
                  <a:cubicBezTo>
                    <a:pt x="60" y="115"/>
                    <a:pt x="65" y="127"/>
                    <a:pt x="66" y="128"/>
                  </a:cubicBezTo>
                  <a:cubicBezTo>
                    <a:pt x="61" y="128"/>
                    <a:pt x="54" y="130"/>
                    <a:pt x="48" y="136"/>
                  </a:cubicBezTo>
                  <a:cubicBezTo>
                    <a:pt x="43" y="141"/>
                    <a:pt x="38" y="154"/>
                    <a:pt x="36" y="159"/>
                  </a:cubicBezTo>
                  <a:cubicBezTo>
                    <a:pt x="36" y="156"/>
                    <a:pt x="20" y="107"/>
                    <a:pt x="19" y="106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5" name="Freeform 73"/>
            <p:cNvSpPr>
              <a:spLocks/>
            </p:cNvSpPr>
            <p:nvPr/>
          </p:nvSpPr>
          <p:spPr bwMode="gray">
            <a:xfrm>
              <a:off x="3673476" y="3535363"/>
              <a:ext cx="206375" cy="407988"/>
            </a:xfrm>
            <a:custGeom>
              <a:avLst/>
              <a:gdLst>
                <a:gd name="T0" fmla="*/ 24 w 55"/>
                <a:gd name="T1" fmla="*/ 55 h 108"/>
                <a:gd name="T2" fmla="*/ 14 w 55"/>
                <a:gd name="T3" fmla="*/ 88 h 108"/>
                <a:gd name="T4" fmla="*/ 0 w 55"/>
                <a:gd name="T5" fmla="*/ 108 h 108"/>
                <a:gd name="T6" fmla="*/ 5 w 55"/>
                <a:gd name="T7" fmla="*/ 73 h 108"/>
                <a:gd name="T8" fmla="*/ 5 w 55"/>
                <a:gd name="T9" fmla="*/ 36 h 108"/>
                <a:gd name="T10" fmla="*/ 19 w 55"/>
                <a:gd name="T11" fmla="*/ 9 h 108"/>
                <a:gd name="T12" fmla="*/ 44 w 55"/>
                <a:gd name="T13" fmla="*/ 3 h 108"/>
                <a:gd name="T14" fmla="*/ 55 w 55"/>
                <a:gd name="T15" fmla="*/ 22 h 108"/>
                <a:gd name="T16" fmla="*/ 37 w 55"/>
                <a:gd name="T17" fmla="*/ 26 h 108"/>
                <a:gd name="T18" fmla="*/ 24 w 55"/>
                <a:gd name="T19" fmla="*/ 55 h 1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55" h="108">
                  <a:moveTo>
                    <a:pt x="24" y="55"/>
                  </a:moveTo>
                  <a:cubicBezTo>
                    <a:pt x="22" y="68"/>
                    <a:pt x="19" y="80"/>
                    <a:pt x="14" y="88"/>
                  </a:cubicBezTo>
                  <a:cubicBezTo>
                    <a:pt x="11" y="93"/>
                    <a:pt x="3" y="104"/>
                    <a:pt x="0" y="108"/>
                  </a:cubicBezTo>
                  <a:cubicBezTo>
                    <a:pt x="3" y="101"/>
                    <a:pt x="6" y="85"/>
                    <a:pt x="5" y="73"/>
                  </a:cubicBezTo>
                  <a:cubicBezTo>
                    <a:pt x="5" y="65"/>
                    <a:pt x="3" y="48"/>
                    <a:pt x="5" y="36"/>
                  </a:cubicBezTo>
                  <a:cubicBezTo>
                    <a:pt x="7" y="24"/>
                    <a:pt x="11" y="17"/>
                    <a:pt x="19" y="9"/>
                  </a:cubicBezTo>
                  <a:cubicBezTo>
                    <a:pt x="23" y="5"/>
                    <a:pt x="32" y="0"/>
                    <a:pt x="44" y="3"/>
                  </a:cubicBezTo>
                  <a:cubicBezTo>
                    <a:pt x="55" y="22"/>
                    <a:pt x="55" y="22"/>
                    <a:pt x="55" y="22"/>
                  </a:cubicBezTo>
                  <a:cubicBezTo>
                    <a:pt x="49" y="21"/>
                    <a:pt x="42" y="22"/>
                    <a:pt x="37" y="26"/>
                  </a:cubicBezTo>
                  <a:cubicBezTo>
                    <a:pt x="28" y="33"/>
                    <a:pt x="25" y="42"/>
                    <a:pt x="24" y="55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6" name="Freeform 74"/>
            <p:cNvSpPr>
              <a:spLocks/>
            </p:cNvSpPr>
            <p:nvPr/>
          </p:nvSpPr>
          <p:spPr bwMode="gray">
            <a:xfrm>
              <a:off x="3767138" y="3640138"/>
              <a:ext cx="180975" cy="201613"/>
            </a:xfrm>
            <a:custGeom>
              <a:avLst/>
              <a:gdLst>
                <a:gd name="T0" fmla="*/ 0 w 48"/>
                <a:gd name="T1" fmla="*/ 53 h 53"/>
                <a:gd name="T2" fmla="*/ 6 w 48"/>
                <a:gd name="T3" fmla="*/ 27 h 53"/>
                <a:gd name="T4" fmla="*/ 17 w 48"/>
                <a:gd name="T5" fmla="*/ 3 h 53"/>
                <a:gd name="T6" fmla="*/ 30 w 48"/>
                <a:gd name="T7" fmla="*/ 0 h 53"/>
                <a:gd name="T8" fmla="*/ 41 w 48"/>
                <a:gd name="T9" fmla="*/ 24 h 53"/>
                <a:gd name="T10" fmla="*/ 48 w 48"/>
                <a:gd name="T11" fmla="*/ 27 h 53"/>
                <a:gd name="T12" fmla="*/ 0 w 48"/>
                <a:gd name="T13" fmla="*/ 53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8" h="53">
                  <a:moveTo>
                    <a:pt x="0" y="53"/>
                  </a:moveTo>
                  <a:cubicBezTo>
                    <a:pt x="2" y="48"/>
                    <a:pt x="6" y="32"/>
                    <a:pt x="6" y="27"/>
                  </a:cubicBezTo>
                  <a:cubicBezTo>
                    <a:pt x="8" y="20"/>
                    <a:pt x="9" y="10"/>
                    <a:pt x="17" y="3"/>
                  </a:cubicBezTo>
                  <a:cubicBezTo>
                    <a:pt x="21" y="0"/>
                    <a:pt x="27" y="0"/>
                    <a:pt x="30" y="0"/>
                  </a:cubicBezTo>
                  <a:cubicBezTo>
                    <a:pt x="41" y="24"/>
                    <a:pt x="41" y="24"/>
                    <a:pt x="41" y="24"/>
                  </a:cubicBezTo>
                  <a:cubicBezTo>
                    <a:pt x="42" y="26"/>
                    <a:pt x="45" y="27"/>
                    <a:pt x="48" y="27"/>
                  </a:cubicBezTo>
                  <a:cubicBezTo>
                    <a:pt x="37" y="30"/>
                    <a:pt x="10" y="43"/>
                    <a:pt x="0" y="5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7" name="Freeform 75"/>
            <p:cNvSpPr>
              <a:spLocks/>
            </p:cNvSpPr>
            <p:nvPr/>
          </p:nvSpPr>
          <p:spPr bwMode="gray">
            <a:xfrm>
              <a:off x="4124326" y="3530600"/>
              <a:ext cx="95250" cy="152400"/>
            </a:xfrm>
            <a:custGeom>
              <a:avLst/>
              <a:gdLst>
                <a:gd name="T0" fmla="*/ 2 w 25"/>
                <a:gd name="T1" fmla="*/ 8 h 40"/>
                <a:gd name="T2" fmla="*/ 2 w 25"/>
                <a:gd name="T3" fmla="*/ 16 h 40"/>
                <a:gd name="T4" fmla="*/ 9 w 25"/>
                <a:gd name="T5" fmla="*/ 29 h 40"/>
                <a:gd name="T6" fmla="*/ 14 w 25"/>
                <a:gd name="T7" fmla="*/ 40 h 40"/>
                <a:gd name="T8" fmla="*/ 25 w 25"/>
                <a:gd name="T9" fmla="*/ 40 h 40"/>
                <a:gd name="T10" fmla="*/ 11 w 25"/>
                <a:gd name="T11" fmla="*/ 14 h 40"/>
                <a:gd name="T12" fmla="*/ 11 w 25"/>
                <a:gd name="T13" fmla="*/ 0 h 40"/>
                <a:gd name="T14" fmla="*/ 2 w 25"/>
                <a:gd name="T15" fmla="*/ 8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5" h="40">
                  <a:moveTo>
                    <a:pt x="2" y="8"/>
                  </a:moveTo>
                  <a:cubicBezTo>
                    <a:pt x="0" y="11"/>
                    <a:pt x="1" y="14"/>
                    <a:pt x="2" y="16"/>
                  </a:cubicBezTo>
                  <a:cubicBezTo>
                    <a:pt x="3" y="18"/>
                    <a:pt x="9" y="29"/>
                    <a:pt x="9" y="29"/>
                  </a:cubicBezTo>
                  <a:cubicBezTo>
                    <a:pt x="11" y="34"/>
                    <a:pt x="12" y="36"/>
                    <a:pt x="14" y="40"/>
                  </a:cubicBezTo>
                  <a:cubicBezTo>
                    <a:pt x="17" y="40"/>
                    <a:pt x="21" y="40"/>
                    <a:pt x="25" y="40"/>
                  </a:cubicBezTo>
                  <a:cubicBezTo>
                    <a:pt x="21" y="31"/>
                    <a:pt x="11" y="14"/>
                    <a:pt x="11" y="14"/>
                  </a:cubicBezTo>
                  <a:cubicBezTo>
                    <a:pt x="11" y="0"/>
                    <a:pt x="11" y="0"/>
                    <a:pt x="11" y="0"/>
                  </a:cubicBezTo>
                  <a:cubicBezTo>
                    <a:pt x="8" y="1"/>
                    <a:pt x="4" y="5"/>
                    <a:pt x="2" y="8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8" name="Freeform 76"/>
            <p:cNvSpPr>
              <a:spLocks/>
            </p:cNvSpPr>
            <p:nvPr/>
          </p:nvSpPr>
          <p:spPr bwMode="gray">
            <a:xfrm>
              <a:off x="3948113" y="3065463"/>
              <a:ext cx="68263" cy="223838"/>
            </a:xfrm>
            <a:custGeom>
              <a:avLst/>
              <a:gdLst>
                <a:gd name="T0" fmla="*/ 0 w 18"/>
                <a:gd name="T1" fmla="*/ 57 h 59"/>
                <a:gd name="T2" fmla="*/ 18 w 18"/>
                <a:gd name="T3" fmla="*/ 59 h 59"/>
                <a:gd name="T4" fmla="*/ 8 w 18"/>
                <a:gd name="T5" fmla="*/ 0 h 59"/>
                <a:gd name="T6" fmla="*/ 0 w 18"/>
                <a:gd name="T7" fmla="*/ 57 h 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8" h="59">
                  <a:moveTo>
                    <a:pt x="0" y="57"/>
                  </a:moveTo>
                  <a:cubicBezTo>
                    <a:pt x="5" y="56"/>
                    <a:pt x="15" y="57"/>
                    <a:pt x="18" y="59"/>
                  </a:cubicBezTo>
                  <a:cubicBezTo>
                    <a:pt x="8" y="0"/>
                    <a:pt x="8" y="0"/>
                    <a:pt x="8" y="0"/>
                  </a:cubicBezTo>
                  <a:lnTo>
                    <a:pt x="0" y="57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9" name="Freeform 77"/>
            <p:cNvSpPr>
              <a:spLocks/>
            </p:cNvSpPr>
            <p:nvPr/>
          </p:nvSpPr>
          <p:spPr bwMode="gray">
            <a:xfrm>
              <a:off x="3535363" y="3035300"/>
              <a:ext cx="247650" cy="601663"/>
            </a:xfrm>
            <a:custGeom>
              <a:avLst/>
              <a:gdLst>
                <a:gd name="T0" fmla="*/ 23 w 66"/>
                <a:gd name="T1" fmla="*/ 11 h 159"/>
                <a:gd name="T2" fmla="*/ 22 w 66"/>
                <a:gd name="T3" fmla="*/ 7 h 159"/>
                <a:gd name="T4" fmla="*/ 17 w 66"/>
                <a:gd name="T5" fmla="*/ 5 h 159"/>
                <a:gd name="T6" fmla="*/ 13 w 66"/>
                <a:gd name="T7" fmla="*/ 3 h 159"/>
                <a:gd name="T8" fmla="*/ 2 w 66"/>
                <a:gd name="T9" fmla="*/ 0 h 159"/>
                <a:gd name="T10" fmla="*/ 3 w 66"/>
                <a:gd name="T11" fmla="*/ 7 h 159"/>
                <a:gd name="T12" fmla="*/ 11 w 66"/>
                <a:gd name="T13" fmla="*/ 10 h 159"/>
                <a:gd name="T14" fmla="*/ 12 w 66"/>
                <a:gd name="T15" fmla="*/ 30 h 159"/>
                <a:gd name="T16" fmla="*/ 19 w 66"/>
                <a:gd name="T17" fmla="*/ 33 h 159"/>
                <a:gd name="T18" fmla="*/ 19 w 66"/>
                <a:gd name="T19" fmla="*/ 34 h 159"/>
                <a:gd name="T20" fmla="*/ 15 w 66"/>
                <a:gd name="T21" fmla="*/ 36 h 159"/>
                <a:gd name="T22" fmla="*/ 19 w 66"/>
                <a:gd name="T23" fmla="*/ 106 h 159"/>
                <a:gd name="T24" fmla="*/ 36 w 66"/>
                <a:gd name="T25" fmla="*/ 159 h 159"/>
                <a:gd name="T26" fmla="*/ 48 w 66"/>
                <a:gd name="T27" fmla="*/ 136 h 159"/>
                <a:gd name="T28" fmla="*/ 66 w 66"/>
                <a:gd name="T29" fmla="*/ 128 h 159"/>
                <a:gd name="T30" fmla="*/ 60 w 66"/>
                <a:gd name="T31" fmla="*/ 114 h 159"/>
                <a:gd name="T32" fmla="*/ 57 w 66"/>
                <a:gd name="T33" fmla="*/ 98 h 159"/>
                <a:gd name="T34" fmla="*/ 23 w 66"/>
                <a:gd name="T35" fmla="*/ 11 h 1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66" h="159">
                  <a:moveTo>
                    <a:pt x="23" y="11"/>
                  </a:moveTo>
                  <a:cubicBezTo>
                    <a:pt x="23" y="10"/>
                    <a:pt x="23" y="8"/>
                    <a:pt x="22" y="7"/>
                  </a:cubicBezTo>
                  <a:cubicBezTo>
                    <a:pt x="21" y="7"/>
                    <a:pt x="18" y="6"/>
                    <a:pt x="17" y="5"/>
                  </a:cubicBezTo>
                  <a:cubicBezTo>
                    <a:pt x="16" y="5"/>
                    <a:pt x="14" y="3"/>
                    <a:pt x="13" y="3"/>
                  </a:cubicBezTo>
                  <a:cubicBezTo>
                    <a:pt x="9" y="3"/>
                    <a:pt x="3" y="1"/>
                    <a:pt x="2" y="0"/>
                  </a:cubicBezTo>
                  <a:cubicBezTo>
                    <a:pt x="0" y="4"/>
                    <a:pt x="1" y="6"/>
                    <a:pt x="3" y="7"/>
                  </a:cubicBezTo>
                  <a:cubicBezTo>
                    <a:pt x="4" y="9"/>
                    <a:pt x="8" y="10"/>
                    <a:pt x="11" y="10"/>
                  </a:cubicBezTo>
                  <a:cubicBezTo>
                    <a:pt x="12" y="30"/>
                    <a:pt x="12" y="30"/>
                    <a:pt x="12" y="30"/>
                  </a:cubicBezTo>
                  <a:cubicBezTo>
                    <a:pt x="13" y="32"/>
                    <a:pt x="16" y="33"/>
                    <a:pt x="19" y="33"/>
                  </a:cubicBezTo>
                  <a:cubicBezTo>
                    <a:pt x="19" y="34"/>
                    <a:pt x="19" y="34"/>
                    <a:pt x="19" y="34"/>
                  </a:cubicBezTo>
                  <a:cubicBezTo>
                    <a:pt x="15" y="36"/>
                    <a:pt x="15" y="36"/>
                    <a:pt x="15" y="36"/>
                  </a:cubicBezTo>
                  <a:cubicBezTo>
                    <a:pt x="15" y="39"/>
                    <a:pt x="19" y="105"/>
                    <a:pt x="19" y="106"/>
                  </a:cubicBezTo>
                  <a:cubicBezTo>
                    <a:pt x="20" y="107"/>
                    <a:pt x="36" y="156"/>
                    <a:pt x="36" y="159"/>
                  </a:cubicBezTo>
                  <a:cubicBezTo>
                    <a:pt x="38" y="154"/>
                    <a:pt x="43" y="141"/>
                    <a:pt x="48" y="136"/>
                  </a:cubicBezTo>
                  <a:cubicBezTo>
                    <a:pt x="54" y="130"/>
                    <a:pt x="61" y="128"/>
                    <a:pt x="66" y="128"/>
                  </a:cubicBezTo>
                  <a:cubicBezTo>
                    <a:pt x="65" y="127"/>
                    <a:pt x="60" y="115"/>
                    <a:pt x="60" y="114"/>
                  </a:cubicBezTo>
                  <a:cubicBezTo>
                    <a:pt x="60" y="113"/>
                    <a:pt x="58" y="99"/>
                    <a:pt x="57" y="98"/>
                  </a:cubicBezTo>
                  <a:cubicBezTo>
                    <a:pt x="57" y="97"/>
                    <a:pt x="24" y="12"/>
                    <a:pt x="23" y="11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0" name="Freeform 78"/>
            <p:cNvSpPr>
              <a:spLocks/>
            </p:cNvSpPr>
            <p:nvPr/>
          </p:nvSpPr>
          <p:spPr bwMode="gray">
            <a:xfrm>
              <a:off x="3489326" y="2994025"/>
              <a:ext cx="117475" cy="46038"/>
            </a:xfrm>
            <a:custGeom>
              <a:avLst/>
              <a:gdLst>
                <a:gd name="T0" fmla="*/ 15 w 31"/>
                <a:gd name="T1" fmla="*/ 6 h 12"/>
                <a:gd name="T2" fmla="*/ 30 w 31"/>
                <a:gd name="T3" fmla="*/ 12 h 12"/>
                <a:gd name="T4" fmla="*/ 27 w 31"/>
                <a:gd name="T5" fmla="*/ 3 h 12"/>
                <a:gd name="T6" fmla="*/ 14 w 31"/>
                <a:gd name="T7" fmla="*/ 0 h 12"/>
                <a:gd name="T8" fmla="*/ 3 w 31"/>
                <a:gd name="T9" fmla="*/ 3 h 12"/>
                <a:gd name="T10" fmla="*/ 0 w 31"/>
                <a:gd name="T11" fmla="*/ 11 h 12"/>
                <a:gd name="T12" fmla="*/ 15 w 31"/>
                <a:gd name="T13" fmla="*/ 6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1" h="12">
                  <a:moveTo>
                    <a:pt x="15" y="6"/>
                  </a:moveTo>
                  <a:cubicBezTo>
                    <a:pt x="24" y="6"/>
                    <a:pt x="28" y="10"/>
                    <a:pt x="30" y="12"/>
                  </a:cubicBezTo>
                  <a:cubicBezTo>
                    <a:pt x="31" y="8"/>
                    <a:pt x="30" y="6"/>
                    <a:pt x="27" y="3"/>
                  </a:cubicBezTo>
                  <a:cubicBezTo>
                    <a:pt x="25" y="1"/>
                    <a:pt x="21" y="0"/>
                    <a:pt x="14" y="0"/>
                  </a:cubicBezTo>
                  <a:cubicBezTo>
                    <a:pt x="10" y="0"/>
                    <a:pt x="5" y="1"/>
                    <a:pt x="3" y="3"/>
                  </a:cubicBezTo>
                  <a:cubicBezTo>
                    <a:pt x="0" y="5"/>
                    <a:pt x="0" y="8"/>
                    <a:pt x="0" y="11"/>
                  </a:cubicBezTo>
                  <a:cubicBezTo>
                    <a:pt x="1" y="9"/>
                    <a:pt x="7" y="6"/>
                    <a:pt x="15" y="6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1" name="Freeform 79"/>
            <p:cNvSpPr>
              <a:spLocks/>
            </p:cNvSpPr>
            <p:nvPr/>
          </p:nvSpPr>
          <p:spPr bwMode="gray">
            <a:xfrm>
              <a:off x="3482976" y="2778125"/>
              <a:ext cx="242888" cy="106363"/>
            </a:xfrm>
            <a:custGeom>
              <a:avLst/>
              <a:gdLst>
                <a:gd name="T0" fmla="*/ 0 w 65"/>
                <a:gd name="T1" fmla="*/ 14 h 28"/>
                <a:gd name="T2" fmla="*/ 2 w 65"/>
                <a:gd name="T3" fmla="*/ 24 h 28"/>
                <a:gd name="T4" fmla="*/ 7 w 65"/>
                <a:gd name="T5" fmla="*/ 27 h 28"/>
                <a:gd name="T6" fmla="*/ 17 w 65"/>
                <a:gd name="T7" fmla="*/ 23 h 28"/>
                <a:gd name="T8" fmla="*/ 26 w 65"/>
                <a:gd name="T9" fmla="*/ 28 h 28"/>
                <a:gd name="T10" fmla="*/ 32 w 65"/>
                <a:gd name="T11" fmla="*/ 26 h 28"/>
                <a:gd name="T12" fmla="*/ 36 w 65"/>
                <a:gd name="T13" fmla="*/ 28 h 28"/>
                <a:gd name="T14" fmla="*/ 41 w 65"/>
                <a:gd name="T15" fmla="*/ 22 h 28"/>
                <a:gd name="T16" fmla="*/ 62 w 65"/>
                <a:gd name="T17" fmla="*/ 12 h 28"/>
                <a:gd name="T18" fmla="*/ 65 w 65"/>
                <a:gd name="T19" fmla="*/ 2 h 28"/>
                <a:gd name="T20" fmla="*/ 52 w 65"/>
                <a:gd name="T21" fmla="*/ 8 h 28"/>
                <a:gd name="T22" fmla="*/ 40 w 65"/>
                <a:gd name="T23" fmla="*/ 6 h 28"/>
                <a:gd name="T24" fmla="*/ 41 w 65"/>
                <a:gd name="T25" fmla="*/ 0 h 28"/>
                <a:gd name="T26" fmla="*/ 28 w 65"/>
                <a:gd name="T27" fmla="*/ 2 h 28"/>
                <a:gd name="T28" fmla="*/ 15 w 65"/>
                <a:gd name="T29" fmla="*/ 1 h 28"/>
                <a:gd name="T30" fmla="*/ 0 w 65"/>
                <a:gd name="T31" fmla="*/ 14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65" h="28">
                  <a:moveTo>
                    <a:pt x="0" y="14"/>
                  </a:moveTo>
                  <a:cubicBezTo>
                    <a:pt x="0" y="18"/>
                    <a:pt x="1" y="21"/>
                    <a:pt x="2" y="24"/>
                  </a:cubicBezTo>
                  <a:cubicBezTo>
                    <a:pt x="3" y="25"/>
                    <a:pt x="5" y="27"/>
                    <a:pt x="7" y="27"/>
                  </a:cubicBezTo>
                  <a:cubicBezTo>
                    <a:pt x="9" y="27"/>
                    <a:pt x="12" y="22"/>
                    <a:pt x="17" y="23"/>
                  </a:cubicBezTo>
                  <a:cubicBezTo>
                    <a:pt x="21" y="23"/>
                    <a:pt x="23" y="28"/>
                    <a:pt x="26" y="28"/>
                  </a:cubicBezTo>
                  <a:cubicBezTo>
                    <a:pt x="28" y="28"/>
                    <a:pt x="29" y="26"/>
                    <a:pt x="32" y="26"/>
                  </a:cubicBezTo>
                  <a:cubicBezTo>
                    <a:pt x="34" y="25"/>
                    <a:pt x="34" y="26"/>
                    <a:pt x="36" y="28"/>
                  </a:cubicBezTo>
                  <a:cubicBezTo>
                    <a:pt x="36" y="26"/>
                    <a:pt x="38" y="24"/>
                    <a:pt x="41" y="22"/>
                  </a:cubicBezTo>
                  <a:cubicBezTo>
                    <a:pt x="44" y="19"/>
                    <a:pt x="57" y="17"/>
                    <a:pt x="62" y="12"/>
                  </a:cubicBezTo>
                  <a:cubicBezTo>
                    <a:pt x="65" y="10"/>
                    <a:pt x="65" y="5"/>
                    <a:pt x="65" y="2"/>
                  </a:cubicBezTo>
                  <a:cubicBezTo>
                    <a:pt x="63" y="5"/>
                    <a:pt x="57" y="8"/>
                    <a:pt x="52" y="8"/>
                  </a:cubicBezTo>
                  <a:cubicBezTo>
                    <a:pt x="49" y="9"/>
                    <a:pt x="42" y="7"/>
                    <a:pt x="40" y="6"/>
                  </a:cubicBezTo>
                  <a:cubicBezTo>
                    <a:pt x="41" y="4"/>
                    <a:pt x="42" y="2"/>
                    <a:pt x="41" y="0"/>
                  </a:cubicBezTo>
                  <a:cubicBezTo>
                    <a:pt x="39" y="1"/>
                    <a:pt x="31" y="2"/>
                    <a:pt x="28" y="2"/>
                  </a:cubicBezTo>
                  <a:cubicBezTo>
                    <a:pt x="25" y="2"/>
                    <a:pt x="19" y="1"/>
                    <a:pt x="15" y="1"/>
                  </a:cubicBezTo>
                  <a:cubicBezTo>
                    <a:pt x="5" y="1"/>
                    <a:pt x="0" y="8"/>
                    <a:pt x="0" y="14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2" name="Freeform 80"/>
            <p:cNvSpPr>
              <a:spLocks/>
            </p:cNvSpPr>
            <p:nvPr/>
          </p:nvSpPr>
          <p:spPr bwMode="gray">
            <a:xfrm>
              <a:off x="3422651" y="2895600"/>
              <a:ext cx="247650" cy="125413"/>
            </a:xfrm>
            <a:custGeom>
              <a:avLst/>
              <a:gdLst>
                <a:gd name="T0" fmla="*/ 33 w 66"/>
                <a:gd name="T1" fmla="*/ 14 h 33"/>
                <a:gd name="T2" fmla="*/ 65 w 66"/>
                <a:gd name="T3" fmla="*/ 32 h 33"/>
                <a:gd name="T4" fmla="*/ 65 w 66"/>
                <a:gd name="T5" fmla="*/ 25 h 33"/>
                <a:gd name="T6" fmla="*/ 62 w 66"/>
                <a:gd name="T7" fmla="*/ 15 h 33"/>
                <a:gd name="T8" fmla="*/ 63 w 66"/>
                <a:gd name="T9" fmla="*/ 9 h 33"/>
                <a:gd name="T10" fmla="*/ 55 w 66"/>
                <a:gd name="T11" fmla="*/ 10 h 33"/>
                <a:gd name="T12" fmla="*/ 51 w 66"/>
                <a:gd name="T13" fmla="*/ 3 h 33"/>
                <a:gd name="T14" fmla="*/ 41 w 66"/>
                <a:gd name="T15" fmla="*/ 5 h 33"/>
                <a:gd name="T16" fmla="*/ 33 w 66"/>
                <a:gd name="T17" fmla="*/ 0 h 33"/>
                <a:gd name="T18" fmla="*/ 24 w 66"/>
                <a:gd name="T19" fmla="*/ 5 h 33"/>
                <a:gd name="T20" fmla="*/ 16 w 66"/>
                <a:gd name="T21" fmla="*/ 4 h 33"/>
                <a:gd name="T22" fmla="*/ 13 w 66"/>
                <a:gd name="T23" fmla="*/ 7 h 33"/>
                <a:gd name="T24" fmla="*/ 9 w 66"/>
                <a:gd name="T25" fmla="*/ 10 h 33"/>
                <a:gd name="T26" fmla="*/ 4 w 66"/>
                <a:gd name="T27" fmla="*/ 9 h 33"/>
                <a:gd name="T28" fmla="*/ 4 w 66"/>
                <a:gd name="T29" fmla="*/ 16 h 33"/>
                <a:gd name="T30" fmla="*/ 0 w 66"/>
                <a:gd name="T31" fmla="*/ 26 h 33"/>
                <a:gd name="T32" fmla="*/ 2 w 66"/>
                <a:gd name="T33" fmla="*/ 33 h 33"/>
                <a:gd name="T34" fmla="*/ 33 w 66"/>
                <a:gd name="T35" fmla="*/ 14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66" h="33">
                  <a:moveTo>
                    <a:pt x="33" y="14"/>
                  </a:moveTo>
                  <a:cubicBezTo>
                    <a:pt x="55" y="14"/>
                    <a:pt x="64" y="24"/>
                    <a:pt x="65" y="32"/>
                  </a:cubicBezTo>
                  <a:cubicBezTo>
                    <a:pt x="66" y="30"/>
                    <a:pt x="66" y="28"/>
                    <a:pt x="65" y="25"/>
                  </a:cubicBezTo>
                  <a:cubicBezTo>
                    <a:pt x="65" y="23"/>
                    <a:pt x="62" y="17"/>
                    <a:pt x="62" y="15"/>
                  </a:cubicBezTo>
                  <a:cubicBezTo>
                    <a:pt x="62" y="13"/>
                    <a:pt x="62" y="11"/>
                    <a:pt x="63" y="9"/>
                  </a:cubicBezTo>
                  <a:cubicBezTo>
                    <a:pt x="61" y="10"/>
                    <a:pt x="57" y="12"/>
                    <a:pt x="55" y="10"/>
                  </a:cubicBezTo>
                  <a:cubicBezTo>
                    <a:pt x="52" y="8"/>
                    <a:pt x="54" y="4"/>
                    <a:pt x="51" y="3"/>
                  </a:cubicBezTo>
                  <a:cubicBezTo>
                    <a:pt x="48" y="2"/>
                    <a:pt x="44" y="5"/>
                    <a:pt x="41" y="5"/>
                  </a:cubicBezTo>
                  <a:cubicBezTo>
                    <a:pt x="38" y="4"/>
                    <a:pt x="35" y="0"/>
                    <a:pt x="33" y="0"/>
                  </a:cubicBezTo>
                  <a:cubicBezTo>
                    <a:pt x="29" y="0"/>
                    <a:pt x="28" y="4"/>
                    <a:pt x="24" y="5"/>
                  </a:cubicBezTo>
                  <a:cubicBezTo>
                    <a:pt x="21" y="5"/>
                    <a:pt x="18" y="4"/>
                    <a:pt x="16" y="4"/>
                  </a:cubicBezTo>
                  <a:cubicBezTo>
                    <a:pt x="15" y="4"/>
                    <a:pt x="13" y="5"/>
                    <a:pt x="13" y="7"/>
                  </a:cubicBezTo>
                  <a:cubicBezTo>
                    <a:pt x="12" y="9"/>
                    <a:pt x="11" y="10"/>
                    <a:pt x="9" y="10"/>
                  </a:cubicBezTo>
                  <a:cubicBezTo>
                    <a:pt x="7" y="11"/>
                    <a:pt x="5" y="9"/>
                    <a:pt x="4" y="9"/>
                  </a:cubicBezTo>
                  <a:cubicBezTo>
                    <a:pt x="4" y="10"/>
                    <a:pt x="5" y="14"/>
                    <a:pt x="4" y="16"/>
                  </a:cubicBezTo>
                  <a:cubicBezTo>
                    <a:pt x="3" y="19"/>
                    <a:pt x="1" y="22"/>
                    <a:pt x="0" y="26"/>
                  </a:cubicBezTo>
                  <a:cubicBezTo>
                    <a:pt x="0" y="29"/>
                    <a:pt x="1" y="30"/>
                    <a:pt x="2" y="33"/>
                  </a:cubicBezTo>
                  <a:cubicBezTo>
                    <a:pt x="1" y="21"/>
                    <a:pt x="14" y="14"/>
                    <a:pt x="33" y="14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3" name="Freeform 81"/>
            <p:cNvSpPr>
              <a:spLocks/>
            </p:cNvSpPr>
            <p:nvPr/>
          </p:nvSpPr>
          <p:spPr bwMode="gray">
            <a:xfrm>
              <a:off x="3463926" y="3046413"/>
              <a:ext cx="71438" cy="103188"/>
            </a:xfrm>
            <a:custGeom>
              <a:avLst/>
              <a:gdLst>
                <a:gd name="T0" fmla="*/ 9 w 19"/>
                <a:gd name="T1" fmla="*/ 15 h 27"/>
                <a:gd name="T2" fmla="*/ 2 w 19"/>
                <a:gd name="T3" fmla="*/ 20 h 27"/>
                <a:gd name="T4" fmla="*/ 6 w 19"/>
                <a:gd name="T5" fmla="*/ 27 h 27"/>
                <a:gd name="T6" fmla="*/ 10 w 19"/>
                <a:gd name="T7" fmla="*/ 22 h 27"/>
                <a:gd name="T8" fmla="*/ 13 w 19"/>
                <a:gd name="T9" fmla="*/ 19 h 27"/>
                <a:gd name="T10" fmla="*/ 15 w 19"/>
                <a:gd name="T11" fmla="*/ 17 h 27"/>
                <a:gd name="T12" fmla="*/ 14 w 19"/>
                <a:gd name="T13" fmla="*/ 14 h 27"/>
                <a:gd name="T14" fmla="*/ 18 w 19"/>
                <a:gd name="T15" fmla="*/ 13 h 27"/>
                <a:gd name="T16" fmla="*/ 19 w 19"/>
                <a:gd name="T17" fmla="*/ 10 h 27"/>
                <a:gd name="T18" fmla="*/ 17 w 19"/>
                <a:gd name="T19" fmla="*/ 8 h 27"/>
                <a:gd name="T20" fmla="*/ 11 w 19"/>
                <a:gd name="T21" fmla="*/ 8 h 27"/>
                <a:gd name="T22" fmla="*/ 14 w 19"/>
                <a:gd name="T23" fmla="*/ 6 h 27"/>
                <a:gd name="T24" fmla="*/ 16 w 19"/>
                <a:gd name="T25" fmla="*/ 4 h 27"/>
                <a:gd name="T26" fmla="*/ 15 w 19"/>
                <a:gd name="T27" fmla="*/ 0 h 27"/>
                <a:gd name="T28" fmla="*/ 2 w 19"/>
                <a:gd name="T29" fmla="*/ 6 h 27"/>
                <a:gd name="T30" fmla="*/ 4 w 19"/>
                <a:gd name="T31" fmla="*/ 9 h 27"/>
                <a:gd name="T32" fmla="*/ 1 w 19"/>
                <a:gd name="T33" fmla="*/ 9 h 27"/>
                <a:gd name="T34" fmla="*/ 1 w 19"/>
                <a:gd name="T35" fmla="*/ 16 h 27"/>
                <a:gd name="T36" fmla="*/ 9 w 19"/>
                <a:gd name="T37" fmla="*/ 15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9" h="27">
                  <a:moveTo>
                    <a:pt x="9" y="15"/>
                  </a:moveTo>
                  <a:cubicBezTo>
                    <a:pt x="7" y="16"/>
                    <a:pt x="4" y="18"/>
                    <a:pt x="2" y="20"/>
                  </a:cubicBezTo>
                  <a:cubicBezTo>
                    <a:pt x="3" y="22"/>
                    <a:pt x="5" y="26"/>
                    <a:pt x="6" y="27"/>
                  </a:cubicBezTo>
                  <a:cubicBezTo>
                    <a:pt x="7" y="25"/>
                    <a:pt x="9" y="22"/>
                    <a:pt x="10" y="22"/>
                  </a:cubicBezTo>
                  <a:cubicBezTo>
                    <a:pt x="11" y="21"/>
                    <a:pt x="12" y="20"/>
                    <a:pt x="13" y="19"/>
                  </a:cubicBezTo>
                  <a:cubicBezTo>
                    <a:pt x="15" y="19"/>
                    <a:pt x="15" y="18"/>
                    <a:pt x="15" y="17"/>
                  </a:cubicBezTo>
                  <a:cubicBezTo>
                    <a:pt x="15" y="16"/>
                    <a:pt x="15" y="15"/>
                    <a:pt x="14" y="14"/>
                  </a:cubicBezTo>
                  <a:cubicBezTo>
                    <a:pt x="15" y="14"/>
                    <a:pt x="17" y="14"/>
                    <a:pt x="18" y="13"/>
                  </a:cubicBezTo>
                  <a:cubicBezTo>
                    <a:pt x="19" y="12"/>
                    <a:pt x="19" y="11"/>
                    <a:pt x="19" y="10"/>
                  </a:cubicBezTo>
                  <a:cubicBezTo>
                    <a:pt x="19" y="9"/>
                    <a:pt x="18" y="8"/>
                    <a:pt x="17" y="8"/>
                  </a:cubicBezTo>
                  <a:cubicBezTo>
                    <a:pt x="16" y="8"/>
                    <a:pt x="12" y="8"/>
                    <a:pt x="11" y="8"/>
                  </a:cubicBezTo>
                  <a:cubicBezTo>
                    <a:pt x="11" y="8"/>
                    <a:pt x="13" y="7"/>
                    <a:pt x="14" y="6"/>
                  </a:cubicBezTo>
                  <a:cubicBezTo>
                    <a:pt x="15" y="6"/>
                    <a:pt x="15" y="5"/>
                    <a:pt x="16" y="4"/>
                  </a:cubicBezTo>
                  <a:cubicBezTo>
                    <a:pt x="16" y="4"/>
                    <a:pt x="16" y="2"/>
                    <a:pt x="15" y="0"/>
                  </a:cubicBezTo>
                  <a:cubicBezTo>
                    <a:pt x="11" y="0"/>
                    <a:pt x="4" y="4"/>
                    <a:pt x="2" y="6"/>
                  </a:cubicBezTo>
                  <a:cubicBezTo>
                    <a:pt x="4" y="9"/>
                    <a:pt x="4" y="9"/>
                    <a:pt x="4" y="9"/>
                  </a:cubicBezTo>
                  <a:cubicBezTo>
                    <a:pt x="1" y="9"/>
                    <a:pt x="1" y="9"/>
                    <a:pt x="1" y="9"/>
                  </a:cubicBezTo>
                  <a:cubicBezTo>
                    <a:pt x="0" y="11"/>
                    <a:pt x="1" y="14"/>
                    <a:pt x="1" y="16"/>
                  </a:cubicBezTo>
                  <a:cubicBezTo>
                    <a:pt x="4" y="15"/>
                    <a:pt x="7" y="15"/>
                    <a:pt x="9" y="15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4" name="Freeform 82"/>
            <p:cNvSpPr>
              <a:spLocks noEditPoints="1"/>
            </p:cNvSpPr>
            <p:nvPr/>
          </p:nvSpPr>
          <p:spPr bwMode="gray">
            <a:xfrm>
              <a:off x="3846513" y="3303588"/>
              <a:ext cx="312738" cy="431800"/>
            </a:xfrm>
            <a:custGeom>
              <a:avLst/>
              <a:gdLst>
                <a:gd name="T0" fmla="*/ 64 w 83"/>
                <a:gd name="T1" fmla="*/ 13 h 114"/>
                <a:gd name="T2" fmla="*/ 5 w 83"/>
                <a:gd name="T3" fmla="*/ 19 h 114"/>
                <a:gd name="T4" fmla="*/ 1 w 83"/>
                <a:gd name="T5" fmla="*/ 37 h 114"/>
                <a:gd name="T6" fmla="*/ 6 w 83"/>
                <a:gd name="T7" fmla="*/ 36 h 114"/>
                <a:gd name="T8" fmla="*/ 13 w 83"/>
                <a:gd name="T9" fmla="*/ 36 h 114"/>
                <a:gd name="T10" fmla="*/ 8 w 83"/>
                <a:gd name="T11" fmla="*/ 50 h 114"/>
                <a:gd name="T12" fmla="*/ 15 w 83"/>
                <a:gd name="T13" fmla="*/ 48 h 114"/>
                <a:gd name="T14" fmla="*/ 16 w 83"/>
                <a:gd name="T15" fmla="*/ 62 h 114"/>
                <a:gd name="T16" fmla="*/ 16 w 83"/>
                <a:gd name="T17" fmla="*/ 70 h 114"/>
                <a:gd name="T18" fmla="*/ 20 w 83"/>
                <a:gd name="T19" fmla="*/ 71 h 114"/>
                <a:gd name="T20" fmla="*/ 27 w 83"/>
                <a:gd name="T21" fmla="*/ 75 h 114"/>
                <a:gd name="T22" fmla="*/ 16 w 83"/>
                <a:gd name="T23" fmla="*/ 75 h 114"/>
                <a:gd name="T24" fmla="*/ 22 w 83"/>
                <a:gd name="T25" fmla="*/ 77 h 114"/>
                <a:gd name="T26" fmla="*/ 24 w 83"/>
                <a:gd name="T27" fmla="*/ 80 h 114"/>
                <a:gd name="T28" fmla="*/ 19 w 83"/>
                <a:gd name="T29" fmla="*/ 83 h 114"/>
                <a:gd name="T30" fmla="*/ 26 w 83"/>
                <a:gd name="T31" fmla="*/ 91 h 114"/>
                <a:gd name="T32" fmla="*/ 30 w 83"/>
                <a:gd name="T33" fmla="*/ 100 h 114"/>
                <a:gd name="T34" fmla="*/ 78 w 83"/>
                <a:gd name="T35" fmla="*/ 102 h 114"/>
                <a:gd name="T36" fmla="*/ 63 w 83"/>
                <a:gd name="T37" fmla="*/ 68 h 114"/>
                <a:gd name="T38" fmla="*/ 72 w 83"/>
                <a:gd name="T39" fmla="*/ 61 h 114"/>
                <a:gd name="T40" fmla="*/ 74 w 83"/>
                <a:gd name="T41" fmla="*/ 55 h 114"/>
                <a:gd name="T42" fmla="*/ 70 w 83"/>
                <a:gd name="T43" fmla="*/ 51 h 114"/>
                <a:gd name="T44" fmla="*/ 59 w 83"/>
                <a:gd name="T45" fmla="*/ 50 h 114"/>
                <a:gd name="T46" fmla="*/ 23 w 83"/>
                <a:gd name="T47" fmla="*/ 33 h 114"/>
                <a:gd name="T48" fmla="*/ 12 w 83"/>
                <a:gd name="T49" fmla="*/ 28 h 114"/>
                <a:gd name="T50" fmla="*/ 17 w 83"/>
                <a:gd name="T51" fmla="*/ 29 h 114"/>
                <a:gd name="T52" fmla="*/ 53 w 83"/>
                <a:gd name="T53" fmla="*/ 32 h 114"/>
                <a:gd name="T54" fmla="*/ 78 w 83"/>
                <a:gd name="T55" fmla="*/ 42 h 114"/>
                <a:gd name="T56" fmla="*/ 73 w 83"/>
                <a:gd name="T57" fmla="*/ 26 h 114"/>
                <a:gd name="T58" fmla="*/ 83 w 83"/>
                <a:gd name="T59" fmla="*/ 32 h 114"/>
                <a:gd name="T60" fmla="*/ 29 w 83"/>
                <a:gd name="T61" fmla="*/ 40 h 114"/>
                <a:gd name="T62" fmla="*/ 46 w 83"/>
                <a:gd name="T63" fmla="*/ 47 h 114"/>
                <a:gd name="T64" fmla="*/ 32 w 83"/>
                <a:gd name="T65" fmla="*/ 47 h 114"/>
                <a:gd name="T66" fmla="*/ 29 w 83"/>
                <a:gd name="T67" fmla="*/ 51 h 114"/>
                <a:gd name="T68" fmla="*/ 20 w 83"/>
                <a:gd name="T69" fmla="*/ 47 h 114"/>
                <a:gd name="T70" fmla="*/ 9 w 83"/>
                <a:gd name="T71" fmla="*/ 27 h 114"/>
                <a:gd name="T72" fmla="*/ 18 w 83"/>
                <a:gd name="T73" fmla="*/ 20 h 114"/>
                <a:gd name="T74" fmla="*/ 42 w 83"/>
                <a:gd name="T75" fmla="*/ 20 h 114"/>
                <a:gd name="T76" fmla="*/ 20 w 83"/>
                <a:gd name="T77" fmla="*/ 10 h 114"/>
                <a:gd name="T78" fmla="*/ 43 w 83"/>
                <a:gd name="T79" fmla="*/ 9 h 114"/>
                <a:gd name="T80" fmla="*/ 63 w 83"/>
                <a:gd name="T81" fmla="*/ 30 h 114"/>
                <a:gd name="T82" fmla="*/ 51 w 83"/>
                <a:gd name="T83" fmla="*/ 12 h 114"/>
                <a:gd name="T84" fmla="*/ 63 w 83"/>
                <a:gd name="T85" fmla="*/ 30 h 1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83" h="114">
                  <a:moveTo>
                    <a:pt x="83" y="32"/>
                  </a:moveTo>
                  <a:cubicBezTo>
                    <a:pt x="82" y="30"/>
                    <a:pt x="75" y="22"/>
                    <a:pt x="64" y="13"/>
                  </a:cubicBezTo>
                  <a:cubicBezTo>
                    <a:pt x="55" y="7"/>
                    <a:pt x="42" y="0"/>
                    <a:pt x="32" y="0"/>
                  </a:cubicBezTo>
                  <a:cubicBezTo>
                    <a:pt x="14" y="0"/>
                    <a:pt x="6" y="13"/>
                    <a:pt x="5" y="19"/>
                  </a:cubicBezTo>
                  <a:cubicBezTo>
                    <a:pt x="4" y="23"/>
                    <a:pt x="4" y="27"/>
                    <a:pt x="5" y="29"/>
                  </a:cubicBezTo>
                  <a:cubicBezTo>
                    <a:pt x="2" y="32"/>
                    <a:pt x="1" y="34"/>
                    <a:pt x="1" y="37"/>
                  </a:cubicBezTo>
                  <a:cubicBezTo>
                    <a:pt x="0" y="39"/>
                    <a:pt x="1" y="42"/>
                    <a:pt x="3" y="43"/>
                  </a:cubicBezTo>
                  <a:cubicBezTo>
                    <a:pt x="2" y="41"/>
                    <a:pt x="4" y="38"/>
                    <a:pt x="6" y="36"/>
                  </a:cubicBezTo>
                  <a:cubicBezTo>
                    <a:pt x="7" y="33"/>
                    <a:pt x="10" y="32"/>
                    <a:pt x="12" y="31"/>
                  </a:cubicBezTo>
                  <a:cubicBezTo>
                    <a:pt x="13" y="36"/>
                    <a:pt x="13" y="36"/>
                    <a:pt x="13" y="36"/>
                  </a:cubicBezTo>
                  <a:cubicBezTo>
                    <a:pt x="11" y="37"/>
                    <a:pt x="8" y="40"/>
                    <a:pt x="7" y="42"/>
                  </a:cubicBezTo>
                  <a:cubicBezTo>
                    <a:pt x="8" y="50"/>
                    <a:pt x="8" y="50"/>
                    <a:pt x="8" y="50"/>
                  </a:cubicBezTo>
                  <a:cubicBezTo>
                    <a:pt x="14" y="46"/>
                    <a:pt x="14" y="46"/>
                    <a:pt x="14" y="46"/>
                  </a:cubicBezTo>
                  <a:cubicBezTo>
                    <a:pt x="15" y="48"/>
                    <a:pt x="15" y="48"/>
                    <a:pt x="15" y="48"/>
                  </a:cubicBezTo>
                  <a:cubicBezTo>
                    <a:pt x="13" y="63"/>
                    <a:pt x="13" y="63"/>
                    <a:pt x="13" y="63"/>
                  </a:cubicBezTo>
                  <a:cubicBezTo>
                    <a:pt x="16" y="62"/>
                    <a:pt x="16" y="62"/>
                    <a:pt x="16" y="62"/>
                  </a:cubicBezTo>
                  <a:cubicBezTo>
                    <a:pt x="23" y="65"/>
                    <a:pt x="23" y="65"/>
                    <a:pt x="23" y="65"/>
                  </a:cubicBezTo>
                  <a:cubicBezTo>
                    <a:pt x="16" y="70"/>
                    <a:pt x="16" y="70"/>
                    <a:pt x="16" y="70"/>
                  </a:cubicBezTo>
                  <a:cubicBezTo>
                    <a:pt x="16" y="72"/>
                    <a:pt x="16" y="72"/>
                    <a:pt x="16" y="72"/>
                  </a:cubicBezTo>
                  <a:cubicBezTo>
                    <a:pt x="16" y="72"/>
                    <a:pt x="17" y="71"/>
                    <a:pt x="20" y="71"/>
                  </a:cubicBezTo>
                  <a:cubicBezTo>
                    <a:pt x="22" y="71"/>
                    <a:pt x="27" y="73"/>
                    <a:pt x="27" y="73"/>
                  </a:cubicBezTo>
                  <a:cubicBezTo>
                    <a:pt x="27" y="75"/>
                    <a:pt x="27" y="75"/>
                    <a:pt x="27" y="75"/>
                  </a:cubicBezTo>
                  <a:cubicBezTo>
                    <a:pt x="25" y="75"/>
                    <a:pt x="25" y="75"/>
                    <a:pt x="25" y="75"/>
                  </a:cubicBezTo>
                  <a:cubicBezTo>
                    <a:pt x="16" y="75"/>
                    <a:pt x="16" y="75"/>
                    <a:pt x="16" y="75"/>
                  </a:cubicBezTo>
                  <a:cubicBezTo>
                    <a:pt x="16" y="76"/>
                    <a:pt x="17" y="77"/>
                    <a:pt x="18" y="78"/>
                  </a:cubicBezTo>
                  <a:cubicBezTo>
                    <a:pt x="19" y="77"/>
                    <a:pt x="21" y="77"/>
                    <a:pt x="22" y="77"/>
                  </a:cubicBezTo>
                  <a:cubicBezTo>
                    <a:pt x="22" y="77"/>
                    <a:pt x="24" y="77"/>
                    <a:pt x="26" y="77"/>
                  </a:cubicBezTo>
                  <a:cubicBezTo>
                    <a:pt x="24" y="80"/>
                    <a:pt x="24" y="80"/>
                    <a:pt x="24" y="80"/>
                  </a:cubicBezTo>
                  <a:cubicBezTo>
                    <a:pt x="24" y="80"/>
                    <a:pt x="23" y="81"/>
                    <a:pt x="21" y="80"/>
                  </a:cubicBezTo>
                  <a:cubicBezTo>
                    <a:pt x="20" y="80"/>
                    <a:pt x="19" y="81"/>
                    <a:pt x="19" y="83"/>
                  </a:cubicBezTo>
                  <a:cubicBezTo>
                    <a:pt x="19" y="84"/>
                    <a:pt x="20" y="87"/>
                    <a:pt x="20" y="87"/>
                  </a:cubicBezTo>
                  <a:cubicBezTo>
                    <a:pt x="21" y="92"/>
                    <a:pt x="26" y="91"/>
                    <a:pt x="26" y="91"/>
                  </a:cubicBezTo>
                  <a:cubicBezTo>
                    <a:pt x="29" y="90"/>
                    <a:pt x="39" y="87"/>
                    <a:pt x="39" y="87"/>
                  </a:cubicBezTo>
                  <a:cubicBezTo>
                    <a:pt x="30" y="100"/>
                    <a:pt x="30" y="100"/>
                    <a:pt x="30" y="100"/>
                  </a:cubicBezTo>
                  <a:cubicBezTo>
                    <a:pt x="34" y="114"/>
                    <a:pt x="34" y="114"/>
                    <a:pt x="34" y="114"/>
                  </a:cubicBezTo>
                  <a:cubicBezTo>
                    <a:pt x="40" y="111"/>
                    <a:pt x="58" y="105"/>
                    <a:pt x="78" y="102"/>
                  </a:cubicBezTo>
                  <a:cubicBezTo>
                    <a:pt x="76" y="98"/>
                    <a:pt x="76" y="96"/>
                    <a:pt x="73" y="91"/>
                  </a:cubicBezTo>
                  <a:cubicBezTo>
                    <a:pt x="63" y="68"/>
                    <a:pt x="63" y="68"/>
                    <a:pt x="63" y="68"/>
                  </a:cubicBezTo>
                  <a:cubicBezTo>
                    <a:pt x="64" y="64"/>
                    <a:pt x="64" y="64"/>
                    <a:pt x="64" y="64"/>
                  </a:cubicBezTo>
                  <a:cubicBezTo>
                    <a:pt x="66" y="65"/>
                    <a:pt x="70" y="63"/>
                    <a:pt x="72" y="61"/>
                  </a:cubicBezTo>
                  <a:cubicBezTo>
                    <a:pt x="74" y="60"/>
                    <a:pt x="77" y="56"/>
                    <a:pt x="78" y="54"/>
                  </a:cubicBezTo>
                  <a:cubicBezTo>
                    <a:pt x="77" y="54"/>
                    <a:pt x="75" y="54"/>
                    <a:pt x="74" y="55"/>
                  </a:cubicBezTo>
                  <a:cubicBezTo>
                    <a:pt x="73" y="55"/>
                    <a:pt x="72" y="57"/>
                    <a:pt x="70" y="56"/>
                  </a:cubicBezTo>
                  <a:cubicBezTo>
                    <a:pt x="68" y="55"/>
                    <a:pt x="69" y="53"/>
                    <a:pt x="70" y="51"/>
                  </a:cubicBezTo>
                  <a:cubicBezTo>
                    <a:pt x="70" y="50"/>
                    <a:pt x="67" y="50"/>
                    <a:pt x="66" y="51"/>
                  </a:cubicBezTo>
                  <a:cubicBezTo>
                    <a:pt x="64" y="52"/>
                    <a:pt x="61" y="52"/>
                    <a:pt x="59" y="50"/>
                  </a:cubicBezTo>
                  <a:cubicBezTo>
                    <a:pt x="56" y="47"/>
                    <a:pt x="45" y="38"/>
                    <a:pt x="42" y="36"/>
                  </a:cubicBezTo>
                  <a:cubicBezTo>
                    <a:pt x="36" y="33"/>
                    <a:pt x="28" y="32"/>
                    <a:pt x="23" y="33"/>
                  </a:cubicBezTo>
                  <a:cubicBezTo>
                    <a:pt x="20" y="34"/>
                    <a:pt x="17" y="35"/>
                    <a:pt x="16" y="35"/>
                  </a:cubicBezTo>
                  <a:cubicBezTo>
                    <a:pt x="12" y="28"/>
                    <a:pt x="12" y="28"/>
                    <a:pt x="12" y="28"/>
                  </a:cubicBezTo>
                  <a:cubicBezTo>
                    <a:pt x="13" y="28"/>
                    <a:pt x="13" y="28"/>
                    <a:pt x="13" y="28"/>
                  </a:cubicBezTo>
                  <a:cubicBezTo>
                    <a:pt x="14" y="28"/>
                    <a:pt x="16" y="30"/>
                    <a:pt x="17" y="29"/>
                  </a:cubicBezTo>
                  <a:cubicBezTo>
                    <a:pt x="19" y="28"/>
                    <a:pt x="25" y="27"/>
                    <a:pt x="31" y="27"/>
                  </a:cubicBezTo>
                  <a:cubicBezTo>
                    <a:pt x="39" y="27"/>
                    <a:pt x="49" y="30"/>
                    <a:pt x="53" y="32"/>
                  </a:cubicBezTo>
                  <a:cubicBezTo>
                    <a:pt x="53" y="37"/>
                    <a:pt x="64" y="44"/>
                    <a:pt x="69" y="44"/>
                  </a:cubicBezTo>
                  <a:cubicBezTo>
                    <a:pt x="73" y="45"/>
                    <a:pt x="75" y="44"/>
                    <a:pt x="78" y="42"/>
                  </a:cubicBezTo>
                  <a:cubicBezTo>
                    <a:pt x="67" y="33"/>
                    <a:pt x="67" y="33"/>
                    <a:pt x="67" y="33"/>
                  </a:cubicBezTo>
                  <a:cubicBezTo>
                    <a:pt x="73" y="26"/>
                    <a:pt x="73" y="26"/>
                    <a:pt x="73" y="26"/>
                  </a:cubicBezTo>
                  <a:cubicBezTo>
                    <a:pt x="73" y="26"/>
                    <a:pt x="82" y="35"/>
                    <a:pt x="83" y="36"/>
                  </a:cubicBezTo>
                  <a:cubicBezTo>
                    <a:pt x="83" y="35"/>
                    <a:pt x="83" y="34"/>
                    <a:pt x="83" y="32"/>
                  </a:cubicBezTo>
                  <a:moveTo>
                    <a:pt x="20" y="43"/>
                  </a:moveTo>
                  <a:cubicBezTo>
                    <a:pt x="20" y="43"/>
                    <a:pt x="24" y="41"/>
                    <a:pt x="29" y="40"/>
                  </a:cubicBezTo>
                  <a:cubicBezTo>
                    <a:pt x="35" y="38"/>
                    <a:pt x="42" y="42"/>
                    <a:pt x="47" y="46"/>
                  </a:cubicBezTo>
                  <a:cubicBezTo>
                    <a:pt x="46" y="47"/>
                    <a:pt x="46" y="47"/>
                    <a:pt x="46" y="47"/>
                  </a:cubicBezTo>
                  <a:cubicBezTo>
                    <a:pt x="39" y="49"/>
                    <a:pt x="39" y="49"/>
                    <a:pt x="39" y="49"/>
                  </a:cubicBezTo>
                  <a:cubicBezTo>
                    <a:pt x="37" y="48"/>
                    <a:pt x="35" y="47"/>
                    <a:pt x="32" y="47"/>
                  </a:cubicBezTo>
                  <a:cubicBezTo>
                    <a:pt x="29" y="47"/>
                    <a:pt x="27" y="48"/>
                    <a:pt x="27" y="48"/>
                  </a:cubicBezTo>
                  <a:cubicBezTo>
                    <a:pt x="29" y="51"/>
                    <a:pt x="29" y="51"/>
                    <a:pt x="29" y="51"/>
                  </a:cubicBezTo>
                  <a:cubicBezTo>
                    <a:pt x="26" y="51"/>
                    <a:pt x="26" y="51"/>
                    <a:pt x="26" y="51"/>
                  </a:cubicBezTo>
                  <a:cubicBezTo>
                    <a:pt x="24" y="50"/>
                    <a:pt x="22" y="47"/>
                    <a:pt x="20" y="47"/>
                  </a:cubicBezTo>
                  <a:lnTo>
                    <a:pt x="20" y="43"/>
                  </a:lnTo>
                  <a:close/>
                  <a:moveTo>
                    <a:pt x="9" y="27"/>
                  </a:moveTo>
                  <a:cubicBezTo>
                    <a:pt x="7" y="21"/>
                    <a:pt x="12" y="15"/>
                    <a:pt x="15" y="12"/>
                  </a:cubicBezTo>
                  <a:cubicBezTo>
                    <a:pt x="18" y="20"/>
                    <a:pt x="18" y="20"/>
                    <a:pt x="18" y="20"/>
                  </a:cubicBezTo>
                  <a:cubicBezTo>
                    <a:pt x="15" y="22"/>
                    <a:pt x="11" y="25"/>
                    <a:pt x="9" y="27"/>
                  </a:cubicBezTo>
                  <a:moveTo>
                    <a:pt x="42" y="20"/>
                  </a:moveTo>
                  <a:cubicBezTo>
                    <a:pt x="38" y="18"/>
                    <a:pt x="27" y="18"/>
                    <a:pt x="23" y="19"/>
                  </a:cubicBezTo>
                  <a:cubicBezTo>
                    <a:pt x="20" y="10"/>
                    <a:pt x="20" y="10"/>
                    <a:pt x="20" y="10"/>
                  </a:cubicBezTo>
                  <a:cubicBezTo>
                    <a:pt x="22" y="8"/>
                    <a:pt x="27" y="7"/>
                    <a:pt x="31" y="7"/>
                  </a:cubicBezTo>
                  <a:cubicBezTo>
                    <a:pt x="35" y="7"/>
                    <a:pt x="40" y="8"/>
                    <a:pt x="43" y="9"/>
                  </a:cubicBezTo>
                  <a:lnTo>
                    <a:pt x="42" y="20"/>
                  </a:lnTo>
                  <a:close/>
                  <a:moveTo>
                    <a:pt x="63" y="30"/>
                  </a:moveTo>
                  <a:cubicBezTo>
                    <a:pt x="58" y="27"/>
                    <a:pt x="50" y="22"/>
                    <a:pt x="47" y="22"/>
                  </a:cubicBezTo>
                  <a:cubicBezTo>
                    <a:pt x="51" y="12"/>
                    <a:pt x="51" y="12"/>
                    <a:pt x="51" y="12"/>
                  </a:cubicBezTo>
                  <a:cubicBezTo>
                    <a:pt x="54" y="13"/>
                    <a:pt x="66" y="21"/>
                    <a:pt x="68" y="22"/>
                  </a:cubicBezTo>
                  <a:lnTo>
                    <a:pt x="63" y="3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5" name="Freeform 83"/>
            <p:cNvSpPr>
              <a:spLocks/>
            </p:cNvSpPr>
            <p:nvPr/>
          </p:nvSpPr>
          <p:spPr bwMode="gray">
            <a:xfrm>
              <a:off x="4076701" y="3179763"/>
              <a:ext cx="138113" cy="173038"/>
            </a:xfrm>
            <a:custGeom>
              <a:avLst/>
              <a:gdLst>
                <a:gd name="T0" fmla="*/ 0 w 37"/>
                <a:gd name="T1" fmla="*/ 36 h 46"/>
                <a:gd name="T2" fmla="*/ 15 w 37"/>
                <a:gd name="T3" fmla="*/ 46 h 46"/>
                <a:gd name="T4" fmla="*/ 37 w 37"/>
                <a:gd name="T5" fmla="*/ 0 h 46"/>
                <a:gd name="T6" fmla="*/ 0 w 37"/>
                <a:gd name="T7" fmla="*/ 36 h 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7" h="46">
                  <a:moveTo>
                    <a:pt x="0" y="36"/>
                  </a:moveTo>
                  <a:cubicBezTo>
                    <a:pt x="4" y="38"/>
                    <a:pt x="13" y="45"/>
                    <a:pt x="15" y="46"/>
                  </a:cubicBezTo>
                  <a:cubicBezTo>
                    <a:pt x="37" y="0"/>
                    <a:pt x="37" y="0"/>
                    <a:pt x="37" y="0"/>
                  </a:cubicBezTo>
                  <a:lnTo>
                    <a:pt x="0" y="3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6" name="Freeform 84"/>
            <p:cNvSpPr>
              <a:spLocks noEditPoints="1"/>
            </p:cNvSpPr>
            <p:nvPr/>
          </p:nvSpPr>
          <p:spPr bwMode="gray">
            <a:xfrm>
              <a:off x="8705851" y="3481388"/>
              <a:ext cx="93663" cy="98425"/>
            </a:xfrm>
            <a:custGeom>
              <a:avLst/>
              <a:gdLst>
                <a:gd name="T0" fmla="*/ 12 w 25"/>
                <a:gd name="T1" fmla="*/ 0 h 26"/>
                <a:gd name="T2" fmla="*/ 25 w 25"/>
                <a:gd name="T3" fmla="*/ 13 h 26"/>
                <a:gd name="T4" fmla="*/ 12 w 25"/>
                <a:gd name="T5" fmla="*/ 26 h 26"/>
                <a:gd name="T6" fmla="*/ 0 w 25"/>
                <a:gd name="T7" fmla="*/ 13 h 26"/>
                <a:gd name="T8" fmla="*/ 12 w 25"/>
                <a:gd name="T9" fmla="*/ 0 h 26"/>
                <a:gd name="T10" fmla="*/ 12 w 25"/>
                <a:gd name="T11" fmla="*/ 23 h 26"/>
                <a:gd name="T12" fmla="*/ 22 w 25"/>
                <a:gd name="T13" fmla="*/ 13 h 26"/>
                <a:gd name="T14" fmla="*/ 12 w 25"/>
                <a:gd name="T15" fmla="*/ 3 h 26"/>
                <a:gd name="T16" fmla="*/ 3 w 25"/>
                <a:gd name="T17" fmla="*/ 13 h 26"/>
                <a:gd name="T18" fmla="*/ 12 w 25"/>
                <a:gd name="T19" fmla="*/ 23 h 26"/>
                <a:gd name="T20" fmla="*/ 8 w 25"/>
                <a:gd name="T21" fmla="*/ 6 h 26"/>
                <a:gd name="T22" fmla="*/ 13 w 25"/>
                <a:gd name="T23" fmla="*/ 6 h 26"/>
                <a:gd name="T24" fmla="*/ 18 w 25"/>
                <a:gd name="T25" fmla="*/ 10 h 26"/>
                <a:gd name="T26" fmla="*/ 15 w 25"/>
                <a:gd name="T27" fmla="*/ 14 h 26"/>
                <a:gd name="T28" fmla="*/ 18 w 25"/>
                <a:gd name="T29" fmla="*/ 20 h 26"/>
                <a:gd name="T30" fmla="*/ 16 w 25"/>
                <a:gd name="T31" fmla="*/ 20 h 26"/>
                <a:gd name="T32" fmla="*/ 12 w 25"/>
                <a:gd name="T33" fmla="*/ 14 h 26"/>
                <a:gd name="T34" fmla="*/ 10 w 25"/>
                <a:gd name="T35" fmla="*/ 14 h 26"/>
                <a:gd name="T36" fmla="*/ 10 w 25"/>
                <a:gd name="T37" fmla="*/ 20 h 26"/>
                <a:gd name="T38" fmla="*/ 8 w 25"/>
                <a:gd name="T39" fmla="*/ 20 h 26"/>
                <a:gd name="T40" fmla="*/ 8 w 25"/>
                <a:gd name="T41" fmla="*/ 6 h 26"/>
                <a:gd name="T42" fmla="*/ 10 w 25"/>
                <a:gd name="T43" fmla="*/ 12 h 26"/>
                <a:gd name="T44" fmla="*/ 13 w 25"/>
                <a:gd name="T45" fmla="*/ 12 h 26"/>
                <a:gd name="T46" fmla="*/ 16 w 25"/>
                <a:gd name="T47" fmla="*/ 10 h 26"/>
                <a:gd name="T48" fmla="*/ 13 w 25"/>
                <a:gd name="T49" fmla="*/ 8 h 26"/>
                <a:gd name="T50" fmla="*/ 10 w 25"/>
                <a:gd name="T51" fmla="*/ 8 h 26"/>
                <a:gd name="T52" fmla="*/ 10 w 25"/>
                <a:gd name="T53" fmla="*/ 12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5" h="26">
                  <a:moveTo>
                    <a:pt x="12" y="0"/>
                  </a:moveTo>
                  <a:cubicBezTo>
                    <a:pt x="19" y="0"/>
                    <a:pt x="25" y="5"/>
                    <a:pt x="25" y="13"/>
                  </a:cubicBezTo>
                  <a:cubicBezTo>
                    <a:pt x="25" y="20"/>
                    <a:pt x="19" y="26"/>
                    <a:pt x="12" y="26"/>
                  </a:cubicBezTo>
                  <a:cubicBezTo>
                    <a:pt x="6" y="26"/>
                    <a:pt x="0" y="20"/>
                    <a:pt x="0" y="13"/>
                  </a:cubicBezTo>
                  <a:cubicBezTo>
                    <a:pt x="0" y="5"/>
                    <a:pt x="6" y="0"/>
                    <a:pt x="12" y="0"/>
                  </a:cubicBezTo>
                  <a:moveTo>
                    <a:pt x="12" y="23"/>
                  </a:moveTo>
                  <a:cubicBezTo>
                    <a:pt x="18" y="23"/>
                    <a:pt x="22" y="19"/>
                    <a:pt x="22" y="13"/>
                  </a:cubicBezTo>
                  <a:cubicBezTo>
                    <a:pt x="22" y="7"/>
                    <a:pt x="18" y="3"/>
                    <a:pt x="12" y="3"/>
                  </a:cubicBezTo>
                  <a:cubicBezTo>
                    <a:pt x="7" y="3"/>
                    <a:pt x="3" y="7"/>
                    <a:pt x="3" y="13"/>
                  </a:cubicBezTo>
                  <a:cubicBezTo>
                    <a:pt x="3" y="19"/>
                    <a:pt x="7" y="23"/>
                    <a:pt x="12" y="23"/>
                  </a:cubicBezTo>
                  <a:moveTo>
                    <a:pt x="8" y="6"/>
                  </a:moveTo>
                  <a:cubicBezTo>
                    <a:pt x="13" y="6"/>
                    <a:pt x="13" y="6"/>
                    <a:pt x="13" y="6"/>
                  </a:cubicBezTo>
                  <a:cubicBezTo>
                    <a:pt x="16" y="6"/>
                    <a:pt x="18" y="7"/>
                    <a:pt x="18" y="10"/>
                  </a:cubicBezTo>
                  <a:cubicBezTo>
                    <a:pt x="18" y="13"/>
                    <a:pt x="17" y="14"/>
                    <a:pt x="15" y="14"/>
                  </a:cubicBezTo>
                  <a:cubicBezTo>
                    <a:pt x="18" y="20"/>
                    <a:pt x="18" y="20"/>
                    <a:pt x="18" y="20"/>
                  </a:cubicBezTo>
                  <a:cubicBezTo>
                    <a:pt x="16" y="20"/>
                    <a:pt x="16" y="20"/>
                    <a:pt x="16" y="20"/>
                  </a:cubicBezTo>
                  <a:cubicBezTo>
                    <a:pt x="12" y="14"/>
                    <a:pt x="12" y="14"/>
                    <a:pt x="12" y="14"/>
                  </a:cubicBezTo>
                  <a:cubicBezTo>
                    <a:pt x="10" y="14"/>
                    <a:pt x="10" y="14"/>
                    <a:pt x="10" y="14"/>
                  </a:cubicBezTo>
                  <a:cubicBezTo>
                    <a:pt x="10" y="20"/>
                    <a:pt x="10" y="20"/>
                    <a:pt x="10" y="20"/>
                  </a:cubicBezTo>
                  <a:cubicBezTo>
                    <a:pt x="8" y="20"/>
                    <a:pt x="8" y="20"/>
                    <a:pt x="8" y="20"/>
                  </a:cubicBezTo>
                  <a:lnTo>
                    <a:pt x="8" y="6"/>
                  </a:lnTo>
                  <a:close/>
                  <a:moveTo>
                    <a:pt x="10" y="12"/>
                  </a:moveTo>
                  <a:cubicBezTo>
                    <a:pt x="13" y="12"/>
                    <a:pt x="13" y="12"/>
                    <a:pt x="13" y="12"/>
                  </a:cubicBezTo>
                  <a:cubicBezTo>
                    <a:pt x="14" y="12"/>
                    <a:pt x="16" y="12"/>
                    <a:pt x="16" y="10"/>
                  </a:cubicBezTo>
                  <a:cubicBezTo>
                    <a:pt x="16" y="8"/>
                    <a:pt x="14" y="8"/>
                    <a:pt x="13" y="8"/>
                  </a:cubicBezTo>
                  <a:cubicBezTo>
                    <a:pt x="10" y="8"/>
                    <a:pt x="10" y="8"/>
                    <a:pt x="10" y="8"/>
                  </a:cubicBezTo>
                  <a:lnTo>
                    <a:pt x="10" y="12"/>
                  </a:lnTo>
                  <a:close/>
                </a:path>
              </a:pathLst>
            </a:custGeom>
            <a:solidFill>
              <a:srgbClr val="1A144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7" name="Rectangle 85"/>
            <p:cNvSpPr>
              <a:spLocks noChangeArrowheads="1"/>
            </p:cNvSpPr>
            <p:nvPr/>
          </p:nvSpPr>
          <p:spPr bwMode="gray">
            <a:xfrm>
              <a:off x="4470401" y="3727450"/>
              <a:ext cx="1631950" cy="15875"/>
            </a:xfrm>
            <a:prstGeom prst="rect">
              <a:avLst/>
            </a:prstGeom>
            <a:solidFill>
              <a:srgbClr val="1A144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8" name="Rectangle 86"/>
            <p:cNvSpPr>
              <a:spLocks noChangeArrowheads="1"/>
            </p:cNvSpPr>
            <p:nvPr/>
          </p:nvSpPr>
          <p:spPr bwMode="gray">
            <a:xfrm>
              <a:off x="6327776" y="3727450"/>
              <a:ext cx="2352675" cy="15875"/>
            </a:xfrm>
            <a:prstGeom prst="rect">
              <a:avLst/>
            </a:prstGeom>
            <a:solidFill>
              <a:srgbClr val="1A144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9" name="Rectangle 87"/>
            <p:cNvSpPr>
              <a:spLocks noChangeArrowheads="1"/>
            </p:cNvSpPr>
            <p:nvPr/>
          </p:nvSpPr>
          <p:spPr bwMode="gray">
            <a:xfrm>
              <a:off x="5410201" y="3886200"/>
              <a:ext cx="44450" cy="231775"/>
            </a:xfrm>
            <a:prstGeom prst="rect">
              <a:avLst/>
            </a:prstGeom>
            <a:solidFill>
              <a:srgbClr val="1A144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0" name="Freeform 88"/>
            <p:cNvSpPr>
              <a:spLocks/>
            </p:cNvSpPr>
            <p:nvPr/>
          </p:nvSpPr>
          <p:spPr bwMode="gray">
            <a:xfrm>
              <a:off x="5580063" y="3886200"/>
              <a:ext cx="171450" cy="231775"/>
            </a:xfrm>
            <a:custGeom>
              <a:avLst/>
              <a:gdLst>
                <a:gd name="T0" fmla="*/ 0 w 108"/>
                <a:gd name="T1" fmla="*/ 0 h 146"/>
                <a:gd name="T2" fmla="*/ 23 w 108"/>
                <a:gd name="T3" fmla="*/ 0 h 146"/>
                <a:gd name="T4" fmla="*/ 85 w 108"/>
                <a:gd name="T5" fmla="*/ 103 h 146"/>
                <a:gd name="T6" fmla="*/ 85 w 108"/>
                <a:gd name="T7" fmla="*/ 103 h 146"/>
                <a:gd name="T8" fmla="*/ 85 w 108"/>
                <a:gd name="T9" fmla="*/ 0 h 146"/>
                <a:gd name="T10" fmla="*/ 108 w 108"/>
                <a:gd name="T11" fmla="*/ 0 h 146"/>
                <a:gd name="T12" fmla="*/ 108 w 108"/>
                <a:gd name="T13" fmla="*/ 146 h 146"/>
                <a:gd name="T14" fmla="*/ 85 w 108"/>
                <a:gd name="T15" fmla="*/ 146 h 146"/>
                <a:gd name="T16" fmla="*/ 26 w 108"/>
                <a:gd name="T17" fmla="*/ 43 h 146"/>
                <a:gd name="T18" fmla="*/ 23 w 108"/>
                <a:gd name="T19" fmla="*/ 43 h 146"/>
                <a:gd name="T20" fmla="*/ 23 w 108"/>
                <a:gd name="T21" fmla="*/ 146 h 146"/>
                <a:gd name="T22" fmla="*/ 0 w 108"/>
                <a:gd name="T23" fmla="*/ 146 h 146"/>
                <a:gd name="T24" fmla="*/ 0 w 108"/>
                <a:gd name="T25" fmla="*/ 0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08" h="146">
                  <a:moveTo>
                    <a:pt x="0" y="0"/>
                  </a:moveTo>
                  <a:lnTo>
                    <a:pt x="23" y="0"/>
                  </a:lnTo>
                  <a:lnTo>
                    <a:pt x="85" y="103"/>
                  </a:lnTo>
                  <a:lnTo>
                    <a:pt x="85" y="103"/>
                  </a:lnTo>
                  <a:lnTo>
                    <a:pt x="85" y="0"/>
                  </a:lnTo>
                  <a:lnTo>
                    <a:pt x="108" y="0"/>
                  </a:lnTo>
                  <a:lnTo>
                    <a:pt x="108" y="146"/>
                  </a:lnTo>
                  <a:lnTo>
                    <a:pt x="85" y="146"/>
                  </a:lnTo>
                  <a:lnTo>
                    <a:pt x="26" y="43"/>
                  </a:lnTo>
                  <a:lnTo>
                    <a:pt x="23" y="43"/>
                  </a:lnTo>
                  <a:lnTo>
                    <a:pt x="23" y="146"/>
                  </a:lnTo>
                  <a:lnTo>
                    <a:pt x="0" y="14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A144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1" name="Freeform 89"/>
            <p:cNvSpPr>
              <a:spLocks/>
            </p:cNvSpPr>
            <p:nvPr/>
          </p:nvSpPr>
          <p:spPr bwMode="gray">
            <a:xfrm>
              <a:off x="5849938" y="3883025"/>
              <a:ext cx="198438" cy="238125"/>
            </a:xfrm>
            <a:custGeom>
              <a:avLst/>
              <a:gdLst>
                <a:gd name="T0" fmla="*/ 10 w 53"/>
                <a:gd name="T1" fmla="*/ 43 h 63"/>
                <a:gd name="T2" fmla="*/ 28 w 53"/>
                <a:gd name="T3" fmla="*/ 53 h 63"/>
                <a:gd name="T4" fmla="*/ 41 w 53"/>
                <a:gd name="T5" fmla="*/ 45 h 63"/>
                <a:gd name="T6" fmla="*/ 28 w 53"/>
                <a:gd name="T7" fmla="*/ 37 h 63"/>
                <a:gd name="T8" fmla="*/ 22 w 53"/>
                <a:gd name="T9" fmla="*/ 35 h 63"/>
                <a:gd name="T10" fmla="*/ 3 w 53"/>
                <a:gd name="T11" fmla="*/ 18 h 63"/>
                <a:gd name="T12" fmla="*/ 27 w 53"/>
                <a:gd name="T13" fmla="*/ 0 h 63"/>
                <a:gd name="T14" fmla="*/ 52 w 53"/>
                <a:gd name="T15" fmla="*/ 12 h 63"/>
                <a:gd name="T16" fmla="*/ 43 w 53"/>
                <a:gd name="T17" fmla="*/ 19 h 63"/>
                <a:gd name="T18" fmla="*/ 27 w 53"/>
                <a:gd name="T19" fmla="*/ 10 h 63"/>
                <a:gd name="T20" fmla="*/ 15 w 53"/>
                <a:gd name="T21" fmla="*/ 17 h 63"/>
                <a:gd name="T22" fmla="*/ 28 w 53"/>
                <a:gd name="T23" fmla="*/ 25 h 63"/>
                <a:gd name="T24" fmla="*/ 35 w 53"/>
                <a:gd name="T25" fmla="*/ 26 h 63"/>
                <a:gd name="T26" fmla="*/ 53 w 53"/>
                <a:gd name="T27" fmla="*/ 43 h 63"/>
                <a:gd name="T28" fmla="*/ 26 w 53"/>
                <a:gd name="T29" fmla="*/ 63 h 63"/>
                <a:gd name="T30" fmla="*/ 0 w 53"/>
                <a:gd name="T31" fmla="*/ 50 h 63"/>
                <a:gd name="T32" fmla="*/ 10 w 53"/>
                <a:gd name="T33" fmla="*/ 43 h 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53" h="63">
                  <a:moveTo>
                    <a:pt x="10" y="43"/>
                  </a:moveTo>
                  <a:cubicBezTo>
                    <a:pt x="14" y="50"/>
                    <a:pt x="21" y="53"/>
                    <a:pt x="28" y="53"/>
                  </a:cubicBezTo>
                  <a:cubicBezTo>
                    <a:pt x="33" y="53"/>
                    <a:pt x="41" y="51"/>
                    <a:pt x="41" y="45"/>
                  </a:cubicBezTo>
                  <a:cubicBezTo>
                    <a:pt x="41" y="40"/>
                    <a:pt x="36" y="39"/>
                    <a:pt x="28" y="37"/>
                  </a:cubicBezTo>
                  <a:cubicBezTo>
                    <a:pt x="22" y="35"/>
                    <a:pt x="22" y="35"/>
                    <a:pt x="22" y="35"/>
                  </a:cubicBezTo>
                  <a:cubicBezTo>
                    <a:pt x="12" y="33"/>
                    <a:pt x="3" y="30"/>
                    <a:pt x="3" y="18"/>
                  </a:cubicBezTo>
                  <a:cubicBezTo>
                    <a:pt x="3" y="6"/>
                    <a:pt x="16" y="0"/>
                    <a:pt x="27" y="0"/>
                  </a:cubicBezTo>
                  <a:cubicBezTo>
                    <a:pt x="37" y="0"/>
                    <a:pt x="46" y="3"/>
                    <a:pt x="52" y="12"/>
                  </a:cubicBezTo>
                  <a:cubicBezTo>
                    <a:pt x="43" y="19"/>
                    <a:pt x="43" y="19"/>
                    <a:pt x="43" y="19"/>
                  </a:cubicBezTo>
                  <a:cubicBezTo>
                    <a:pt x="40" y="13"/>
                    <a:pt x="34" y="10"/>
                    <a:pt x="27" y="10"/>
                  </a:cubicBezTo>
                  <a:cubicBezTo>
                    <a:pt x="20" y="10"/>
                    <a:pt x="15" y="13"/>
                    <a:pt x="15" y="17"/>
                  </a:cubicBezTo>
                  <a:cubicBezTo>
                    <a:pt x="15" y="22"/>
                    <a:pt x="21" y="23"/>
                    <a:pt x="28" y="25"/>
                  </a:cubicBezTo>
                  <a:cubicBezTo>
                    <a:pt x="35" y="26"/>
                    <a:pt x="35" y="26"/>
                    <a:pt x="35" y="26"/>
                  </a:cubicBezTo>
                  <a:cubicBezTo>
                    <a:pt x="44" y="28"/>
                    <a:pt x="53" y="32"/>
                    <a:pt x="53" y="43"/>
                  </a:cubicBezTo>
                  <a:cubicBezTo>
                    <a:pt x="53" y="58"/>
                    <a:pt x="39" y="63"/>
                    <a:pt x="26" y="63"/>
                  </a:cubicBezTo>
                  <a:cubicBezTo>
                    <a:pt x="16" y="63"/>
                    <a:pt x="6" y="59"/>
                    <a:pt x="0" y="50"/>
                  </a:cubicBezTo>
                  <a:lnTo>
                    <a:pt x="10" y="43"/>
                  </a:lnTo>
                  <a:close/>
                </a:path>
              </a:pathLst>
            </a:custGeom>
            <a:solidFill>
              <a:srgbClr val="1A144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2" name="Freeform 90"/>
            <p:cNvSpPr>
              <a:spLocks/>
            </p:cNvSpPr>
            <p:nvPr/>
          </p:nvSpPr>
          <p:spPr bwMode="gray">
            <a:xfrm>
              <a:off x="6157913" y="3886200"/>
              <a:ext cx="184150" cy="234950"/>
            </a:xfrm>
            <a:custGeom>
              <a:avLst/>
              <a:gdLst>
                <a:gd name="T0" fmla="*/ 49 w 49"/>
                <a:gd name="T1" fmla="*/ 42 h 62"/>
                <a:gd name="T2" fmla="*/ 24 w 49"/>
                <a:gd name="T3" fmla="*/ 62 h 62"/>
                <a:gd name="T4" fmla="*/ 0 w 49"/>
                <a:gd name="T5" fmla="*/ 42 h 62"/>
                <a:gd name="T6" fmla="*/ 0 w 49"/>
                <a:gd name="T7" fmla="*/ 0 h 62"/>
                <a:gd name="T8" fmla="*/ 11 w 49"/>
                <a:gd name="T9" fmla="*/ 0 h 62"/>
                <a:gd name="T10" fmla="*/ 11 w 49"/>
                <a:gd name="T11" fmla="*/ 39 h 62"/>
                <a:gd name="T12" fmla="*/ 24 w 49"/>
                <a:gd name="T13" fmla="*/ 51 h 62"/>
                <a:gd name="T14" fmla="*/ 37 w 49"/>
                <a:gd name="T15" fmla="*/ 39 h 62"/>
                <a:gd name="T16" fmla="*/ 37 w 49"/>
                <a:gd name="T17" fmla="*/ 0 h 62"/>
                <a:gd name="T18" fmla="*/ 49 w 49"/>
                <a:gd name="T19" fmla="*/ 0 h 62"/>
                <a:gd name="T20" fmla="*/ 49 w 49"/>
                <a:gd name="T21" fmla="*/ 42 h 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49" h="62">
                  <a:moveTo>
                    <a:pt x="49" y="42"/>
                  </a:moveTo>
                  <a:cubicBezTo>
                    <a:pt x="49" y="54"/>
                    <a:pt x="39" y="62"/>
                    <a:pt x="24" y="62"/>
                  </a:cubicBezTo>
                  <a:cubicBezTo>
                    <a:pt x="10" y="62"/>
                    <a:pt x="0" y="54"/>
                    <a:pt x="0" y="42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1" y="0"/>
                    <a:pt x="11" y="0"/>
                    <a:pt x="11" y="0"/>
                  </a:cubicBezTo>
                  <a:cubicBezTo>
                    <a:pt x="11" y="39"/>
                    <a:pt x="11" y="39"/>
                    <a:pt x="11" y="39"/>
                  </a:cubicBezTo>
                  <a:cubicBezTo>
                    <a:pt x="11" y="46"/>
                    <a:pt x="14" y="51"/>
                    <a:pt x="24" y="51"/>
                  </a:cubicBezTo>
                  <a:cubicBezTo>
                    <a:pt x="34" y="51"/>
                    <a:pt x="37" y="46"/>
                    <a:pt x="37" y="39"/>
                  </a:cubicBezTo>
                  <a:cubicBezTo>
                    <a:pt x="37" y="0"/>
                    <a:pt x="37" y="0"/>
                    <a:pt x="37" y="0"/>
                  </a:cubicBezTo>
                  <a:cubicBezTo>
                    <a:pt x="49" y="0"/>
                    <a:pt x="49" y="0"/>
                    <a:pt x="49" y="0"/>
                  </a:cubicBezTo>
                  <a:lnTo>
                    <a:pt x="49" y="42"/>
                  </a:lnTo>
                  <a:close/>
                </a:path>
              </a:pathLst>
            </a:custGeom>
            <a:solidFill>
              <a:srgbClr val="1A144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3" name="Freeform 91"/>
            <p:cNvSpPr>
              <a:spLocks noEditPoints="1"/>
            </p:cNvSpPr>
            <p:nvPr/>
          </p:nvSpPr>
          <p:spPr bwMode="gray">
            <a:xfrm>
              <a:off x="6462713" y="3886200"/>
              <a:ext cx="176213" cy="231775"/>
            </a:xfrm>
            <a:custGeom>
              <a:avLst/>
              <a:gdLst>
                <a:gd name="T0" fmla="*/ 0 w 47"/>
                <a:gd name="T1" fmla="*/ 0 h 61"/>
                <a:gd name="T2" fmla="*/ 25 w 47"/>
                <a:gd name="T3" fmla="*/ 0 h 61"/>
                <a:gd name="T4" fmla="*/ 46 w 47"/>
                <a:gd name="T5" fmla="*/ 18 h 61"/>
                <a:gd name="T6" fmla="*/ 34 w 47"/>
                <a:gd name="T7" fmla="*/ 36 h 61"/>
                <a:gd name="T8" fmla="*/ 47 w 47"/>
                <a:gd name="T9" fmla="*/ 61 h 61"/>
                <a:gd name="T10" fmla="*/ 34 w 47"/>
                <a:gd name="T11" fmla="*/ 61 h 61"/>
                <a:gd name="T12" fmla="*/ 22 w 47"/>
                <a:gd name="T13" fmla="*/ 38 h 61"/>
                <a:gd name="T14" fmla="*/ 11 w 47"/>
                <a:gd name="T15" fmla="*/ 38 h 61"/>
                <a:gd name="T16" fmla="*/ 11 w 47"/>
                <a:gd name="T17" fmla="*/ 61 h 61"/>
                <a:gd name="T18" fmla="*/ 0 w 47"/>
                <a:gd name="T19" fmla="*/ 61 h 61"/>
                <a:gd name="T20" fmla="*/ 0 w 47"/>
                <a:gd name="T21" fmla="*/ 0 h 61"/>
                <a:gd name="T22" fmla="*/ 11 w 47"/>
                <a:gd name="T23" fmla="*/ 28 h 61"/>
                <a:gd name="T24" fmla="*/ 24 w 47"/>
                <a:gd name="T25" fmla="*/ 28 h 61"/>
                <a:gd name="T26" fmla="*/ 34 w 47"/>
                <a:gd name="T27" fmla="*/ 19 h 61"/>
                <a:gd name="T28" fmla="*/ 22 w 47"/>
                <a:gd name="T29" fmla="*/ 10 h 61"/>
                <a:gd name="T30" fmla="*/ 11 w 47"/>
                <a:gd name="T31" fmla="*/ 10 h 61"/>
                <a:gd name="T32" fmla="*/ 11 w 47"/>
                <a:gd name="T33" fmla="*/ 28 h 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7" h="61">
                  <a:moveTo>
                    <a:pt x="0" y="0"/>
                  </a:moveTo>
                  <a:cubicBezTo>
                    <a:pt x="25" y="0"/>
                    <a:pt x="25" y="0"/>
                    <a:pt x="25" y="0"/>
                  </a:cubicBezTo>
                  <a:cubicBezTo>
                    <a:pt x="38" y="0"/>
                    <a:pt x="46" y="8"/>
                    <a:pt x="46" y="18"/>
                  </a:cubicBezTo>
                  <a:cubicBezTo>
                    <a:pt x="46" y="32"/>
                    <a:pt x="37" y="35"/>
                    <a:pt x="34" y="36"/>
                  </a:cubicBezTo>
                  <a:cubicBezTo>
                    <a:pt x="47" y="61"/>
                    <a:pt x="47" y="61"/>
                    <a:pt x="47" y="61"/>
                  </a:cubicBezTo>
                  <a:cubicBezTo>
                    <a:pt x="34" y="61"/>
                    <a:pt x="34" y="61"/>
                    <a:pt x="34" y="61"/>
                  </a:cubicBezTo>
                  <a:cubicBezTo>
                    <a:pt x="22" y="38"/>
                    <a:pt x="22" y="38"/>
                    <a:pt x="22" y="38"/>
                  </a:cubicBezTo>
                  <a:cubicBezTo>
                    <a:pt x="11" y="38"/>
                    <a:pt x="11" y="38"/>
                    <a:pt x="11" y="38"/>
                  </a:cubicBezTo>
                  <a:cubicBezTo>
                    <a:pt x="11" y="61"/>
                    <a:pt x="11" y="61"/>
                    <a:pt x="11" y="61"/>
                  </a:cubicBezTo>
                  <a:cubicBezTo>
                    <a:pt x="0" y="61"/>
                    <a:pt x="0" y="61"/>
                    <a:pt x="0" y="61"/>
                  </a:cubicBezTo>
                  <a:lnTo>
                    <a:pt x="0" y="0"/>
                  </a:lnTo>
                  <a:close/>
                  <a:moveTo>
                    <a:pt x="11" y="28"/>
                  </a:moveTo>
                  <a:cubicBezTo>
                    <a:pt x="24" y="28"/>
                    <a:pt x="24" y="28"/>
                    <a:pt x="24" y="28"/>
                  </a:cubicBezTo>
                  <a:cubicBezTo>
                    <a:pt x="30" y="28"/>
                    <a:pt x="34" y="25"/>
                    <a:pt x="34" y="19"/>
                  </a:cubicBezTo>
                  <a:cubicBezTo>
                    <a:pt x="34" y="14"/>
                    <a:pt x="30" y="10"/>
                    <a:pt x="22" y="10"/>
                  </a:cubicBezTo>
                  <a:cubicBezTo>
                    <a:pt x="11" y="10"/>
                    <a:pt x="11" y="10"/>
                    <a:pt x="11" y="10"/>
                  </a:cubicBezTo>
                  <a:lnTo>
                    <a:pt x="11" y="28"/>
                  </a:lnTo>
                  <a:close/>
                </a:path>
              </a:pathLst>
            </a:custGeom>
            <a:solidFill>
              <a:srgbClr val="1A144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4" name="Freeform 92"/>
            <p:cNvSpPr>
              <a:spLocks noEditPoints="1"/>
            </p:cNvSpPr>
            <p:nvPr/>
          </p:nvSpPr>
          <p:spPr bwMode="gray">
            <a:xfrm>
              <a:off x="6721476" y="3886200"/>
              <a:ext cx="203200" cy="231775"/>
            </a:xfrm>
            <a:custGeom>
              <a:avLst/>
              <a:gdLst>
                <a:gd name="T0" fmla="*/ 50 w 128"/>
                <a:gd name="T1" fmla="*/ 0 h 146"/>
                <a:gd name="T2" fmla="*/ 81 w 128"/>
                <a:gd name="T3" fmla="*/ 0 h 146"/>
                <a:gd name="T4" fmla="*/ 128 w 128"/>
                <a:gd name="T5" fmla="*/ 146 h 146"/>
                <a:gd name="T6" fmla="*/ 100 w 128"/>
                <a:gd name="T7" fmla="*/ 146 h 146"/>
                <a:gd name="T8" fmla="*/ 93 w 128"/>
                <a:gd name="T9" fmla="*/ 117 h 146"/>
                <a:gd name="T10" fmla="*/ 38 w 128"/>
                <a:gd name="T11" fmla="*/ 117 h 146"/>
                <a:gd name="T12" fmla="*/ 29 w 128"/>
                <a:gd name="T13" fmla="*/ 146 h 146"/>
                <a:gd name="T14" fmla="*/ 0 w 128"/>
                <a:gd name="T15" fmla="*/ 146 h 146"/>
                <a:gd name="T16" fmla="*/ 50 w 128"/>
                <a:gd name="T17" fmla="*/ 0 h 146"/>
                <a:gd name="T18" fmla="*/ 64 w 128"/>
                <a:gd name="T19" fmla="*/ 26 h 146"/>
                <a:gd name="T20" fmla="*/ 64 w 128"/>
                <a:gd name="T21" fmla="*/ 26 h 146"/>
                <a:gd name="T22" fmla="*/ 45 w 128"/>
                <a:gd name="T23" fmla="*/ 93 h 146"/>
                <a:gd name="T24" fmla="*/ 85 w 128"/>
                <a:gd name="T25" fmla="*/ 93 h 146"/>
                <a:gd name="T26" fmla="*/ 64 w 128"/>
                <a:gd name="T27" fmla="*/ 26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28" h="146">
                  <a:moveTo>
                    <a:pt x="50" y="0"/>
                  </a:moveTo>
                  <a:lnTo>
                    <a:pt x="81" y="0"/>
                  </a:lnTo>
                  <a:lnTo>
                    <a:pt x="128" y="146"/>
                  </a:lnTo>
                  <a:lnTo>
                    <a:pt x="100" y="146"/>
                  </a:lnTo>
                  <a:lnTo>
                    <a:pt x="93" y="117"/>
                  </a:lnTo>
                  <a:lnTo>
                    <a:pt x="38" y="117"/>
                  </a:lnTo>
                  <a:lnTo>
                    <a:pt x="29" y="146"/>
                  </a:lnTo>
                  <a:lnTo>
                    <a:pt x="0" y="146"/>
                  </a:lnTo>
                  <a:lnTo>
                    <a:pt x="50" y="0"/>
                  </a:lnTo>
                  <a:close/>
                  <a:moveTo>
                    <a:pt x="64" y="26"/>
                  </a:moveTo>
                  <a:lnTo>
                    <a:pt x="64" y="26"/>
                  </a:lnTo>
                  <a:lnTo>
                    <a:pt x="45" y="93"/>
                  </a:lnTo>
                  <a:lnTo>
                    <a:pt x="85" y="93"/>
                  </a:lnTo>
                  <a:lnTo>
                    <a:pt x="64" y="26"/>
                  </a:lnTo>
                  <a:close/>
                </a:path>
              </a:pathLst>
            </a:custGeom>
            <a:solidFill>
              <a:srgbClr val="1A144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5" name="Freeform 93"/>
            <p:cNvSpPr>
              <a:spLocks/>
            </p:cNvSpPr>
            <p:nvPr/>
          </p:nvSpPr>
          <p:spPr bwMode="gray">
            <a:xfrm>
              <a:off x="7023101" y="3886200"/>
              <a:ext cx="171450" cy="231775"/>
            </a:xfrm>
            <a:custGeom>
              <a:avLst/>
              <a:gdLst>
                <a:gd name="T0" fmla="*/ 0 w 108"/>
                <a:gd name="T1" fmla="*/ 0 h 146"/>
                <a:gd name="T2" fmla="*/ 23 w 108"/>
                <a:gd name="T3" fmla="*/ 0 h 146"/>
                <a:gd name="T4" fmla="*/ 82 w 108"/>
                <a:gd name="T5" fmla="*/ 103 h 146"/>
                <a:gd name="T6" fmla="*/ 85 w 108"/>
                <a:gd name="T7" fmla="*/ 103 h 146"/>
                <a:gd name="T8" fmla="*/ 85 w 108"/>
                <a:gd name="T9" fmla="*/ 0 h 146"/>
                <a:gd name="T10" fmla="*/ 108 w 108"/>
                <a:gd name="T11" fmla="*/ 0 h 146"/>
                <a:gd name="T12" fmla="*/ 108 w 108"/>
                <a:gd name="T13" fmla="*/ 146 h 146"/>
                <a:gd name="T14" fmla="*/ 82 w 108"/>
                <a:gd name="T15" fmla="*/ 146 h 146"/>
                <a:gd name="T16" fmla="*/ 23 w 108"/>
                <a:gd name="T17" fmla="*/ 43 h 146"/>
                <a:gd name="T18" fmla="*/ 23 w 108"/>
                <a:gd name="T19" fmla="*/ 43 h 146"/>
                <a:gd name="T20" fmla="*/ 23 w 108"/>
                <a:gd name="T21" fmla="*/ 146 h 146"/>
                <a:gd name="T22" fmla="*/ 0 w 108"/>
                <a:gd name="T23" fmla="*/ 146 h 146"/>
                <a:gd name="T24" fmla="*/ 0 w 108"/>
                <a:gd name="T25" fmla="*/ 0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08" h="146">
                  <a:moveTo>
                    <a:pt x="0" y="0"/>
                  </a:moveTo>
                  <a:lnTo>
                    <a:pt x="23" y="0"/>
                  </a:lnTo>
                  <a:lnTo>
                    <a:pt x="82" y="103"/>
                  </a:lnTo>
                  <a:lnTo>
                    <a:pt x="85" y="103"/>
                  </a:lnTo>
                  <a:lnTo>
                    <a:pt x="85" y="0"/>
                  </a:lnTo>
                  <a:lnTo>
                    <a:pt x="108" y="0"/>
                  </a:lnTo>
                  <a:lnTo>
                    <a:pt x="108" y="146"/>
                  </a:lnTo>
                  <a:lnTo>
                    <a:pt x="82" y="146"/>
                  </a:lnTo>
                  <a:lnTo>
                    <a:pt x="23" y="43"/>
                  </a:lnTo>
                  <a:lnTo>
                    <a:pt x="23" y="43"/>
                  </a:lnTo>
                  <a:lnTo>
                    <a:pt x="23" y="146"/>
                  </a:lnTo>
                  <a:lnTo>
                    <a:pt x="0" y="14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A144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6" name="Freeform 94"/>
            <p:cNvSpPr>
              <a:spLocks/>
            </p:cNvSpPr>
            <p:nvPr/>
          </p:nvSpPr>
          <p:spPr bwMode="gray">
            <a:xfrm>
              <a:off x="7304088" y="3883025"/>
              <a:ext cx="203200" cy="238125"/>
            </a:xfrm>
            <a:custGeom>
              <a:avLst/>
              <a:gdLst>
                <a:gd name="T0" fmla="*/ 42 w 54"/>
                <a:gd name="T1" fmla="*/ 21 h 63"/>
                <a:gd name="T2" fmla="*/ 29 w 54"/>
                <a:gd name="T3" fmla="*/ 10 h 63"/>
                <a:gd name="T4" fmla="*/ 12 w 54"/>
                <a:gd name="T5" fmla="*/ 31 h 63"/>
                <a:gd name="T6" fmla="*/ 29 w 54"/>
                <a:gd name="T7" fmla="*/ 53 h 63"/>
                <a:gd name="T8" fmla="*/ 43 w 54"/>
                <a:gd name="T9" fmla="*/ 40 h 63"/>
                <a:gd name="T10" fmla="*/ 54 w 54"/>
                <a:gd name="T11" fmla="*/ 45 h 63"/>
                <a:gd name="T12" fmla="*/ 29 w 54"/>
                <a:gd name="T13" fmla="*/ 63 h 63"/>
                <a:gd name="T14" fmla="*/ 0 w 54"/>
                <a:gd name="T15" fmla="*/ 31 h 63"/>
                <a:gd name="T16" fmla="*/ 29 w 54"/>
                <a:gd name="T17" fmla="*/ 0 h 63"/>
                <a:gd name="T18" fmla="*/ 53 w 54"/>
                <a:gd name="T19" fmla="*/ 19 h 63"/>
                <a:gd name="T20" fmla="*/ 42 w 54"/>
                <a:gd name="T21" fmla="*/ 21 h 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4" h="63">
                  <a:moveTo>
                    <a:pt x="42" y="21"/>
                  </a:moveTo>
                  <a:cubicBezTo>
                    <a:pt x="41" y="15"/>
                    <a:pt x="36" y="10"/>
                    <a:pt x="29" y="10"/>
                  </a:cubicBezTo>
                  <a:cubicBezTo>
                    <a:pt x="17" y="10"/>
                    <a:pt x="12" y="21"/>
                    <a:pt x="12" y="31"/>
                  </a:cubicBezTo>
                  <a:cubicBezTo>
                    <a:pt x="12" y="42"/>
                    <a:pt x="17" y="53"/>
                    <a:pt x="29" y="53"/>
                  </a:cubicBezTo>
                  <a:cubicBezTo>
                    <a:pt x="37" y="53"/>
                    <a:pt x="41" y="47"/>
                    <a:pt x="43" y="40"/>
                  </a:cubicBezTo>
                  <a:cubicBezTo>
                    <a:pt x="54" y="45"/>
                    <a:pt x="54" y="45"/>
                    <a:pt x="54" y="45"/>
                  </a:cubicBezTo>
                  <a:cubicBezTo>
                    <a:pt x="49" y="57"/>
                    <a:pt x="41" y="63"/>
                    <a:pt x="29" y="63"/>
                  </a:cubicBezTo>
                  <a:cubicBezTo>
                    <a:pt x="9" y="63"/>
                    <a:pt x="0" y="48"/>
                    <a:pt x="0" y="31"/>
                  </a:cubicBezTo>
                  <a:cubicBezTo>
                    <a:pt x="0" y="14"/>
                    <a:pt x="11" y="0"/>
                    <a:pt x="29" y="0"/>
                  </a:cubicBezTo>
                  <a:cubicBezTo>
                    <a:pt x="41" y="0"/>
                    <a:pt x="50" y="6"/>
                    <a:pt x="53" y="19"/>
                  </a:cubicBezTo>
                  <a:lnTo>
                    <a:pt x="42" y="21"/>
                  </a:lnTo>
                  <a:close/>
                </a:path>
              </a:pathLst>
            </a:custGeom>
            <a:solidFill>
              <a:srgbClr val="1A144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7" name="Freeform 95"/>
            <p:cNvSpPr>
              <a:spLocks/>
            </p:cNvSpPr>
            <p:nvPr/>
          </p:nvSpPr>
          <p:spPr bwMode="gray">
            <a:xfrm>
              <a:off x="7597776" y="3886200"/>
              <a:ext cx="168275" cy="231775"/>
            </a:xfrm>
            <a:custGeom>
              <a:avLst/>
              <a:gdLst>
                <a:gd name="T0" fmla="*/ 0 w 106"/>
                <a:gd name="T1" fmla="*/ 0 h 146"/>
                <a:gd name="T2" fmla="*/ 102 w 106"/>
                <a:gd name="T3" fmla="*/ 0 h 146"/>
                <a:gd name="T4" fmla="*/ 102 w 106"/>
                <a:gd name="T5" fmla="*/ 26 h 146"/>
                <a:gd name="T6" fmla="*/ 28 w 106"/>
                <a:gd name="T7" fmla="*/ 26 h 146"/>
                <a:gd name="T8" fmla="*/ 28 w 106"/>
                <a:gd name="T9" fmla="*/ 57 h 146"/>
                <a:gd name="T10" fmla="*/ 95 w 106"/>
                <a:gd name="T11" fmla="*/ 57 h 146"/>
                <a:gd name="T12" fmla="*/ 95 w 106"/>
                <a:gd name="T13" fmla="*/ 81 h 146"/>
                <a:gd name="T14" fmla="*/ 28 w 106"/>
                <a:gd name="T15" fmla="*/ 81 h 146"/>
                <a:gd name="T16" fmla="*/ 28 w 106"/>
                <a:gd name="T17" fmla="*/ 119 h 146"/>
                <a:gd name="T18" fmla="*/ 106 w 106"/>
                <a:gd name="T19" fmla="*/ 119 h 146"/>
                <a:gd name="T20" fmla="*/ 106 w 106"/>
                <a:gd name="T21" fmla="*/ 146 h 146"/>
                <a:gd name="T22" fmla="*/ 0 w 106"/>
                <a:gd name="T23" fmla="*/ 146 h 146"/>
                <a:gd name="T24" fmla="*/ 0 w 106"/>
                <a:gd name="T25" fmla="*/ 0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06" h="146">
                  <a:moveTo>
                    <a:pt x="0" y="0"/>
                  </a:moveTo>
                  <a:lnTo>
                    <a:pt x="102" y="0"/>
                  </a:lnTo>
                  <a:lnTo>
                    <a:pt x="102" y="26"/>
                  </a:lnTo>
                  <a:lnTo>
                    <a:pt x="28" y="26"/>
                  </a:lnTo>
                  <a:lnTo>
                    <a:pt x="28" y="57"/>
                  </a:lnTo>
                  <a:lnTo>
                    <a:pt x="95" y="57"/>
                  </a:lnTo>
                  <a:lnTo>
                    <a:pt x="95" y="81"/>
                  </a:lnTo>
                  <a:lnTo>
                    <a:pt x="28" y="81"/>
                  </a:lnTo>
                  <a:lnTo>
                    <a:pt x="28" y="119"/>
                  </a:lnTo>
                  <a:lnTo>
                    <a:pt x="106" y="119"/>
                  </a:lnTo>
                  <a:lnTo>
                    <a:pt x="106" y="146"/>
                  </a:lnTo>
                  <a:lnTo>
                    <a:pt x="0" y="14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A144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BD69CFA-7F0F-73AD-C49D-83D77F7E0F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US"/>
              <a:t>Confidential &amp; Proprietary – Not for Distribution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0D02832-3852-F197-05AF-DD198FCD1E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B4CE90-470A-43E3-A052-3E8AD880B4A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1443712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Custom Layou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CCCB16-91F9-4682-BCA6-1268F1CF24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0631" y="376518"/>
            <a:ext cx="11730789" cy="5681734"/>
          </a:xfrm>
        </p:spPr>
        <p:txBody>
          <a:bodyPr>
            <a:normAutofit/>
          </a:bodyPr>
          <a:lstStyle>
            <a:lvl1pPr>
              <a:defRPr sz="5400">
                <a:solidFill>
                  <a:srgbClr val="1A1446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BED7689C-0806-49CA-ADB1-91D43C05DE55}"/>
              </a:ext>
            </a:extLst>
          </p:cNvPr>
          <p:cNvGrpSpPr/>
          <p:nvPr userDrawn="1"/>
        </p:nvGrpSpPr>
        <p:grpSpPr>
          <a:xfrm>
            <a:off x="11595615" y="6272479"/>
            <a:ext cx="461773" cy="469521"/>
            <a:chOff x="11613545" y="6272479"/>
            <a:chExt cx="461773" cy="469521"/>
          </a:xfrm>
        </p:grpSpPr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AB9B4402-A46E-4B4E-9887-413955989832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tretch>
              <a:fillRect/>
            </a:stretch>
          </p:blipFill>
          <p:spPr>
            <a:xfrm>
              <a:off x="11613545" y="6272479"/>
              <a:ext cx="461773" cy="469521"/>
            </a:xfrm>
            <a:prstGeom prst="rect">
              <a:avLst/>
            </a:prstGeom>
          </p:spPr>
        </p:pic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F3B57896-F51A-4869-B2DF-EEEC67F1B299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3"/>
            <a:srcRect b="2491"/>
            <a:stretch/>
          </p:blipFill>
          <p:spPr>
            <a:xfrm>
              <a:off x="11718819" y="6325130"/>
              <a:ext cx="277918" cy="36330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00396686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3A72AF70-6FA6-4739-86E1-74E3A2E720C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592" imgH="595" progId="TCLayout.ActiveDocument.1">
                  <p:embed/>
                </p:oleObj>
              </mc:Choice>
              <mc:Fallback>
                <p:oleObj name="think-cell Slide" r:id="rId3" imgW="592" imgH="595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3A72AF70-6FA6-4739-86E1-74E3A2E720C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vert="horz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3600" kern="1200" dirty="0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954BA5-570B-4BB5-B3E7-33BEEF6B99B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algn="r"/>
            <a:fld id="{8FB4CE90-470A-43E3-A052-3E8AD880B4A5}" type="slidenum">
              <a:rPr lang="en-US" smtClean="0"/>
              <a:pPr algn="r"/>
              <a:t>‹#›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34F9F236-E5F1-497B-9D2D-66F8717F5B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>
              <a:lnSpc>
                <a:spcPct val="90000"/>
              </a:lnSpc>
              <a:spcBef>
                <a:spcPts val="1000"/>
              </a:spcBef>
            </a:pPr>
            <a:r>
              <a:rPr lang="en-US"/>
              <a:t>Confidential &amp; Proprietary – Not for Distribution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B199C20A-51FB-47CF-8539-89D6150A17E1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241300" y="1443037"/>
            <a:ext cx="11734800" cy="470675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167660519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and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16B6FA58-A07A-4C64-B843-B2D33D6E2736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592" imgH="595" progId="TCLayout.ActiveDocument.1">
                  <p:embed/>
                </p:oleObj>
              </mc:Choice>
              <mc:Fallback>
                <p:oleObj name="think-cell Slide" r:id="rId3" imgW="592" imgH="595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16B6FA58-A07A-4C64-B843-B2D33D6E273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954BA5-570B-4BB5-B3E7-33BEEF6B99B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algn="r"/>
            <a:fld id="{8FB4CE90-470A-43E3-A052-3E8AD880B4A5}" type="slidenum">
              <a:rPr lang="en-US" smtClean="0"/>
              <a:pPr algn="r"/>
              <a:t>‹#›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34F9F236-E5F1-497B-9D2D-66F8717F5B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>
              <a:lnSpc>
                <a:spcPct val="90000"/>
              </a:lnSpc>
              <a:spcBef>
                <a:spcPts val="1000"/>
              </a:spcBef>
            </a:pPr>
            <a:r>
              <a:rPr lang="en-US"/>
              <a:t>Confidential &amp; Proprietary – Not for Distribution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B199C20A-51FB-47CF-8539-89D6150A17E1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241300" y="1443037"/>
            <a:ext cx="5639547" cy="470675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E634D4D-039D-4270-8CBC-8D0ACEF7992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337859" y="1460500"/>
            <a:ext cx="5641848" cy="47069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684646338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_Logo layou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6" name="Group 45"/>
          <p:cNvGrpSpPr/>
          <p:nvPr userDrawn="1"/>
        </p:nvGrpSpPr>
        <p:grpSpPr bwMode="gray">
          <a:xfrm>
            <a:off x="2631695" y="2432562"/>
            <a:ext cx="6928611" cy="1802376"/>
            <a:chOff x="3387726" y="2736850"/>
            <a:chExt cx="5411788" cy="1384300"/>
          </a:xfrm>
        </p:grpSpPr>
        <p:sp>
          <p:nvSpPr>
            <p:cNvPr id="47" name="Freeform 55"/>
            <p:cNvSpPr>
              <a:spLocks/>
            </p:cNvSpPr>
            <p:nvPr/>
          </p:nvSpPr>
          <p:spPr bwMode="gray">
            <a:xfrm>
              <a:off x="4462463" y="3157538"/>
              <a:ext cx="331788" cy="419100"/>
            </a:xfrm>
            <a:custGeom>
              <a:avLst/>
              <a:gdLst>
                <a:gd name="T0" fmla="*/ 39 w 88"/>
                <a:gd name="T1" fmla="*/ 92 h 111"/>
                <a:gd name="T2" fmla="*/ 56 w 88"/>
                <a:gd name="T3" fmla="*/ 104 h 111"/>
                <a:gd name="T4" fmla="*/ 85 w 88"/>
                <a:gd name="T5" fmla="*/ 82 h 111"/>
                <a:gd name="T6" fmla="*/ 88 w 88"/>
                <a:gd name="T7" fmla="*/ 82 h 111"/>
                <a:gd name="T8" fmla="*/ 85 w 88"/>
                <a:gd name="T9" fmla="*/ 111 h 111"/>
                <a:gd name="T10" fmla="*/ 0 w 88"/>
                <a:gd name="T11" fmla="*/ 111 h 111"/>
                <a:gd name="T12" fmla="*/ 0 w 88"/>
                <a:gd name="T13" fmla="*/ 107 h 111"/>
                <a:gd name="T14" fmla="*/ 14 w 88"/>
                <a:gd name="T15" fmla="*/ 89 h 111"/>
                <a:gd name="T16" fmla="*/ 14 w 88"/>
                <a:gd name="T17" fmla="*/ 18 h 111"/>
                <a:gd name="T18" fmla="*/ 0 w 88"/>
                <a:gd name="T19" fmla="*/ 3 h 111"/>
                <a:gd name="T20" fmla="*/ 0 w 88"/>
                <a:gd name="T21" fmla="*/ 0 h 111"/>
                <a:gd name="T22" fmla="*/ 53 w 88"/>
                <a:gd name="T23" fmla="*/ 0 h 111"/>
                <a:gd name="T24" fmla="*/ 53 w 88"/>
                <a:gd name="T25" fmla="*/ 3 h 111"/>
                <a:gd name="T26" fmla="*/ 39 w 88"/>
                <a:gd name="T27" fmla="*/ 18 h 111"/>
                <a:gd name="T28" fmla="*/ 39 w 88"/>
                <a:gd name="T29" fmla="*/ 92 h 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8" h="111">
                  <a:moveTo>
                    <a:pt x="39" y="92"/>
                  </a:moveTo>
                  <a:cubicBezTo>
                    <a:pt x="39" y="102"/>
                    <a:pt x="43" y="104"/>
                    <a:pt x="56" y="104"/>
                  </a:cubicBezTo>
                  <a:cubicBezTo>
                    <a:pt x="70" y="104"/>
                    <a:pt x="76" y="100"/>
                    <a:pt x="85" y="82"/>
                  </a:cubicBezTo>
                  <a:cubicBezTo>
                    <a:pt x="88" y="82"/>
                    <a:pt x="88" y="82"/>
                    <a:pt x="88" y="82"/>
                  </a:cubicBezTo>
                  <a:cubicBezTo>
                    <a:pt x="85" y="111"/>
                    <a:pt x="85" y="111"/>
                    <a:pt x="85" y="111"/>
                  </a:cubicBezTo>
                  <a:cubicBezTo>
                    <a:pt x="0" y="111"/>
                    <a:pt x="0" y="111"/>
                    <a:pt x="0" y="111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13" y="104"/>
                    <a:pt x="14" y="101"/>
                    <a:pt x="14" y="89"/>
                  </a:cubicBezTo>
                  <a:cubicBezTo>
                    <a:pt x="14" y="18"/>
                    <a:pt x="14" y="18"/>
                    <a:pt x="14" y="18"/>
                  </a:cubicBezTo>
                  <a:cubicBezTo>
                    <a:pt x="14" y="9"/>
                    <a:pt x="12" y="6"/>
                    <a:pt x="0" y="3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53" y="0"/>
                    <a:pt x="53" y="0"/>
                    <a:pt x="53" y="0"/>
                  </a:cubicBezTo>
                  <a:cubicBezTo>
                    <a:pt x="53" y="3"/>
                    <a:pt x="53" y="3"/>
                    <a:pt x="53" y="3"/>
                  </a:cubicBezTo>
                  <a:cubicBezTo>
                    <a:pt x="42" y="6"/>
                    <a:pt x="39" y="8"/>
                    <a:pt x="39" y="18"/>
                  </a:cubicBezTo>
                  <a:lnTo>
                    <a:pt x="39" y="92"/>
                  </a:lnTo>
                  <a:close/>
                </a:path>
              </a:pathLst>
            </a:custGeom>
            <a:solidFill>
              <a:srgbClr val="1A144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8" name="Freeform 56"/>
            <p:cNvSpPr>
              <a:spLocks noEditPoints="1"/>
            </p:cNvSpPr>
            <p:nvPr/>
          </p:nvSpPr>
          <p:spPr bwMode="gray">
            <a:xfrm>
              <a:off x="4800601" y="3125788"/>
              <a:ext cx="173038" cy="450850"/>
            </a:xfrm>
            <a:custGeom>
              <a:avLst/>
              <a:gdLst>
                <a:gd name="T0" fmla="*/ 34 w 46"/>
                <a:gd name="T1" fmla="*/ 103 h 119"/>
                <a:gd name="T2" fmla="*/ 46 w 46"/>
                <a:gd name="T3" fmla="*/ 115 h 119"/>
                <a:gd name="T4" fmla="*/ 46 w 46"/>
                <a:gd name="T5" fmla="*/ 119 h 119"/>
                <a:gd name="T6" fmla="*/ 1 w 46"/>
                <a:gd name="T7" fmla="*/ 119 h 119"/>
                <a:gd name="T8" fmla="*/ 1 w 46"/>
                <a:gd name="T9" fmla="*/ 115 h 119"/>
                <a:gd name="T10" fmla="*/ 13 w 46"/>
                <a:gd name="T11" fmla="*/ 102 h 119"/>
                <a:gd name="T12" fmla="*/ 13 w 46"/>
                <a:gd name="T13" fmla="*/ 64 h 119"/>
                <a:gd name="T14" fmla="*/ 0 w 46"/>
                <a:gd name="T15" fmla="*/ 50 h 119"/>
                <a:gd name="T16" fmla="*/ 0 w 46"/>
                <a:gd name="T17" fmla="*/ 47 h 119"/>
                <a:gd name="T18" fmla="*/ 31 w 46"/>
                <a:gd name="T19" fmla="*/ 44 h 119"/>
                <a:gd name="T20" fmla="*/ 34 w 46"/>
                <a:gd name="T21" fmla="*/ 44 h 119"/>
                <a:gd name="T22" fmla="*/ 34 w 46"/>
                <a:gd name="T23" fmla="*/ 103 h 119"/>
                <a:gd name="T24" fmla="*/ 23 w 46"/>
                <a:gd name="T25" fmla="*/ 0 h 119"/>
                <a:gd name="T26" fmla="*/ 36 w 46"/>
                <a:gd name="T27" fmla="*/ 12 h 119"/>
                <a:gd name="T28" fmla="*/ 23 w 46"/>
                <a:gd name="T29" fmla="*/ 25 h 119"/>
                <a:gd name="T30" fmla="*/ 11 w 46"/>
                <a:gd name="T31" fmla="*/ 12 h 119"/>
                <a:gd name="T32" fmla="*/ 23 w 46"/>
                <a:gd name="T33" fmla="*/ 0 h 1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6" h="119">
                  <a:moveTo>
                    <a:pt x="34" y="103"/>
                  </a:moveTo>
                  <a:cubicBezTo>
                    <a:pt x="34" y="110"/>
                    <a:pt x="38" y="114"/>
                    <a:pt x="46" y="115"/>
                  </a:cubicBezTo>
                  <a:cubicBezTo>
                    <a:pt x="46" y="119"/>
                    <a:pt x="46" y="119"/>
                    <a:pt x="46" y="119"/>
                  </a:cubicBezTo>
                  <a:cubicBezTo>
                    <a:pt x="1" y="119"/>
                    <a:pt x="1" y="119"/>
                    <a:pt x="1" y="119"/>
                  </a:cubicBezTo>
                  <a:cubicBezTo>
                    <a:pt x="1" y="115"/>
                    <a:pt x="1" y="115"/>
                    <a:pt x="1" y="115"/>
                  </a:cubicBezTo>
                  <a:cubicBezTo>
                    <a:pt x="10" y="114"/>
                    <a:pt x="13" y="111"/>
                    <a:pt x="13" y="102"/>
                  </a:cubicBezTo>
                  <a:cubicBezTo>
                    <a:pt x="13" y="64"/>
                    <a:pt x="13" y="64"/>
                    <a:pt x="13" y="64"/>
                  </a:cubicBezTo>
                  <a:cubicBezTo>
                    <a:pt x="13" y="55"/>
                    <a:pt x="10" y="52"/>
                    <a:pt x="0" y="50"/>
                  </a:cubicBezTo>
                  <a:cubicBezTo>
                    <a:pt x="0" y="47"/>
                    <a:pt x="0" y="47"/>
                    <a:pt x="0" y="47"/>
                  </a:cubicBezTo>
                  <a:cubicBezTo>
                    <a:pt x="31" y="44"/>
                    <a:pt x="31" y="44"/>
                    <a:pt x="31" y="44"/>
                  </a:cubicBezTo>
                  <a:cubicBezTo>
                    <a:pt x="34" y="44"/>
                    <a:pt x="34" y="44"/>
                    <a:pt x="34" y="44"/>
                  </a:cubicBezTo>
                  <a:lnTo>
                    <a:pt x="34" y="103"/>
                  </a:lnTo>
                  <a:close/>
                  <a:moveTo>
                    <a:pt x="23" y="0"/>
                  </a:moveTo>
                  <a:cubicBezTo>
                    <a:pt x="30" y="0"/>
                    <a:pt x="36" y="5"/>
                    <a:pt x="36" y="12"/>
                  </a:cubicBezTo>
                  <a:cubicBezTo>
                    <a:pt x="36" y="19"/>
                    <a:pt x="30" y="25"/>
                    <a:pt x="23" y="25"/>
                  </a:cubicBezTo>
                  <a:cubicBezTo>
                    <a:pt x="17" y="25"/>
                    <a:pt x="11" y="19"/>
                    <a:pt x="11" y="12"/>
                  </a:cubicBezTo>
                  <a:cubicBezTo>
                    <a:pt x="11" y="5"/>
                    <a:pt x="17" y="0"/>
                    <a:pt x="23" y="0"/>
                  </a:cubicBezTo>
                </a:path>
              </a:pathLst>
            </a:custGeom>
            <a:solidFill>
              <a:srgbClr val="1A144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9" name="Freeform 57"/>
            <p:cNvSpPr>
              <a:spLocks noEditPoints="1"/>
            </p:cNvSpPr>
            <p:nvPr/>
          </p:nvSpPr>
          <p:spPr bwMode="gray">
            <a:xfrm>
              <a:off x="4984751" y="3125788"/>
              <a:ext cx="354013" cy="458788"/>
            </a:xfrm>
            <a:custGeom>
              <a:avLst/>
              <a:gdLst>
                <a:gd name="T0" fmla="*/ 32 w 94"/>
                <a:gd name="T1" fmla="*/ 62 h 121"/>
                <a:gd name="T2" fmla="*/ 49 w 94"/>
                <a:gd name="T3" fmla="*/ 54 h 121"/>
                <a:gd name="T4" fmla="*/ 70 w 94"/>
                <a:gd name="T5" fmla="*/ 84 h 121"/>
                <a:gd name="T6" fmla="*/ 43 w 94"/>
                <a:gd name="T7" fmla="*/ 116 h 121"/>
                <a:gd name="T8" fmla="*/ 32 w 94"/>
                <a:gd name="T9" fmla="*/ 104 h 121"/>
                <a:gd name="T10" fmla="*/ 32 w 94"/>
                <a:gd name="T11" fmla="*/ 62 h 121"/>
                <a:gd name="T12" fmla="*/ 32 w 94"/>
                <a:gd name="T13" fmla="*/ 0 h 121"/>
                <a:gd name="T14" fmla="*/ 29 w 94"/>
                <a:gd name="T15" fmla="*/ 0 h 121"/>
                <a:gd name="T16" fmla="*/ 0 w 94"/>
                <a:gd name="T17" fmla="*/ 2 h 121"/>
                <a:gd name="T18" fmla="*/ 0 w 94"/>
                <a:gd name="T19" fmla="*/ 5 h 121"/>
                <a:gd name="T20" fmla="*/ 10 w 94"/>
                <a:gd name="T21" fmla="*/ 16 h 121"/>
                <a:gd name="T22" fmla="*/ 10 w 94"/>
                <a:gd name="T23" fmla="*/ 119 h 121"/>
                <a:gd name="T24" fmla="*/ 45 w 94"/>
                <a:gd name="T25" fmla="*/ 121 h 121"/>
                <a:gd name="T26" fmla="*/ 94 w 94"/>
                <a:gd name="T27" fmla="*/ 81 h 121"/>
                <a:gd name="T28" fmla="*/ 59 w 94"/>
                <a:gd name="T29" fmla="*/ 44 h 121"/>
                <a:gd name="T30" fmla="*/ 32 w 94"/>
                <a:gd name="T31" fmla="*/ 57 h 121"/>
                <a:gd name="T32" fmla="*/ 32 w 94"/>
                <a:gd name="T33" fmla="*/ 0 h 1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94" h="121">
                  <a:moveTo>
                    <a:pt x="32" y="62"/>
                  </a:moveTo>
                  <a:cubicBezTo>
                    <a:pt x="39" y="56"/>
                    <a:pt x="43" y="54"/>
                    <a:pt x="49" y="54"/>
                  </a:cubicBezTo>
                  <a:cubicBezTo>
                    <a:pt x="61" y="54"/>
                    <a:pt x="70" y="66"/>
                    <a:pt x="70" y="84"/>
                  </a:cubicBezTo>
                  <a:cubicBezTo>
                    <a:pt x="70" y="107"/>
                    <a:pt x="59" y="116"/>
                    <a:pt x="43" y="116"/>
                  </a:cubicBezTo>
                  <a:cubicBezTo>
                    <a:pt x="35" y="116"/>
                    <a:pt x="32" y="113"/>
                    <a:pt x="32" y="104"/>
                  </a:cubicBezTo>
                  <a:lnTo>
                    <a:pt x="32" y="62"/>
                  </a:lnTo>
                  <a:close/>
                  <a:moveTo>
                    <a:pt x="32" y="0"/>
                  </a:moveTo>
                  <a:cubicBezTo>
                    <a:pt x="29" y="0"/>
                    <a:pt x="29" y="0"/>
                    <a:pt x="29" y="0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0" y="5"/>
                    <a:pt x="0" y="5"/>
                    <a:pt x="0" y="5"/>
                  </a:cubicBezTo>
                  <a:cubicBezTo>
                    <a:pt x="6" y="6"/>
                    <a:pt x="10" y="10"/>
                    <a:pt x="10" y="16"/>
                  </a:cubicBezTo>
                  <a:cubicBezTo>
                    <a:pt x="10" y="119"/>
                    <a:pt x="10" y="119"/>
                    <a:pt x="10" y="119"/>
                  </a:cubicBezTo>
                  <a:cubicBezTo>
                    <a:pt x="21" y="121"/>
                    <a:pt x="32" y="121"/>
                    <a:pt x="45" y="121"/>
                  </a:cubicBezTo>
                  <a:cubicBezTo>
                    <a:pt x="80" y="121"/>
                    <a:pt x="94" y="103"/>
                    <a:pt x="94" y="81"/>
                  </a:cubicBezTo>
                  <a:cubicBezTo>
                    <a:pt x="94" y="60"/>
                    <a:pt x="79" y="44"/>
                    <a:pt x="59" y="44"/>
                  </a:cubicBezTo>
                  <a:cubicBezTo>
                    <a:pt x="49" y="44"/>
                    <a:pt x="40" y="48"/>
                    <a:pt x="32" y="57"/>
                  </a:cubicBezTo>
                  <a:lnTo>
                    <a:pt x="32" y="0"/>
                  </a:lnTo>
                  <a:close/>
                </a:path>
              </a:pathLst>
            </a:custGeom>
            <a:solidFill>
              <a:srgbClr val="1A144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0" name="Freeform 58"/>
            <p:cNvSpPr>
              <a:spLocks noEditPoints="1"/>
            </p:cNvSpPr>
            <p:nvPr/>
          </p:nvSpPr>
          <p:spPr bwMode="gray">
            <a:xfrm>
              <a:off x="5368926" y="3292475"/>
              <a:ext cx="288925" cy="292100"/>
            </a:xfrm>
            <a:custGeom>
              <a:avLst/>
              <a:gdLst>
                <a:gd name="T0" fmla="*/ 23 w 77"/>
                <a:gd name="T1" fmla="*/ 28 h 77"/>
                <a:gd name="T2" fmla="*/ 38 w 77"/>
                <a:gd name="T3" fmla="*/ 5 h 77"/>
                <a:gd name="T4" fmla="*/ 54 w 77"/>
                <a:gd name="T5" fmla="*/ 28 h 77"/>
                <a:gd name="T6" fmla="*/ 23 w 77"/>
                <a:gd name="T7" fmla="*/ 28 h 77"/>
                <a:gd name="T8" fmla="*/ 77 w 77"/>
                <a:gd name="T9" fmla="*/ 33 h 77"/>
                <a:gd name="T10" fmla="*/ 40 w 77"/>
                <a:gd name="T11" fmla="*/ 0 h 77"/>
                <a:gd name="T12" fmla="*/ 0 w 77"/>
                <a:gd name="T13" fmla="*/ 39 h 77"/>
                <a:gd name="T14" fmla="*/ 39 w 77"/>
                <a:gd name="T15" fmla="*/ 77 h 77"/>
                <a:gd name="T16" fmla="*/ 77 w 77"/>
                <a:gd name="T17" fmla="*/ 53 h 77"/>
                <a:gd name="T18" fmla="*/ 74 w 77"/>
                <a:gd name="T19" fmla="*/ 53 h 77"/>
                <a:gd name="T20" fmla="*/ 48 w 77"/>
                <a:gd name="T21" fmla="*/ 68 h 77"/>
                <a:gd name="T22" fmla="*/ 23 w 77"/>
                <a:gd name="T23" fmla="*/ 33 h 77"/>
                <a:gd name="T24" fmla="*/ 77 w 77"/>
                <a:gd name="T25" fmla="*/ 33 h 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7" h="77">
                  <a:moveTo>
                    <a:pt x="23" y="28"/>
                  </a:moveTo>
                  <a:cubicBezTo>
                    <a:pt x="24" y="14"/>
                    <a:pt x="29" y="5"/>
                    <a:pt x="38" y="5"/>
                  </a:cubicBezTo>
                  <a:cubicBezTo>
                    <a:pt x="47" y="5"/>
                    <a:pt x="53" y="15"/>
                    <a:pt x="54" y="28"/>
                  </a:cubicBezTo>
                  <a:lnTo>
                    <a:pt x="23" y="28"/>
                  </a:lnTo>
                  <a:close/>
                  <a:moveTo>
                    <a:pt x="77" y="33"/>
                  </a:moveTo>
                  <a:cubicBezTo>
                    <a:pt x="75" y="13"/>
                    <a:pt x="60" y="0"/>
                    <a:pt x="40" y="0"/>
                  </a:cubicBezTo>
                  <a:cubicBezTo>
                    <a:pt x="17" y="0"/>
                    <a:pt x="0" y="17"/>
                    <a:pt x="0" y="39"/>
                  </a:cubicBezTo>
                  <a:cubicBezTo>
                    <a:pt x="0" y="61"/>
                    <a:pt x="17" y="77"/>
                    <a:pt x="39" y="77"/>
                  </a:cubicBezTo>
                  <a:cubicBezTo>
                    <a:pt x="56" y="77"/>
                    <a:pt x="71" y="68"/>
                    <a:pt x="77" y="53"/>
                  </a:cubicBezTo>
                  <a:cubicBezTo>
                    <a:pt x="74" y="53"/>
                    <a:pt x="74" y="53"/>
                    <a:pt x="74" y="53"/>
                  </a:cubicBezTo>
                  <a:cubicBezTo>
                    <a:pt x="67" y="63"/>
                    <a:pt x="59" y="68"/>
                    <a:pt x="48" y="68"/>
                  </a:cubicBezTo>
                  <a:cubicBezTo>
                    <a:pt x="35" y="68"/>
                    <a:pt x="22" y="56"/>
                    <a:pt x="23" y="33"/>
                  </a:cubicBezTo>
                  <a:lnTo>
                    <a:pt x="77" y="33"/>
                  </a:lnTo>
                  <a:close/>
                </a:path>
              </a:pathLst>
            </a:custGeom>
            <a:solidFill>
              <a:srgbClr val="1A144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1" name="Freeform 59"/>
            <p:cNvSpPr>
              <a:spLocks/>
            </p:cNvSpPr>
            <p:nvPr/>
          </p:nvSpPr>
          <p:spPr bwMode="gray">
            <a:xfrm>
              <a:off x="5665788" y="3292475"/>
              <a:ext cx="269875" cy="284163"/>
            </a:xfrm>
            <a:custGeom>
              <a:avLst/>
              <a:gdLst>
                <a:gd name="T0" fmla="*/ 67 w 72"/>
                <a:gd name="T1" fmla="*/ 28 h 75"/>
                <a:gd name="T2" fmla="*/ 51 w 72"/>
                <a:gd name="T3" fmla="*/ 19 h 75"/>
                <a:gd name="T4" fmla="*/ 35 w 72"/>
                <a:gd name="T5" fmla="*/ 29 h 75"/>
                <a:gd name="T6" fmla="*/ 35 w 72"/>
                <a:gd name="T7" fmla="*/ 58 h 75"/>
                <a:gd name="T8" fmla="*/ 47 w 72"/>
                <a:gd name="T9" fmla="*/ 71 h 75"/>
                <a:gd name="T10" fmla="*/ 47 w 72"/>
                <a:gd name="T11" fmla="*/ 75 h 75"/>
                <a:gd name="T12" fmla="*/ 2 w 72"/>
                <a:gd name="T13" fmla="*/ 75 h 75"/>
                <a:gd name="T14" fmla="*/ 2 w 72"/>
                <a:gd name="T15" fmla="*/ 71 h 75"/>
                <a:gd name="T16" fmla="*/ 14 w 72"/>
                <a:gd name="T17" fmla="*/ 58 h 75"/>
                <a:gd name="T18" fmla="*/ 14 w 72"/>
                <a:gd name="T19" fmla="*/ 20 h 75"/>
                <a:gd name="T20" fmla="*/ 0 w 72"/>
                <a:gd name="T21" fmla="*/ 6 h 75"/>
                <a:gd name="T22" fmla="*/ 0 w 72"/>
                <a:gd name="T23" fmla="*/ 3 h 75"/>
                <a:gd name="T24" fmla="*/ 32 w 72"/>
                <a:gd name="T25" fmla="*/ 0 h 75"/>
                <a:gd name="T26" fmla="*/ 35 w 72"/>
                <a:gd name="T27" fmla="*/ 0 h 75"/>
                <a:gd name="T28" fmla="*/ 35 w 72"/>
                <a:gd name="T29" fmla="*/ 23 h 75"/>
                <a:gd name="T30" fmla="*/ 35 w 72"/>
                <a:gd name="T31" fmla="*/ 23 h 75"/>
                <a:gd name="T32" fmla="*/ 59 w 72"/>
                <a:gd name="T33" fmla="*/ 0 h 75"/>
                <a:gd name="T34" fmla="*/ 72 w 72"/>
                <a:gd name="T35" fmla="*/ 6 h 75"/>
                <a:gd name="T36" fmla="*/ 67 w 72"/>
                <a:gd name="T37" fmla="*/ 28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2" h="75">
                  <a:moveTo>
                    <a:pt x="67" y="28"/>
                  </a:moveTo>
                  <a:cubicBezTo>
                    <a:pt x="61" y="22"/>
                    <a:pt x="56" y="19"/>
                    <a:pt x="51" y="19"/>
                  </a:cubicBezTo>
                  <a:cubicBezTo>
                    <a:pt x="44" y="19"/>
                    <a:pt x="40" y="21"/>
                    <a:pt x="35" y="29"/>
                  </a:cubicBezTo>
                  <a:cubicBezTo>
                    <a:pt x="35" y="58"/>
                    <a:pt x="35" y="58"/>
                    <a:pt x="35" y="58"/>
                  </a:cubicBezTo>
                  <a:cubicBezTo>
                    <a:pt x="35" y="67"/>
                    <a:pt x="37" y="69"/>
                    <a:pt x="47" y="71"/>
                  </a:cubicBezTo>
                  <a:cubicBezTo>
                    <a:pt x="47" y="75"/>
                    <a:pt x="47" y="75"/>
                    <a:pt x="47" y="75"/>
                  </a:cubicBezTo>
                  <a:cubicBezTo>
                    <a:pt x="2" y="75"/>
                    <a:pt x="2" y="75"/>
                    <a:pt x="2" y="75"/>
                  </a:cubicBezTo>
                  <a:cubicBezTo>
                    <a:pt x="2" y="71"/>
                    <a:pt x="2" y="71"/>
                    <a:pt x="2" y="71"/>
                  </a:cubicBezTo>
                  <a:cubicBezTo>
                    <a:pt x="11" y="69"/>
                    <a:pt x="14" y="66"/>
                    <a:pt x="14" y="58"/>
                  </a:cubicBezTo>
                  <a:cubicBezTo>
                    <a:pt x="14" y="20"/>
                    <a:pt x="14" y="20"/>
                    <a:pt x="14" y="20"/>
                  </a:cubicBezTo>
                  <a:cubicBezTo>
                    <a:pt x="14" y="11"/>
                    <a:pt x="10" y="7"/>
                    <a:pt x="0" y="6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32" y="0"/>
                    <a:pt x="32" y="0"/>
                    <a:pt x="32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35" y="23"/>
                    <a:pt x="35" y="23"/>
                    <a:pt x="35" y="23"/>
                  </a:cubicBezTo>
                  <a:cubicBezTo>
                    <a:pt x="35" y="23"/>
                    <a:pt x="35" y="23"/>
                    <a:pt x="35" y="23"/>
                  </a:cubicBezTo>
                  <a:cubicBezTo>
                    <a:pt x="42" y="7"/>
                    <a:pt x="50" y="0"/>
                    <a:pt x="59" y="0"/>
                  </a:cubicBezTo>
                  <a:cubicBezTo>
                    <a:pt x="64" y="0"/>
                    <a:pt x="68" y="2"/>
                    <a:pt x="72" y="6"/>
                  </a:cubicBezTo>
                  <a:lnTo>
                    <a:pt x="67" y="28"/>
                  </a:lnTo>
                  <a:close/>
                </a:path>
              </a:pathLst>
            </a:custGeom>
            <a:solidFill>
              <a:srgbClr val="1A144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2" name="Freeform 60"/>
            <p:cNvSpPr>
              <a:spLocks/>
            </p:cNvSpPr>
            <p:nvPr/>
          </p:nvSpPr>
          <p:spPr bwMode="gray">
            <a:xfrm>
              <a:off x="5943601" y="3198813"/>
              <a:ext cx="541338" cy="588963"/>
            </a:xfrm>
            <a:custGeom>
              <a:avLst/>
              <a:gdLst>
                <a:gd name="T0" fmla="*/ 114 w 144"/>
                <a:gd name="T1" fmla="*/ 28 h 156"/>
                <a:gd name="T2" fmla="*/ 114 w 144"/>
                <a:gd name="T3" fmla="*/ 31 h 156"/>
                <a:gd name="T4" fmla="*/ 119 w 144"/>
                <a:gd name="T5" fmla="*/ 54 h 156"/>
                <a:gd name="T6" fmla="*/ 109 w 144"/>
                <a:gd name="T7" fmla="*/ 77 h 156"/>
                <a:gd name="T8" fmla="*/ 94 w 144"/>
                <a:gd name="T9" fmla="*/ 46 h 156"/>
                <a:gd name="T10" fmla="*/ 97 w 144"/>
                <a:gd name="T11" fmla="*/ 31 h 156"/>
                <a:gd name="T12" fmla="*/ 97 w 144"/>
                <a:gd name="T13" fmla="*/ 28 h 156"/>
                <a:gd name="T14" fmla="*/ 56 w 144"/>
                <a:gd name="T15" fmla="*/ 28 h 156"/>
                <a:gd name="T16" fmla="*/ 55 w 144"/>
                <a:gd name="T17" fmla="*/ 28 h 156"/>
                <a:gd name="T18" fmla="*/ 34 w 144"/>
                <a:gd name="T19" fmla="*/ 28 h 156"/>
                <a:gd name="T20" fmla="*/ 34 w 144"/>
                <a:gd name="T21" fmla="*/ 0 h 156"/>
                <a:gd name="T22" fmla="*/ 30 w 144"/>
                <a:gd name="T23" fmla="*/ 0 h 156"/>
                <a:gd name="T24" fmla="*/ 0 w 144"/>
                <a:gd name="T25" fmla="*/ 30 h 156"/>
                <a:gd name="T26" fmla="*/ 0 w 144"/>
                <a:gd name="T27" fmla="*/ 34 h 156"/>
                <a:gd name="T28" fmla="*/ 13 w 144"/>
                <a:gd name="T29" fmla="*/ 34 h 156"/>
                <a:gd name="T30" fmla="*/ 13 w 144"/>
                <a:gd name="T31" fmla="*/ 80 h 156"/>
                <a:gd name="T32" fmla="*/ 37 w 144"/>
                <a:gd name="T33" fmla="*/ 102 h 156"/>
                <a:gd name="T34" fmla="*/ 60 w 144"/>
                <a:gd name="T35" fmla="*/ 90 h 156"/>
                <a:gd name="T36" fmla="*/ 58 w 144"/>
                <a:gd name="T37" fmla="*/ 88 h 156"/>
                <a:gd name="T38" fmla="*/ 47 w 144"/>
                <a:gd name="T39" fmla="*/ 93 h 156"/>
                <a:gd name="T40" fmla="*/ 34 w 144"/>
                <a:gd name="T41" fmla="*/ 75 h 156"/>
                <a:gd name="T42" fmla="*/ 34 w 144"/>
                <a:gd name="T43" fmla="*/ 34 h 156"/>
                <a:gd name="T44" fmla="*/ 53 w 144"/>
                <a:gd name="T45" fmla="*/ 34 h 156"/>
                <a:gd name="T46" fmla="*/ 71 w 144"/>
                <a:gd name="T47" fmla="*/ 47 h 156"/>
                <a:gd name="T48" fmla="*/ 97 w 144"/>
                <a:gd name="T49" fmla="*/ 102 h 156"/>
                <a:gd name="T50" fmla="*/ 68 w 144"/>
                <a:gd name="T51" fmla="*/ 136 h 156"/>
                <a:gd name="T52" fmla="*/ 58 w 144"/>
                <a:gd name="T53" fmla="*/ 134 h 156"/>
                <a:gd name="T54" fmla="*/ 54 w 144"/>
                <a:gd name="T55" fmla="*/ 155 h 156"/>
                <a:gd name="T56" fmla="*/ 60 w 144"/>
                <a:gd name="T57" fmla="*/ 156 h 156"/>
                <a:gd name="T58" fmla="*/ 90 w 144"/>
                <a:gd name="T59" fmla="*/ 132 h 156"/>
                <a:gd name="T60" fmla="*/ 127 w 144"/>
                <a:gd name="T61" fmla="*/ 50 h 156"/>
                <a:gd name="T62" fmla="*/ 144 w 144"/>
                <a:gd name="T63" fmla="*/ 31 h 156"/>
                <a:gd name="T64" fmla="*/ 144 w 144"/>
                <a:gd name="T65" fmla="*/ 28 h 156"/>
                <a:gd name="T66" fmla="*/ 114 w 144"/>
                <a:gd name="T67" fmla="*/ 28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144" h="156">
                  <a:moveTo>
                    <a:pt x="114" y="28"/>
                  </a:moveTo>
                  <a:cubicBezTo>
                    <a:pt x="114" y="31"/>
                    <a:pt x="114" y="31"/>
                    <a:pt x="114" y="31"/>
                  </a:cubicBezTo>
                  <a:cubicBezTo>
                    <a:pt x="123" y="33"/>
                    <a:pt x="125" y="39"/>
                    <a:pt x="119" y="54"/>
                  </a:cubicBezTo>
                  <a:cubicBezTo>
                    <a:pt x="109" y="77"/>
                    <a:pt x="109" y="77"/>
                    <a:pt x="109" y="77"/>
                  </a:cubicBezTo>
                  <a:cubicBezTo>
                    <a:pt x="94" y="46"/>
                    <a:pt x="94" y="46"/>
                    <a:pt x="94" y="46"/>
                  </a:cubicBezTo>
                  <a:cubicBezTo>
                    <a:pt x="89" y="37"/>
                    <a:pt x="89" y="32"/>
                    <a:pt x="97" y="31"/>
                  </a:cubicBezTo>
                  <a:cubicBezTo>
                    <a:pt x="97" y="28"/>
                    <a:pt x="97" y="28"/>
                    <a:pt x="97" y="28"/>
                  </a:cubicBezTo>
                  <a:cubicBezTo>
                    <a:pt x="56" y="28"/>
                    <a:pt x="56" y="28"/>
                    <a:pt x="56" y="28"/>
                  </a:cubicBezTo>
                  <a:cubicBezTo>
                    <a:pt x="55" y="28"/>
                    <a:pt x="55" y="28"/>
                    <a:pt x="55" y="28"/>
                  </a:cubicBezTo>
                  <a:cubicBezTo>
                    <a:pt x="34" y="28"/>
                    <a:pt x="34" y="28"/>
                    <a:pt x="34" y="28"/>
                  </a:cubicBezTo>
                  <a:cubicBezTo>
                    <a:pt x="34" y="0"/>
                    <a:pt x="34" y="0"/>
                    <a:pt x="34" y="0"/>
                  </a:cubicBezTo>
                  <a:cubicBezTo>
                    <a:pt x="30" y="0"/>
                    <a:pt x="30" y="0"/>
                    <a:pt x="30" y="0"/>
                  </a:cubicBezTo>
                  <a:cubicBezTo>
                    <a:pt x="20" y="13"/>
                    <a:pt x="9" y="25"/>
                    <a:pt x="0" y="30"/>
                  </a:cubicBezTo>
                  <a:cubicBezTo>
                    <a:pt x="0" y="34"/>
                    <a:pt x="0" y="34"/>
                    <a:pt x="0" y="34"/>
                  </a:cubicBezTo>
                  <a:cubicBezTo>
                    <a:pt x="13" y="34"/>
                    <a:pt x="13" y="34"/>
                    <a:pt x="13" y="34"/>
                  </a:cubicBezTo>
                  <a:cubicBezTo>
                    <a:pt x="13" y="80"/>
                    <a:pt x="13" y="80"/>
                    <a:pt x="13" y="80"/>
                  </a:cubicBezTo>
                  <a:cubicBezTo>
                    <a:pt x="13" y="96"/>
                    <a:pt x="23" y="102"/>
                    <a:pt x="37" y="102"/>
                  </a:cubicBezTo>
                  <a:cubicBezTo>
                    <a:pt x="48" y="102"/>
                    <a:pt x="55" y="99"/>
                    <a:pt x="60" y="90"/>
                  </a:cubicBezTo>
                  <a:cubicBezTo>
                    <a:pt x="58" y="88"/>
                    <a:pt x="58" y="88"/>
                    <a:pt x="58" y="88"/>
                  </a:cubicBezTo>
                  <a:cubicBezTo>
                    <a:pt x="54" y="92"/>
                    <a:pt x="51" y="93"/>
                    <a:pt x="47" y="93"/>
                  </a:cubicBezTo>
                  <a:cubicBezTo>
                    <a:pt x="37" y="93"/>
                    <a:pt x="34" y="87"/>
                    <a:pt x="34" y="75"/>
                  </a:cubicBezTo>
                  <a:cubicBezTo>
                    <a:pt x="34" y="34"/>
                    <a:pt x="34" y="34"/>
                    <a:pt x="34" y="34"/>
                  </a:cubicBezTo>
                  <a:cubicBezTo>
                    <a:pt x="53" y="34"/>
                    <a:pt x="53" y="34"/>
                    <a:pt x="53" y="34"/>
                  </a:cubicBezTo>
                  <a:cubicBezTo>
                    <a:pt x="64" y="34"/>
                    <a:pt x="67" y="38"/>
                    <a:pt x="71" y="47"/>
                  </a:cubicBezTo>
                  <a:cubicBezTo>
                    <a:pt x="97" y="102"/>
                    <a:pt x="97" y="102"/>
                    <a:pt x="97" y="102"/>
                  </a:cubicBezTo>
                  <a:cubicBezTo>
                    <a:pt x="89" y="126"/>
                    <a:pt x="81" y="136"/>
                    <a:pt x="68" y="136"/>
                  </a:cubicBezTo>
                  <a:cubicBezTo>
                    <a:pt x="65" y="136"/>
                    <a:pt x="63" y="135"/>
                    <a:pt x="58" y="134"/>
                  </a:cubicBezTo>
                  <a:cubicBezTo>
                    <a:pt x="54" y="155"/>
                    <a:pt x="54" y="155"/>
                    <a:pt x="54" y="155"/>
                  </a:cubicBezTo>
                  <a:cubicBezTo>
                    <a:pt x="56" y="156"/>
                    <a:pt x="58" y="156"/>
                    <a:pt x="60" y="156"/>
                  </a:cubicBezTo>
                  <a:cubicBezTo>
                    <a:pt x="75" y="156"/>
                    <a:pt x="83" y="150"/>
                    <a:pt x="90" y="132"/>
                  </a:cubicBezTo>
                  <a:cubicBezTo>
                    <a:pt x="127" y="50"/>
                    <a:pt x="127" y="50"/>
                    <a:pt x="127" y="50"/>
                  </a:cubicBezTo>
                  <a:cubicBezTo>
                    <a:pt x="132" y="36"/>
                    <a:pt x="135" y="34"/>
                    <a:pt x="144" y="31"/>
                  </a:cubicBezTo>
                  <a:cubicBezTo>
                    <a:pt x="144" y="28"/>
                    <a:pt x="144" y="28"/>
                    <a:pt x="144" y="28"/>
                  </a:cubicBezTo>
                  <a:lnTo>
                    <a:pt x="114" y="28"/>
                  </a:lnTo>
                  <a:close/>
                </a:path>
              </a:pathLst>
            </a:custGeom>
            <a:solidFill>
              <a:srgbClr val="1A144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3" name="Freeform 61"/>
            <p:cNvSpPr>
              <a:spLocks/>
            </p:cNvSpPr>
            <p:nvPr/>
          </p:nvSpPr>
          <p:spPr bwMode="gray">
            <a:xfrm>
              <a:off x="6594476" y="3157538"/>
              <a:ext cx="619125" cy="419100"/>
            </a:xfrm>
            <a:custGeom>
              <a:avLst/>
              <a:gdLst>
                <a:gd name="T0" fmla="*/ 148 w 165"/>
                <a:gd name="T1" fmla="*/ 91 h 111"/>
                <a:gd name="T2" fmla="*/ 165 w 165"/>
                <a:gd name="T3" fmla="*/ 108 h 111"/>
                <a:gd name="T4" fmla="*/ 165 w 165"/>
                <a:gd name="T5" fmla="*/ 111 h 111"/>
                <a:gd name="T6" fmla="*/ 110 w 165"/>
                <a:gd name="T7" fmla="*/ 111 h 111"/>
                <a:gd name="T8" fmla="*/ 110 w 165"/>
                <a:gd name="T9" fmla="*/ 108 h 111"/>
                <a:gd name="T10" fmla="*/ 122 w 165"/>
                <a:gd name="T11" fmla="*/ 84 h 111"/>
                <a:gd name="T12" fmla="*/ 113 w 165"/>
                <a:gd name="T13" fmla="*/ 20 h 111"/>
                <a:gd name="T14" fmla="*/ 113 w 165"/>
                <a:gd name="T15" fmla="*/ 20 h 111"/>
                <a:gd name="T16" fmla="*/ 77 w 165"/>
                <a:gd name="T17" fmla="*/ 111 h 111"/>
                <a:gd name="T18" fmla="*/ 73 w 165"/>
                <a:gd name="T19" fmla="*/ 111 h 111"/>
                <a:gd name="T20" fmla="*/ 37 w 165"/>
                <a:gd name="T21" fmla="*/ 20 h 111"/>
                <a:gd name="T22" fmla="*/ 37 w 165"/>
                <a:gd name="T23" fmla="*/ 20 h 111"/>
                <a:gd name="T24" fmla="*/ 27 w 165"/>
                <a:gd name="T25" fmla="*/ 85 h 111"/>
                <a:gd name="T26" fmla="*/ 40 w 165"/>
                <a:gd name="T27" fmla="*/ 108 h 111"/>
                <a:gd name="T28" fmla="*/ 40 w 165"/>
                <a:gd name="T29" fmla="*/ 111 h 111"/>
                <a:gd name="T30" fmla="*/ 0 w 165"/>
                <a:gd name="T31" fmla="*/ 111 h 111"/>
                <a:gd name="T32" fmla="*/ 0 w 165"/>
                <a:gd name="T33" fmla="*/ 108 h 111"/>
                <a:gd name="T34" fmla="*/ 20 w 165"/>
                <a:gd name="T35" fmla="*/ 84 h 111"/>
                <a:gd name="T36" fmla="*/ 31 w 165"/>
                <a:gd name="T37" fmla="*/ 11 h 111"/>
                <a:gd name="T38" fmla="*/ 15 w 165"/>
                <a:gd name="T39" fmla="*/ 3 h 111"/>
                <a:gd name="T40" fmla="*/ 15 w 165"/>
                <a:gd name="T41" fmla="*/ 0 h 111"/>
                <a:gd name="T42" fmla="*/ 55 w 165"/>
                <a:gd name="T43" fmla="*/ 0 h 111"/>
                <a:gd name="T44" fmla="*/ 84 w 165"/>
                <a:gd name="T45" fmla="*/ 74 h 111"/>
                <a:gd name="T46" fmla="*/ 113 w 165"/>
                <a:gd name="T47" fmla="*/ 0 h 111"/>
                <a:gd name="T48" fmla="*/ 151 w 165"/>
                <a:gd name="T49" fmla="*/ 0 h 111"/>
                <a:gd name="T50" fmla="*/ 151 w 165"/>
                <a:gd name="T51" fmla="*/ 3 h 111"/>
                <a:gd name="T52" fmla="*/ 138 w 165"/>
                <a:gd name="T53" fmla="*/ 22 h 111"/>
                <a:gd name="T54" fmla="*/ 148 w 165"/>
                <a:gd name="T55" fmla="*/ 91 h 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165" h="111">
                  <a:moveTo>
                    <a:pt x="148" y="91"/>
                  </a:moveTo>
                  <a:cubicBezTo>
                    <a:pt x="150" y="100"/>
                    <a:pt x="154" y="106"/>
                    <a:pt x="165" y="108"/>
                  </a:cubicBezTo>
                  <a:cubicBezTo>
                    <a:pt x="165" y="111"/>
                    <a:pt x="165" y="111"/>
                    <a:pt x="165" y="111"/>
                  </a:cubicBezTo>
                  <a:cubicBezTo>
                    <a:pt x="110" y="111"/>
                    <a:pt x="110" y="111"/>
                    <a:pt x="110" y="111"/>
                  </a:cubicBezTo>
                  <a:cubicBezTo>
                    <a:pt x="110" y="108"/>
                    <a:pt x="110" y="108"/>
                    <a:pt x="110" y="108"/>
                  </a:cubicBezTo>
                  <a:cubicBezTo>
                    <a:pt x="122" y="105"/>
                    <a:pt x="124" y="98"/>
                    <a:pt x="122" y="84"/>
                  </a:cubicBezTo>
                  <a:cubicBezTo>
                    <a:pt x="113" y="20"/>
                    <a:pt x="113" y="20"/>
                    <a:pt x="113" y="20"/>
                  </a:cubicBezTo>
                  <a:cubicBezTo>
                    <a:pt x="113" y="20"/>
                    <a:pt x="113" y="20"/>
                    <a:pt x="113" y="20"/>
                  </a:cubicBezTo>
                  <a:cubicBezTo>
                    <a:pt x="77" y="111"/>
                    <a:pt x="77" y="111"/>
                    <a:pt x="77" y="111"/>
                  </a:cubicBezTo>
                  <a:cubicBezTo>
                    <a:pt x="73" y="111"/>
                    <a:pt x="73" y="111"/>
                    <a:pt x="73" y="111"/>
                  </a:cubicBezTo>
                  <a:cubicBezTo>
                    <a:pt x="37" y="20"/>
                    <a:pt x="37" y="20"/>
                    <a:pt x="37" y="20"/>
                  </a:cubicBezTo>
                  <a:cubicBezTo>
                    <a:pt x="37" y="20"/>
                    <a:pt x="37" y="20"/>
                    <a:pt x="37" y="20"/>
                  </a:cubicBezTo>
                  <a:cubicBezTo>
                    <a:pt x="27" y="85"/>
                    <a:pt x="27" y="85"/>
                    <a:pt x="27" y="85"/>
                  </a:cubicBezTo>
                  <a:cubicBezTo>
                    <a:pt x="25" y="98"/>
                    <a:pt x="28" y="107"/>
                    <a:pt x="40" y="108"/>
                  </a:cubicBezTo>
                  <a:cubicBezTo>
                    <a:pt x="40" y="111"/>
                    <a:pt x="40" y="111"/>
                    <a:pt x="40" y="111"/>
                  </a:cubicBezTo>
                  <a:cubicBezTo>
                    <a:pt x="0" y="111"/>
                    <a:pt x="0" y="111"/>
                    <a:pt x="0" y="111"/>
                  </a:cubicBezTo>
                  <a:cubicBezTo>
                    <a:pt x="0" y="108"/>
                    <a:pt x="0" y="108"/>
                    <a:pt x="0" y="108"/>
                  </a:cubicBezTo>
                  <a:cubicBezTo>
                    <a:pt x="12" y="108"/>
                    <a:pt x="17" y="101"/>
                    <a:pt x="20" y="84"/>
                  </a:cubicBezTo>
                  <a:cubicBezTo>
                    <a:pt x="31" y="11"/>
                    <a:pt x="31" y="11"/>
                    <a:pt x="31" y="11"/>
                  </a:cubicBezTo>
                  <a:cubicBezTo>
                    <a:pt x="26" y="7"/>
                    <a:pt x="20" y="4"/>
                    <a:pt x="15" y="3"/>
                  </a:cubicBezTo>
                  <a:cubicBezTo>
                    <a:pt x="15" y="0"/>
                    <a:pt x="15" y="0"/>
                    <a:pt x="15" y="0"/>
                  </a:cubicBezTo>
                  <a:cubicBezTo>
                    <a:pt x="55" y="0"/>
                    <a:pt x="55" y="0"/>
                    <a:pt x="55" y="0"/>
                  </a:cubicBezTo>
                  <a:cubicBezTo>
                    <a:pt x="84" y="74"/>
                    <a:pt x="84" y="74"/>
                    <a:pt x="84" y="74"/>
                  </a:cubicBezTo>
                  <a:cubicBezTo>
                    <a:pt x="113" y="0"/>
                    <a:pt x="113" y="0"/>
                    <a:pt x="113" y="0"/>
                  </a:cubicBezTo>
                  <a:cubicBezTo>
                    <a:pt x="151" y="0"/>
                    <a:pt x="151" y="0"/>
                    <a:pt x="151" y="0"/>
                  </a:cubicBezTo>
                  <a:cubicBezTo>
                    <a:pt x="151" y="3"/>
                    <a:pt x="151" y="3"/>
                    <a:pt x="151" y="3"/>
                  </a:cubicBezTo>
                  <a:cubicBezTo>
                    <a:pt x="139" y="6"/>
                    <a:pt x="137" y="11"/>
                    <a:pt x="138" y="22"/>
                  </a:cubicBezTo>
                  <a:lnTo>
                    <a:pt x="148" y="91"/>
                  </a:lnTo>
                  <a:close/>
                </a:path>
              </a:pathLst>
            </a:custGeom>
            <a:solidFill>
              <a:srgbClr val="1A144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4" name="Freeform 62"/>
            <p:cNvSpPr>
              <a:spLocks/>
            </p:cNvSpPr>
            <p:nvPr/>
          </p:nvSpPr>
          <p:spPr bwMode="gray">
            <a:xfrm>
              <a:off x="7207251" y="3297238"/>
              <a:ext cx="360363" cy="290513"/>
            </a:xfrm>
            <a:custGeom>
              <a:avLst/>
              <a:gdLst>
                <a:gd name="T0" fmla="*/ 11 w 96"/>
                <a:gd name="T1" fmla="*/ 18 h 77"/>
                <a:gd name="T2" fmla="*/ 0 w 96"/>
                <a:gd name="T3" fmla="*/ 6 h 77"/>
                <a:gd name="T4" fmla="*/ 0 w 96"/>
                <a:gd name="T5" fmla="*/ 3 h 77"/>
                <a:gd name="T6" fmla="*/ 29 w 96"/>
                <a:gd name="T7" fmla="*/ 0 h 77"/>
                <a:gd name="T8" fmla="*/ 32 w 96"/>
                <a:gd name="T9" fmla="*/ 0 h 77"/>
                <a:gd name="T10" fmla="*/ 32 w 96"/>
                <a:gd name="T11" fmla="*/ 53 h 77"/>
                <a:gd name="T12" fmla="*/ 46 w 96"/>
                <a:gd name="T13" fmla="*/ 65 h 77"/>
                <a:gd name="T14" fmla="*/ 63 w 96"/>
                <a:gd name="T15" fmla="*/ 52 h 77"/>
                <a:gd name="T16" fmla="*/ 63 w 96"/>
                <a:gd name="T17" fmla="*/ 17 h 77"/>
                <a:gd name="T18" fmla="*/ 52 w 96"/>
                <a:gd name="T19" fmla="*/ 6 h 77"/>
                <a:gd name="T20" fmla="*/ 52 w 96"/>
                <a:gd name="T21" fmla="*/ 3 h 77"/>
                <a:gd name="T22" fmla="*/ 82 w 96"/>
                <a:gd name="T23" fmla="*/ 0 h 77"/>
                <a:gd name="T24" fmla="*/ 85 w 96"/>
                <a:gd name="T25" fmla="*/ 0 h 77"/>
                <a:gd name="T26" fmla="*/ 85 w 96"/>
                <a:gd name="T27" fmla="*/ 57 h 77"/>
                <a:gd name="T28" fmla="*/ 96 w 96"/>
                <a:gd name="T29" fmla="*/ 71 h 77"/>
                <a:gd name="T30" fmla="*/ 96 w 96"/>
                <a:gd name="T31" fmla="*/ 74 h 77"/>
                <a:gd name="T32" fmla="*/ 63 w 96"/>
                <a:gd name="T33" fmla="*/ 77 h 77"/>
                <a:gd name="T34" fmla="*/ 63 w 96"/>
                <a:gd name="T35" fmla="*/ 60 h 77"/>
                <a:gd name="T36" fmla="*/ 63 w 96"/>
                <a:gd name="T37" fmla="*/ 60 h 77"/>
                <a:gd name="T38" fmla="*/ 35 w 96"/>
                <a:gd name="T39" fmla="*/ 77 h 77"/>
                <a:gd name="T40" fmla="*/ 11 w 96"/>
                <a:gd name="T41" fmla="*/ 55 h 77"/>
                <a:gd name="T42" fmla="*/ 11 w 96"/>
                <a:gd name="T43" fmla="*/ 18 h 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96" h="77">
                  <a:moveTo>
                    <a:pt x="11" y="18"/>
                  </a:moveTo>
                  <a:cubicBezTo>
                    <a:pt x="11" y="10"/>
                    <a:pt x="8" y="7"/>
                    <a:pt x="0" y="6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29" y="0"/>
                    <a:pt x="29" y="0"/>
                    <a:pt x="29" y="0"/>
                  </a:cubicBezTo>
                  <a:cubicBezTo>
                    <a:pt x="32" y="0"/>
                    <a:pt x="32" y="0"/>
                    <a:pt x="32" y="0"/>
                  </a:cubicBezTo>
                  <a:cubicBezTo>
                    <a:pt x="32" y="53"/>
                    <a:pt x="32" y="53"/>
                    <a:pt x="32" y="53"/>
                  </a:cubicBezTo>
                  <a:cubicBezTo>
                    <a:pt x="32" y="61"/>
                    <a:pt x="38" y="65"/>
                    <a:pt x="46" y="65"/>
                  </a:cubicBezTo>
                  <a:cubicBezTo>
                    <a:pt x="53" y="65"/>
                    <a:pt x="57" y="62"/>
                    <a:pt x="63" y="52"/>
                  </a:cubicBezTo>
                  <a:cubicBezTo>
                    <a:pt x="63" y="17"/>
                    <a:pt x="63" y="17"/>
                    <a:pt x="63" y="17"/>
                  </a:cubicBezTo>
                  <a:cubicBezTo>
                    <a:pt x="63" y="11"/>
                    <a:pt x="60" y="7"/>
                    <a:pt x="52" y="6"/>
                  </a:cubicBezTo>
                  <a:cubicBezTo>
                    <a:pt x="52" y="3"/>
                    <a:pt x="52" y="3"/>
                    <a:pt x="52" y="3"/>
                  </a:cubicBezTo>
                  <a:cubicBezTo>
                    <a:pt x="82" y="0"/>
                    <a:pt x="82" y="0"/>
                    <a:pt x="82" y="0"/>
                  </a:cubicBezTo>
                  <a:cubicBezTo>
                    <a:pt x="85" y="0"/>
                    <a:pt x="85" y="0"/>
                    <a:pt x="85" y="0"/>
                  </a:cubicBezTo>
                  <a:cubicBezTo>
                    <a:pt x="85" y="57"/>
                    <a:pt x="85" y="57"/>
                    <a:pt x="85" y="57"/>
                  </a:cubicBezTo>
                  <a:cubicBezTo>
                    <a:pt x="85" y="66"/>
                    <a:pt x="87" y="69"/>
                    <a:pt x="96" y="71"/>
                  </a:cubicBezTo>
                  <a:cubicBezTo>
                    <a:pt x="96" y="74"/>
                    <a:pt x="96" y="74"/>
                    <a:pt x="96" y="74"/>
                  </a:cubicBezTo>
                  <a:cubicBezTo>
                    <a:pt x="63" y="77"/>
                    <a:pt x="63" y="77"/>
                    <a:pt x="63" y="77"/>
                  </a:cubicBezTo>
                  <a:cubicBezTo>
                    <a:pt x="63" y="60"/>
                    <a:pt x="63" y="60"/>
                    <a:pt x="63" y="60"/>
                  </a:cubicBezTo>
                  <a:cubicBezTo>
                    <a:pt x="63" y="60"/>
                    <a:pt x="63" y="60"/>
                    <a:pt x="63" y="60"/>
                  </a:cubicBezTo>
                  <a:cubicBezTo>
                    <a:pt x="55" y="72"/>
                    <a:pt x="46" y="77"/>
                    <a:pt x="35" y="77"/>
                  </a:cubicBezTo>
                  <a:cubicBezTo>
                    <a:pt x="20" y="77"/>
                    <a:pt x="11" y="69"/>
                    <a:pt x="11" y="55"/>
                  </a:cubicBezTo>
                  <a:lnTo>
                    <a:pt x="11" y="18"/>
                  </a:lnTo>
                  <a:close/>
                </a:path>
              </a:pathLst>
            </a:custGeom>
            <a:solidFill>
              <a:srgbClr val="1A144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5" name="Freeform 63"/>
            <p:cNvSpPr>
              <a:spLocks/>
            </p:cNvSpPr>
            <p:nvPr/>
          </p:nvSpPr>
          <p:spPr bwMode="gray">
            <a:xfrm>
              <a:off x="7581901" y="3201988"/>
              <a:ext cx="225425" cy="385763"/>
            </a:xfrm>
            <a:custGeom>
              <a:avLst/>
              <a:gdLst>
                <a:gd name="T0" fmla="*/ 13 w 60"/>
                <a:gd name="T1" fmla="*/ 33 h 102"/>
                <a:gd name="T2" fmla="*/ 0 w 60"/>
                <a:gd name="T3" fmla="*/ 33 h 102"/>
                <a:gd name="T4" fmla="*/ 0 w 60"/>
                <a:gd name="T5" fmla="*/ 30 h 102"/>
                <a:gd name="T6" fmla="*/ 31 w 60"/>
                <a:gd name="T7" fmla="*/ 0 h 102"/>
                <a:gd name="T8" fmla="*/ 34 w 60"/>
                <a:gd name="T9" fmla="*/ 0 h 102"/>
                <a:gd name="T10" fmla="*/ 34 w 60"/>
                <a:gd name="T11" fmla="*/ 28 h 102"/>
                <a:gd name="T12" fmla="*/ 58 w 60"/>
                <a:gd name="T13" fmla="*/ 28 h 102"/>
                <a:gd name="T14" fmla="*/ 58 w 60"/>
                <a:gd name="T15" fmla="*/ 33 h 102"/>
                <a:gd name="T16" fmla="*/ 34 w 60"/>
                <a:gd name="T17" fmla="*/ 33 h 102"/>
                <a:gd name="T18" fmla="*/ 34 w 60"/>
                <a:gd name="T19" fmla="*/ 75 h 102"/>
                <a:gd name="T20" fmla="*/ 47 w 60"/>
                <a:gd name="T21" fmla="*/ 93 h 102"/>
                <a:gd name="T22" fmla="*/ 58 w 60"/>
                <a:gd name="T23" fmla="*/ 87 h 102"/>
                <a:gd name="T24" fmla="*/ 60 w 60"/>
                <a:gd name="T25" fmla="*/ 89 h 102"/>
                <a:gd name="T26" fmla="*/ 37 w 60"/>
                <a:gd name="T27" fmla="*/ 102 h 102"/>
                <a:gd name="T28" fmla="*/ 13 w 60"/>
                <a:gd name="T29" fmla="*/ 79 h 102"/>
                <a:gd name="T30" fmla="*/ 13 w 60"/>
                <a:gd name="T31" fmla="*/ 33 h 1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60" h="102">
                  <a:moveTo>
                    <a:pt x="13" y="33"/>
                  </a:moveTo>
                  <a:cubicBezTo>
                    <a:pt x="0" y="33"/>
                    <a:pt x="0" y="33"/>
                    <a:pt x="0" y="33"/>
                  </a:cubicBezTo>
                  <a:cubicBezTo>
                    <a:pt x="0" y="30"/>
                    <a:pt x="0" y="30"/>
                    <a:pt x="0" y="30"/>
                  </a:cubicBezTo>
                  <a:cubicBezTo>
                    <a:pt x="9" y="24"/>
                    <a:pt x="21" y="13"/>
                    <a:pt x="31" y="0"/>
                  </a:cubicBezTo>
                  <a:cubicBezTo>
                    <a:pt x="34" y="0"/>
                    <a:pt x="34" y="0"/>
                    <a:pt x="34" y="0"/>
                  </a:cubicBezTo>
                  <a:cubicBezTo>
                    <a:pt x="34" y="28"/>
                    <a:pt x="34" y="28"/>
                    <a:pt x="34" y="28"/>
                  </a:cubicBezTo>
                  <a:cubicBezTo>
                    <a:pt x="58" y="28"/>
                    <a:pt x="58" y="28"/>
                    <a:pt x="58" y="28"/>
                  </a:cubicBezTo>
                  <a:cubicBezTo>
                    <a:pt x="58" y="33"/>
                    <a:pt x="58" y="33"/>
                    <a:pt x="58" y="33"/>
                  </a:cubicBezTo>
                  <a:cubicBezTo>
                    <a:pt x="34" y="33"/>
                    <a:pt x="34" y="33"/>
                    <a:pt x="34" y="33"/>
                  </a:cubicBezTo>
                  <a:cubicBezTo>
                    <a:pt x="34" y="75"/>
                    <a:pt x="34" y="75"/>
                    <a:pt x="34" y="75"/>
                  </a:cubicBezTo>
                  <a:cubicBezTo>
                    <a:pt x="34" y="86"/>
                    <a:pt x="37" y="93"/>
                    <a:pt x="47" y="93"/>
                  </a:cubicBezTo>
                  <a:cubicBezTo>
                    <a:pt x="51" y="93"/>
                    <a:pt x="54" y="91"/>
                    <a:pt x="58" y="87"/>
                  </a:cubicBezTo>
                  <a:cubicBezTo>
                    <a:pt x="60" y="89"/>
                    <a:pt x="60" y="89"/>
                    <a:pt x="60" y="89"/>
                  </a:cubicBezTo>
                  <a:cubicBezTo>
                    <a:pt x="55" y="98"/>
                    <a:pt x="48" y="102"/>
                    <a:pt x="37" y="102"/>
                  </a:cubicBezTo>
                  <a:cubicBezTo>
                    <a:pt x="24" y="102"/>
                    <a:pt x="13" y="96"/>
                    <a:pt x="13" y="79"/>
                  </a:cubicBezTo>
                  <a:lnTo>
                    <a:pt x="13" y="33"/>
                  </a:lnTo>
                  <a:close/>
                </a:path>
              </a:pathLst>
            </a:custGeom>
            <a:solidFill>
              <a:srgbClr val="1A144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6" name="Freeform 64"/>
            <p:cNvSpPr>
              <a:spLocks/>
            </p:cNvSpPr>
            <p:nvPr/>
          </p:nvSpPr>
          <p:spPr bwMode="gray">
            <a:xfrm>
              <a:off x="7807326" y="3297238"/>
              <a:ext cx="365125" cy="290513"/>
            </a:xfrm>
            <a:custGeom>
              <a:avLst/>
              <a:gdLst>
                <a:gd name="T0" fmla="*/ 12 w 97"/>
                <a:gd name="T1" fmla="*/ 18 h 77"/>
                <a:gd name="T2" fmla="*/ 0 w 97"/>
                <a:gd name="T3" fmla="*/ 6 h 77"/>
                <a:gd name="T4" fmla="*/ 0 w 97"/>
                <a:gd name="T5" fmla="*/ 3 h 77"/>
                <a:gd name="T6" fmla="*/ 30 w 97"/>
                <a:gd name="T7" fmla="*/ 0 h 77"/>
                <a:gd name="T8" fmla="*/ 33 w 97"/>
                <a:gd name="T9" fmla="*/ 0 h 77"/>
                <a:gd name="T10" fmla="*/ 33 w 97"/>
                <a:gd name="T11" fmla="*/ 53 h 77"/>
                <a:gd name="T12" fmla="*/ 46 w 97"/>
                <a:gd name="T13" fmla="*/ 65 h 77"/>
                <a:gd name="T14" fmla="*/ 64 w 97"/>
                <a:gd name="T15" fmla="*/ 52 h 77"/>
                <a:gd name="T16" fmla="*/ 64 w 97"/>
                <a:gd name="T17" fmla="*/ 17 h 77"/>
                <a:gd name="T18" fmla="*/ 53 w 97"/>
                <a:gd name="T19" fmla="*/ 6 h 77"/>
                <a:gd name="T20" fmla="*/ 53 w 97"/>
                <a:gd name="T21" fmla="*/ 3 h 77"/>
                <a:gd name="T22" fmla="*/ 82 w 97"/>
                <a:gd name="T23" fmla="*/ 0 h 77"/>
                <a:gd name="T24" fmla="*/ 86 w 97"/>
                <a:gd name="T25" fmla="*/ 0 h 77"/>
                <a:gd name="T26" fmla="*/ 86 w 97"/>
                <a:gd name="T27" fmla="*/ 57 h 77"/>
                <a:gd name="T28" fmla="*/ 97 w 97"/>
                <a:gd name="T29" fmla="*/ 71 h 77"/>
                <a:gd name="T30" fmla="*/ 97 w 97"/>
                <a:gd name="T31" fmla="*/ 74 h 77"/>
                <a:gd name="T32" fmla="*/ 64 w 97"/>
                <a:gd name="T33" fmla="*/ 77 h 77"/>
                <a:gd name="T34" fmla="*/ 64 w 97"/>
                <a:gd name="T35" fmla="*/ 60 h 77"/>
                <a:gd name="T36" fmla="*/ 64 w 97"/>
                <a:gd name="T37" fmla="*/ 60 h 77"/>
                <a:gd name="T38" fmla="*/ 35 w 97"/>
                <a:gd name="T39" fmla="*/ 77 h 77"/>
                <a:gd name="T40" fmla="*/ 12 w 97"/>
                <a:gd name="T41" fmla="*/ 55 h 77"/>
                <a:gd name="T42" fmla="*/ 12 w 97"/>
                <a:gd name="T43" fmla="*/ 18 h 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97" h="77">
                  <a:moveTo>
                    <a:pt x="12" y="18"/>
                  </a:moveTo>
                  <a:cubicBezTo>
                    <a:pt x="12" y="10"/>
                    <a:pt x="9" y="7"/>
                    <a:pt x="0" y="6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30" y="0"/>
                    <a:pt x="30" y="0"/>
                    <a:pt x="30" y="0"/>
                  </a:cubicBezTo>
                  <a:cubicBezTo>
                    <a:pt x="33" y="0"/>
                    <a:pt x="33" y="0"/>
                    <a:pt x="33" y="0"/>
                  </a:cubicBezTo>
                  <a:cubicBezTo>
                    <a:pt x="33" y="53"/>
                    <a:pt x="33" y="53"/>
                    <a:pt x="33" y="53"/>
                  </a:cubicBezTo>
                  <a:cubicBezTo>
                    <a:pt x="33" y="61"/>
                    <a:pt x="39" y="65"/>
                    <a:pt x="46" y="65"/>
                  </a:cubicBezTo>
                  <a:cubicBezTo>
                    <a:pt x="54" y="65"/>
                    <a:pt x="58" y="62"/>
                    <a:pt x="64" y="52"/>
                  </a:cubicBezTo>
                  <a:cubicBezTo>
                    <a:pt x="64" y="17"/>
                    <a:pt x="64" y="17"/>
                    <a:pt x="64" y="17"/>
                  </a:cubicBezTo>
                  <a:cubicBezTo>
                    <a:pt x="64" y="11"/>
                    <a:pt x="60" y="7"/>
                    <a:pt x="53" y="6"/>
                  </a:cubicBezTo>
                  <a:cubicBezTo>
                    <a:pt x="53" y="3"/>
                    <a:pt x="53" y="3"/>
                    <a:pt x="53" y="3"/>
                  </a:cubicBezTo>
                  <a:cubicBezTo>
                    <a:pt x="82" y="0"/>
                    <a:pt x="82" y="0"/>
                    <a:pt x="82" y="0"/>
                  </a:cubicBezTo>
                  <a:cubicBezTo>
                    <a:pt x="86" y="0"/>
                    <a:pt x="86" y="0"/>
                    <a:pt x="86" y="0"/>
                  </a:cubicBezTo>
                  <a:cubicBezTo>
                    <a:pt x="86" y="57"/>
                    <a:pt x="86" y="57"/>
                    <a:pt x="86" y="57"/>
                  </a:cubicBezTo>
                  <a:cubicBezTo>
                    <a:pt x="86" y="66"/>
                    <a:pt x="88" y="69"/>
                    <a:pt x="97" y="71"/>
                  </a:cubicBezTo>
                  <a:cubicBezTo>
                    <a:pt x="97" y="74"/>
                    <a:pt x="97" y="74"/>
                    <a:pt x="97" y="74"/>
                  </a:cubicBezTo>
                  <a:cubicBezTo>
                    <a:pt x="64" y="77"/>
                    <a:pt x="64" y="77"/>
                    <a:pt x="64" y="77"/>
                  </a:cubicBezTo>
                  <a:cubicBezTo>
                    <a:pt x="64" y="60"/>
                    <a:pt x="64" y="60"/>
                    <a:pt x="64" y="60"/>
                  </a:cubicBezTo>
                  <a:cubicBezTo>
                    <a:pt x="64" y="60"/>
                    <a:pt x="64" y="60"/>
                    <a:pt x="64" y="60"/>
                  </a:cubicBezTo>
                  <a:cubicBezTo>
                    <a:pt x="56" y="72"/>
                    <a:pt x="47" y="77"/>
                    <a:pt x="35" y="77"/>
                  </a:cubicBezTo>
                  <a:cubicBezTo>
                    <a:pt x="21" y="77"/>
                    <a:pt x="12" y="69"/>
                    <a:pt x="12" y="55"/>
                  </a:cubicBezTo>
                  <a:lnTo>
                    <a:pt x="12" y="18"/>
                  </a:lnTo>
                  <a:close/>
                </a:path>
              </a:pathLst>
            </a:custGeom>
            <a:solidFill>
              <a:srgbClr val="1A144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7" name="Freeform 65"/>
            <p:cNvSpPr>
              <a:spLocks noEditPoints="1"/>
            </p:cNvSpPr>
            <p:nvPr/>
          </p:nvSpPr>
          <p:spPr bwMode="gray">
            <a:xfrm>
              <a:off x="8183563" y="3297238"/>
              <a:ext cx="304800" cy="290513"/>
            </a:xfrm>
            <a:custGeom>
              <a:avLst/>
              <a:gdLst>
                <a:gd name="T0" fmla="*/ 46 w 81"/>
                <a:gd name="T1" fmla="*/ 62 h 77"/>
                <a:gd name="T2" fmla="*/ 33 w 81"/>
                <a:gd name="T3" fmla="*/ 69 h 77"/>
                <a:gd name="T4" fmla="*/ 23 w 81"/>
                <a:gd name="T5" fmla="*/ 56 h 77"/>
                <a:gd name="T6" fmla="*/ 46 w 81"/>
                <a:gd name="T7" fmla="*/ 35 h 77"/>
                <a:gd name="T8" fmla="*/ 46 w 81"/>
                <a:gd name="T9" fmla="*/ 62 h 77"/>
                <a:gd name="T10" fmla="*/ 68 w 81"/>
                <a:gd name="T11" fmla="*/ 27 h 77"/>
                <a:gd name="T12" fmla="*/ 36 w 81"/>
                <a:gd name="T13" fmla="*/ 0 h 77"/>
                <a:gd name="T14" fmla="*/ 4 w 81"/>
                <a:gd name="T15" fmla="*/ 24 h 77"/>
                <a:gd name="T16" fmla="*/ 7 w 81"/>
                <a:gd name="T17" fmla="*/ 24 h 77"/>
                <a:gd name="T18" fmla="*/ 28 w 81"/>
                <a:gd name="T19" fmla="*/ 12 h 77"/>
                <a:gd name="T20" fmla="*/ 46 w 81"/>
                <a:gd name="T21" fmla="*/ 31 h 77"/>
                <a:gd name="T22" fmla="*/ 0 w 81"/>
                <a:gd name="T23" fmla="*/ 58 h 77"/>
                <a:gd name="T24" fmla="*/ 22 w 81"/>
                <a:gd name="T25" fmla="*/ 77 h 77"/>
                <a:gd name="T26" fmla="*/ 44 w 81"/>
                <a:gd name="T27" fmla="*/ 69 h 77"/>
                <a:gd name="T28" fmla="*/ 46 w 81"/>
                <a:gd name="T29" fmla="*/ 67 h 77"/>
                <a:gd name="T30" fmla="*/ 63 w 81"/>
                <a:gd name="T31" fmla="*/ 77 h 77"/>
                <a:gd name="T32" fmla="*/ 81 w 81"/>
                <a:gd name="T33" fmla="*/ 63 h 77"/>
                <a:gd name="T34" fmla="*/ 78 w 81"/>
                <a:gd name="T35" fmla="*/ 63 h 77"/>
                <a:gd name="T36" fmla="*/ 72 w 81"/>
                <a:gd name="T37" fmla="*/ 70 h 77"/>
                <a:gd name="T38" fmla="*/ 68 w 81"/>
                <a:gd name="T39" fmla="*/ 60 h 77"/>
                <a:gd name="T40" fmla="*/ 68 w 81"/>
                <a:gd name="T41" fmla="*/ 27 h 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81" h="77">
                  <a:moveTo>
                    <a:pt x="46" y="62"/>
                  </a:moveTo>
                  <a:cubicBezTo>
                    <a:pt x="41" y="67"/>
                    <a:pt x="37" y="69"/>
                    <a:pt x="33" y="69"/>
                  </a:cubicBezTo>
                  <a:cubicBezTo>
                    <a:pt x="27" y="69"/>
                    <a:pt x="23" y="64"/>
                    <a:pt x="23" y="56"/>
                  </a:cubicBezTo>
                  <a:cubicBezTo>
                    <a:pt x="23" y="47"/>
                    <a:pt x="28" y="42"/>
                    <a:pt x="46" y="35"/>
                  </a:cubicBezTo>
                  <a:lnTo>
                    <a:pt x="46" y="62"/>
                  </a:lnTo>
                  <a:close/>
                  <a:moveTo>
                    <a:pt x="68" y="27"/>
                  </a:moveTo>
                  <a:cubicBezTo>
                    <a:pt x="68" y="7"/>
                    <a:pt x="52" y="0"/>
                    <a:pt x="36" y="0"/>
                  </a:cubicBezTo>
                  <a:cubicBezTo>
                    <a:pt x="19" y="0"/>
                    <a:pt x="8" y="9"/>
                    <a:pt x="4" y="24"/>
                  </a:cubicBezTo>
                  <a:cubicBezTo>
                    <a:pt x="7" y="24"/>
                    <a:pt x="7" y="24"/>
                    <a:pt x="7" y="24"/>
                  </a:cubicBezTo>
                  <a:cubicBezTo>
                    <a:pt x="12" y="16"/>
                    <a:pt x="19" y="12"/>
                    <a:pt x="28" y="12"/>
                  </a:cubicBezTo>
                  <a:cubicBezTo>
                    <a:pt x="41" y="12"/>
                    <a:pt x="46" y="18"/>
                    <a:pt x="46" y="31"/>
                  </a:cubicBezTo>
                  <a:cubicBezTo>
                    <a:pt x="29" y="37"/>
                    <a:pt x="0" y="39"/>
                    <a:pt x="0" y="58"/>
                  </a:cubicBezTo>
                  <a:cubicBezTo>
                    <a:pt x="0" y="69"/>
                    <a:pt x="10" y="77"/>
                    <a:pt x="22" y="77"/>
                  </a:cubicBezTo>
                  <a:cubicBezTo>
                    <a:pt x="31" y="77"/>
                    <a:pt x="37" y="75"/>
                    <a:pt x="44" y="69"/>
                  </a:cubicBezTo>
                  <a:cubicBezTo>
                    <a:pt x="46" y="67"/>
                    <a:pt x="46" y="67"/>
                    <a:pt x="46" y="67"/>
                  </a:cubicBezTo>
                  <a:cubicBezTo>
                    <a:pt x="50" y="74"/>
                    <a:pt x="55" y="77"/>
                    <a:pt x="63" y="77"/>
                  </a:cubicBezTo>
                  <a:cubicBezTo>
                    <a:pt x="74" y="77"/>
                    <a:pt x="80" y="72"/>
                    <a:pt x="81" y="63"/>
                  </a:cubicBezTo>
                  <a:cubicBezTo>
                    <a:pt x="78" y="63"/>
                    <a:pt x="78" y="63"/>
                    <a:pt x="78" y="63"/>
                  </a:cubicBezTo>
                  <a:cubicBezTo>
                    <a:pt x="77" y="68"/>
                    <a:pt x="75" y="70"/>
                    <a:pt x="72" y="70"/>
                  </a:cubicBezTo>
                  <a:cubicBezTo>
                    <a:pt x="69" y="70"/>
                    <a:pt x="68" y="67"/>
                    <a:pt x="68" y="60"/>
                  </a:cubicBezTo>
                  <a:lnTo>
                    <a:pt x="68" y="27"/>
                  </a:lnTo>
                  <a:close/>
                </a:path>
              </a:pathLst>
            </a:custGeom>
            <a:solidFill>
              <a:srgbClr val="1A144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8" name="Freeform 66"/>
            <p:cNvSpPr>
              <a:spLocks/>
            </p:cNvSpPr>
            <p:nvPr/>
          </p:nvSpPr>
          <p:spPr bwMode="gray">
            <a:xfrm>
              <a:off x="8491538" y="3125788"/>
              <a:ext cx="180975" cy="450850"/>
            </a:xfrm>
            <a:custGeom>
              <a:avLst/>
              <a:gdLst>
                <a:gd name="T0" fmla="*/ 14 w 48"/>
                <a:gd name="T1" fmla="*/ 20 h 119"/>
                <a:gd name="T2" fmla="*/ 0 w 48"/>
                <a:gd name="T3" fmla="*/ 6 h 119"/>
                <a:gd name="T4" fmla="*/ 0 w 48"/>
                <a:gd name="T5" fmla="*/ 3 h 119"/>
                <a:gd name="T6" fmla="*/ 32 w 48"/>
                <a:gd name="T7" fmla="*/ 0 h 119"/>
                <a:gd name="T8" fmla="*/ 35 w 48"/>
                <a:gd name="T9" fmla="*/ 0 h 119"/>
                <a:gd name="T10" fmla="*/ 35 w 48"/>
                <a:gd name="T11" fmla="*/ 102 h 119"/>
                <a:gd name="T12" fmla="*/ 48 w 48"/>
                <a:gd name="T13" fmla="*/ 116 h 119"/>
                <a:gd name="T14" fmla="*/ 48 w 48"/>
                <a:gd name="T15" fmla="*/ 119 h 119"/>
                <a:gd name="T16" fmla="*/ 0 w 48"/>
                <a:gd name="T17" fmla="*/ 119 h 119"/>
                <a:gd name="T18" fmla="*/ 0 w 48"/>
                <a:gd name="T19" fmla="*/ 116 h 119"/>
                <a:gd name="T20" fmla="*/ 14 w 48"/>
                <a:gd name="T21" fmla="*/ 102 h 119"/>
                <a:gd name="T22" fmla="*/ 14 w 48"/>
                <a:gd name="T23" fmla="*/ 20 h 1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48" h="119">
                  <a:moveTo>
                    <a:pt x="14" y="20"/>
                  </a:moveTo>
                  <a:cubicBezTo>
                    <a:pt x="14" y="10"/>
                    <a:pt x="10" y="6"/>
                    <a:pt x="0" y="6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32" y="0"/>
                    <a:pt x="32" y="0"/>
                    <a:pt x="32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35" y="102"/>
                    <a:pt x="35" y="102"/>
                    <a:pt x="35" y="102"/>
                  </a:cubicBezTo>
                  <a:cubicBezTo>
                    <a:pt x="35" y="111"/>
                    <a:pt x="37" y="114"/>
                    <a:pt x="48" y="116"/>
                  </a:cubicBezTo>
                  <a:cubicBezTo>
                    <a:pt x="48" y="119"/>
                    <a:pt x="48" y="119"/>
                    <a:pt x="48" y="119"/>
                  </a:cubicBezTo>
                  <a:cubicBezTo>
                    <a:pt x="0" y="119"/>
                    <a:pt x="0" y="119"/>
                    <a:pt x="0" y="119"/>
                  </a:cubicBezTo>
                  <a:cubicBezTo>
                    <a:pt x="0" y="116"/>
                    <a:pt x="0" y="116"/>
                    <a:pt x="0" y="116"/>
                  </a:cubicBezTo>
                  <a:cubicBezTo>
                    <a:pt x="11" y="114"/>
                    <a:pt x="14" y="111"/>
                    <a:pt x="14" y="102"/>
                  </a:cubicBezTo>
                  <a:lnTo>
                    <a:pt x="14" y="20"/>
                  </a:lnTo>
                  <a:close/>
                </a:path>
              </a:pathLst>
            </a:custGeom>
            <a:solidFill>
              <a:srgbClr val="1A144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9" name="Freeform 67"/>
            <p:cNvSpPr>
              <a:spLocks/>
            </p:cNvSpPr>
            <p:nvPr/>
          </p:nvSpPr>
          <p:spPr bwMode="gray">
            <a:xfrm>
              <a:off x="3387726" y="2736850"/>
              <a:ext cx="981075" cy="1308100"/>
            </a:xfrm>
            <a:custGeom>
              <a:avLst/>
              <a:gdLst>
                <a:gd name="T0" fmla="*/ 258 w 261"/>
                <a:gd name="T1" fmla="*/ 146 h 346"/>
                <a:gd name="T2" fmla="*/ 215 w 261"/>
                <a:gd name="T3" fmla="*/ 141 h 346"/>
                <a:gd name="T4" fmla="*/ 226 w 261"/>
                <a:gd name="T5" fmla="*/ 107 h 346"/>
                <a:gd name="T6" fmla="*/ 203 w 261"/>
                <a:gd name="T7" fmla="*/ 125 h 346"/>
                <a:gd name="T8" fmla="*/ 164 w 261"/>
                <a:gd name="T9" fmla="*/ 101 h 346"/>
                <a:gd name="T10" fmla="*/ 156 w 261"/>
                <a:gd name="T11" fmla="*/ 75 h 346"/>
                <a:gd name="T12" fmla="*/ 150 w 261"/>
                <a:gd name="T13" fmla="*/ 98 h 346"/>
                <a:gd name="T14" fmla="*/ 98 w 261"/>
                <a:gd name="T15" fmla="*/ 105 h 346"/>
                <a:gd name="T16" fmla="*/ 82 w 261"/>
                <a:gd name="T17" fmla="*/ 115 h 346"/>
                <a:gd name="T18" fmla="*/ 82 w 261"/>
                <a:gd name="T19" fmla="*/ 79 h 346"/>
                <a:gd name="T20" fmla="*/ 78 w 261"/>
                <a:gd name="T21" fmla="*/ 53 h 346"/>
                <a:gd name="T22" fmla="*/ 76 w 261"/>
                <a:gd name="T23" fmla="*/ 45 h 346"/>
                <a:gd name="T24" fmla="*/ 71 w 261"/>
                <a:gd name="T25" fmla="*/ 42 h 346"/>
                <a:gd name="T26" fmla="*/ 98 w 261"/>
                <a:gd name="T27" fmla="*/ 16 h 346"/>
                <a:gd name="T28" fmla="*/ 83 w 261"/>
                <a:gd name="T29" fmla="*/ 9 h 346"/>
                <a:gd name="T30" fmla="*/ 68 w 261"/>
                <a:gd name="T31" fmla="*/ 0 h 346"/>
                <a:gd name="T32" fmla="*/ 40 w 261"/>
                <a:gd name="T33" fmla="*/ 3 h 346"/>
                <a:gd name="T34" fmla="*/ 19 w 261"/>
                <a:gd name="T35" fmla="*/ 40 h 346"/>
                <a:gd name="T36" fmla="*/ 6 w 261"/>
                <a:gd name="T37" fmla="*/ 45 h 346"/>
                <a:gd name="T38" fmla="*/ 1 w 261"/>
                <a:gd name="T39" fmla="*/ 69 h 346"/>
                <a:gd name="T40" fmla="*/ 13 w 261"/>
                <a:gd name="T41" fmla="*/ 99 h 346"/>
                <a:gd name="T42" fmla="*/ 16 w 261"/>
                <a:gd name="T43" fmla="*/ 108 h 346"/>
                <a:gd name="T44" fmla="*/ 24 w 261"/>
                <a:gd name="T45" fmla="*/ 124 h 346"/>
                <a:gd name="T46" fmla="*/ 28 w 261"/>
                <a:gd name="T47" fmla="*/ 137 h 346"/>
                <a:gd name="T48" fmla="*/ 34 w 261"/>
                <a:gd name="T49" fmla="*/ 146 h 346"/>
                <a:gd name="T50" fmla="*/ 47 w 261"/>
                <a:gd name="T51" fmla="*/ 148 h 346"/>
                <a:gd name="T52" fmla="*/ 37 w 261"/>
                <a:gd name="T53" fmla="*/ 229 h 346"/>
                <a:gd name="T54" fmla="*/ 73 w 261"/>
                <a:gd name="T55" fmla="*/ 333 h 346"/>
                <a:gd name="T56" fmla="*/ 96 w 261"/>
                <a:gd name="T57" fmla="*/ 311 h 346"/>
                <a:gd name="T58" fmla="*/ 121 w 261"/>
                <a:gd name="T59" fmla="*/ 288 h 346"/>
                <a:gd name="T60" fmla="*/ 123 w 261"/>
                <a:gd name="T61" fmla="*/ 296 h 346"/>
                <a:gd name="T62" fmla="*/ 94 w 261"/>
                <a:gd name="T63" fmla="*/ 346 h 346"/>
                <a:gd name="T64" fmla="*/ 235 w 261"/>
                <a:gd name="T65" fmla="*/ 259 h 346"/>
                <a:gd name="T66" fmla="*/ 231 w 261"/>
                <a:gd name="T67" fmla="*/ 181 h 346"/>
                <a:gd name="T68" fmla="*/ 261 w 261"/>
                <a:gd name="T69" fmla="*/ 146 h 3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261" h="346">
                  <a:moveTo>
                    <a:pt x="261" y="146"/>
                  </a:moveTo>
                  <a:cubicBezTo>
                    <a:pt x="260" y="145"/>
                    <a:pt x="258" y="146"/>
                    <a:pt x="258" y="146"/>
                  </a:cubicBezTo>
                  <a:cubicBezTo>
                    <a:pt x="224" y="158"/>
                    <a:pt x="224" y="158"/>
                    <a:pt x="224" y="158"/>
                  </a:cubicBezTo>
                  <a:cubicBezTo>
                    <a:pt x="222" y="152"/>
                    <a:pt x="219" y="146"/>
                    <a:pt x="215" y="141"/>
                  </a:cubicBezTo>
                  <a:cubicBezTo>
                    <a:pt x="226" y="111"/>
                    <a:pt x="226" y="111"/>
                    <a:pt x="226" y="111"/>
                  </a:cubicBezTo>
                  <a:cubicBezTo>
                    <a:pt x="226" y="111"/>
                    <a:pt x="227" y="108"/>
                    <a:pt x="226" y="107"/>
                  </a:cubicBezTo>
                  <a:cubicBezTo>
                    <a:pt x="225" y="107"/>
                    <a:pt x="223" y="109"/>
                    <a:pt x="223" y="109"/>
                  </a:cubicBezTo>
                  <a:cubicBezTo>
                    <a:pt x="203" y="125"/>
                    <a:pt x="203" y="125"/>
                    <a:pt x="203" y="125"/>
                  </a:cubicBezTo>
                  <a:cubicBezTo>
                    <a:pt x="196" y="117"/>
                    <a:pt x="187" y="110"/>
                    <a:pt x="176" y="105"/>
                  </a:cubicBezTo>
                  <a:cubicBezTo>
                    <a:pt x="173" y="104"/>
                    <a:pt x="169" y="102"/>
                    <a:pt x="164" y="101"/>
                  </a:cubicBezTo>
                  <a:cubicBezTo>
                    <a:pt x="158" y="78"/>
                    <a:pt x="158" y="78"/>
                    <a:pt x="158" y="78"/>
                  </a:cubicBezTo>
                  <a:cubicBezTo>
                    <a:pt x="158" y="78"/>
                    <a:pt x="158" y="75"/>
                    <a:pt x="156" y="75"/>
                  </a:cubicBezTo>
                  <a:cubicBezTo>
                    <a:pt x="155" y="75"/>
                    <a:pt x="154" y="77"/>
                    <a:pt x="154" y="77"/>
                  </a:cubicBezTo>
                  <a:cubicBezTo>
                    <a:pt x="150" y="98"/>
                    <a:pt x="150" y="98"/>
                    <a:pt x="150" y="98"/>
                  </a:cubicBezTo>
                  <a:cubicBezTo>
                    <a:pt x="146" y="98"/>
                    <a:pt x="142" y="97"/>
                    <a:pt x="137" y="97"/>
                  </a:cubicBezTo>
                  <a:cubicBezTo>
                    <a:pt x="122" y="97"/>
                    <a:pt x="109" y="100"/>
                    <a:pt x="98" y="105"/>
                  </a:cubicBezTo>
                  <a:cubicBezTo>
                    <a:pt x="93" y="107"/>
                    <a:pt x="89" y="110"/>
                    <a:pt x="84" y="113"/>
                  </a:cubicBezTo>
                  <a:cubicBezTo>
                    <a:pt x="84" y="113"/>
                    <a:pt x="83" y="114"/>
                    <a:pt x="82" y="115"/>
                  </a:cubicBezTo>
                  <a:cubicBezTo>
                    <a:pt x="78" y="104"/>
                    <a:pt x="75" y="96"/>
                    <a:pt x="74" y="93"/>
                  </a:cubicBezTo>
                  <a:cubicBezTo>
                    <a:pt x="77" y="91"/>
                    <a:pt x="81" y="84"/>
                    <a:pt x="82" y="79"/>
                  </a:cubicBezTo>
                  <a:cubicBezTo>
                    <a:pt x="84" y="72"/>
                    <a:pt x="84" y="68"/>
                    <a:pt x="82" y="63"/>
                  </a:cubicBezTo>
                  <a:cubicBezTo>
                    <a:pt x="81" y="59"/>
                    <a:pt x="78" y="55"/>
                    <a:pt x="78" y="53"/>
                  </a:cubicBezTo>
                  <a:cubicBezTo>
                    <a:pt x="79" y="51"/>
                    <a:pt x="79" y="50"/>
                    <a:pt x="80" y="49"/>
                  </a:cubicBezTo>
                  <a:cubicBezTo>
                    <a:pt x="80" y="46"/>
                    <a:pt x="78" y="45"/>
                    <a:pt x="76" y="45"/>
                  </a:cubicBezTo>
                  <a:cubicBezTo>
                    <a:pt x="74" y="45"/>
                    <a:pt x="73" y="45"/>
                    <a:pt x="71" y="45"/>
                  </a:cubicBezTo>
                  <a:cubicBezTo>
                    <a:pt x="71" y="45"/>
                    <a:pt x="70" y="45"/>
                    <a:pt x="71" y="42"/>
                  </a:cubicBezTo>
                  <a:cubicBezTo>
                    <a:pt x="72" y="38"/>
                    <a:pt x="79" y="36"/>
                    <a:pt x="86" y="34"/>
                  </a:cubicBezTo>
                  <a:cubicBezTo>
                    <a:pt x="94" y="31"/>
                    <a:pt x="98" y="25"/>
                    <a:pt x="98" y="16"/>
                  </a:cubicBezTo>
                  <a:cubicBezTo>
                    <a:pt x="99" y="9"/>
                    <a:pt x="95" y="4"/>
                    <a:pt x="90" y="2"/>
                  </a:cubicBezTo>
                  <a:cubicBezTo>
                    <a:pt x="89" y="4"/>
                    <a:pt x="85" y="8"/>
                    <a:pt x="83" y="9"/>
                  </a:cubicBezTo>
                  <a:cubicBezTo>
                    <a:pt x="80" y="11"/>
                    <a:pt x="76" y="11"/>
                    <a:pt x="74" y="11"/>
                  </a:cubicBezTo>
                  <a:cubicBezTo>
                    <a:pt x="74" y="6"/>
                    <a:pt x="72" y="2"/>
                    <a:pt x="68" y="0"/>
                  </a:cubicBezTo>
                  <a:cubicBezTo>
                    <a:pt x="67" y="2"/>
                    <a:pt x="63" y="5"/>
                    <a:pt x="56" y="5"/>
                  </a:cubicBezTo>
                  <a:cubicBezTo>
                    <a:pt x="50" y="5"/>
                    <a:pt x="49" y="3"/>
                    <a:pt x="40" y="3"/>
                  </a:cubicBezTo>
                  <a:cubicBezTo>
                    <a:pt x="27" y="3"/>
                    <a:pt x="16" y="11"/>
                    <a:pt x="15" y="23"/>
                  </a:cubicBezTo>
                  <a:cubicBezTo>
                    <a:pt x="14" y="30"/>
                    <a:pt x="17" y="36"/>
                    <a:pt x="19" y="40"/>
                  </a:cubicBezTo>
                  <a:cubicBezTo>
                    <a:pt x="17" y="41"/>
                    <a:pt x="14" y="45"/>
                    <a:pt x="13" y="46"/>
                  </a:cubicBezTo>
                  <a:cubicBezTo>
                    <a:pt x="12" y="45"/>
                    <a:pt x="9" y="43"/>
                    <a:pt x="6" y="45"/>
                  </a:cubicBezTo>
                  <a:cubicBezTo>
                    <a:pt x="7" y="47"/>
                    <a:pt x="7" y="49"/>
                    <a:pt x="7" y="51"/>
                  </a:cubicBezTo>
                  <a:cubicBezTo>
                    <a:pt x="6" y="53"/>
                    <a:pt x="1" y="62"/>
                    <a:pt x="1" y="69"/>
                  </a:cubicBezTo>
                  <a:cubicBezTo>
                    <a:pt x="0" y="82"/>
                    <a:pt x="7" y="91"/>
                    <a:pt x="13" y="93"/>
                  </a:cubicBezTo>
                  <a:cubicBezTo>
                    <a:pt x="12" y="95"/>
                    <a:pt x="12" y="97"/>
                    <a:pt x="13" y="99"/>
                  </a:cubicBezTo>
                  <a:cubicBezTo>
                    <a:pt x="13" y="100"/>
                    <a:pt x="14" y="101"/>
                    <a:pt x="17" y="101"/>
                  </a:cubicBezTo>
                  <a:cubicBezTo>
                    <a:pt x="16" y="103"/>
                    <a:pt x="15" y="105"/>
                    <a:pt x="16" y="108"/>
                  </a:cubicBezTo>
                  <a:cubicBezTo>
                    <a:pt x="17" y="111"/>
                    <a:pt x="20" y="115"/>
                    <a:pt x="23" y="115"/>
                  </a:cubicBezTo>
                  <a:cubicBezTo>
                    <a:pt x="23" y="117"/>
                    <a:pt x="24" y="122"/>
                    <a:pt x="24" y="124"/>
                  </a:cubicBezTo>
                  <a:cubicBezTo>
                    <a:pt x="23" y="126"/>
                    <a:pt x="22" y="128"/>
                    <a:pt x="23" y="131"/>
                  </a:cubicBezTo>
                  <a:cubicBezTo>
                    <a:pt x="23" y="134"/>
                    <a:pt x="25" y="137"/>
                    <a:pt x="28" y="137"/>
                  </a:cubicBezTo>
                  <a:cubicBezTo>
                    <a:pt x="28" y="139"/>
                    <a:pt x="29" y="141"/>
                    <a:pt x="30" y="142"/>
                  </a:cubicBezTo>
                  <a:cubicBezTo>
                    <a:pt x="31" y="143"/>
                    <a:pt x="32" y="144"/>
                    <a:pt x="34" y="146"/>
                  </a:cubicBezTo>
                  <a:cubicBezTo>
                    <a:pt x="36" y="147"/>
                    <a:pt x="38" y="148"/>
                    <a:pt x="41" y="148"/>
                  </a:cubicBezTo>
                  <a:cubicBezTo>
                    <a:pt x="43" y="148"/>
                    <a:pt x="46" y="148"/>
                    <a:pt x="47" y="148"/>
                  </a:cubicBezTo>
                  <a:cubicBezTo>
                    <a:pt x="47" y="149"/>
                    <a:pt x="47" y="156"/>
                    <a:pt x="48" y="164"/>
                  </a:cubicBezTo>
                  <a:cubicBezTo>
                    <a:pt x="41" y="183"/>
                    <a:pt x="37" y="205"/>
                    <a:pt x="37" y="229"/>
                  </a:cubicBezTo>
                  <a:cubicBezTo>
                    <a:pt x="37" y="229"/>
                    <a:pt x="37" y="229"/>
                    <a:pt x="37" y="229"/>
                  </a:cubicBezTo>
                  <a:cubicBezTo>
                    <a:pt x="37" y="271"/>
                    <a:pt x="50" y="309"/>
                    <a:pt x="73" y="333"/>
                  </a:cubicBezTo>
                  <a:cubicBezTo>
                    <a:pt x="73" y="333"/>
                    <a:pt x="74" y="335"/>
                    <a:pt x="78" y="338"/>
                  </a:cubicBezTo>
                  <a:cubicBezTo>
                    <a:pt x="78" y="338"/>
                    <a:pt x="85" y="325"/>
                    <a:pt x="96" y="311"/>
                  </a:cubicBezTo>
                  <a:cubicBezTo>
                    <a:pt x="99" y="308"/>
                    <a:pt x="102" y="304"/>
                    <a:pt x="105" y="301"/>
                  </a:cubicBezTo>
                  <a:cubicBezTo>
                    <a:pt x="111" y="296"/>
                    <a:pt x="116" y="292"/>
                    <a:pt x="121" y="288"/>
                  </a:cubicBezTo>
                  <a:cubicBezTo>
                    <a:pt x="135" y="278"/>
                    <a:pt x="152" y="271"/>
                    <a:pt x="167" y="268"/>
                  </a:cubicBezTo>
                  <a:cubicBezTo>
                    <a:pt x="150" y="277"/>
                    <a:pt x="140" y="282"/>
                    <a:pt x="123" y="296"/>
                  </a:cubicBezTo>
                  <a:cubicBezTo>
                    <a:pt x="113" y="305"/>
                    <a:pt x="96" y="320"/>
                    <a:pt x="85" y="342"/>
                  </a:cubicBezTo>
                  <a:cubicBezTo>
                    <a:pt x="87" y="344"/>
                    <a:pt x="91" y="346"/>
                    <a:pt x="94" y="346"/>
                  </a:cubicBezTo>
                  <a:cubicBezTo>
                    <a:pt x="97" y="343"/>
                    <a:pt x="109" y="321"/>
                    <a:pt x="128" y="303"/>
                  </a:cubicBezTo>
                  <a:cubicBezTo>
                    <a:pt x="166" y="267"/>
                    <a:pt x="211" y="259"/>
                    <a:pt x="235" y="259"/>
                  </a:cubicBezTo>
                  <a:cubicBezTo>
                    <a:pt x="236" y="249"/>
                    <a:pt x="237" y="239"/>
                    <a:pt x="237" y="229"/>
                  </a:cubicBezTo>
                  <a:cubicBezTo>
                    <a:pt x="237" y="212"/>
                    <a:pt x="235" y="195"/>
                    <a:pt x="231" y="181"/>
                  </a:cubicBezTo>
                  <a:cubicBezTo>
                    <a:pt x="259" y="149"/>
                    <a:pt x="259" y="149"/>
                    <a:pt x="259" y="149"/>
                  </a:cubicBezTo>
                  <a:cubicBezTo>
                    <a:pt x="259" y="149"/>
                    <a:pt x="261" y="147"/>
                    <a:pt x="261" y="146"/>
                  </a:cubicBezTo>
                </a:path>
              </a:pathLst>
            </a:custGeom>
            <a:solidFill>
              <a:srgbClr val="1A144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0" name="Freeform 68"/>
            <p:cNvSpPr>
              <a:spLocks/>
            </p:cNvSpPr>
            <p:nvPr/>
          </p:nvSpPr>
          <p:spPr bwMode="gray">
            <a:xfrm>
              <a:off x="3505201" y="3119438"/>
              <a:ext cx="82550" cy="117475"/>
            </a:xfrm>
            <a:custGeom>
              <a:avLst/>
              <a:gdLst>
                <a:gd name="T0" fmla="*/ 20 w 22"/>
                <a:gd name="T1" fmla="*/ 31 h 31"/>
                <a:gd name="T2" fmla="*/ 11 w 22"/>
                <a:gd name="T3" fmla="*/ 28 h 31"/>
                <a:gd name="T4" fmla="*/ 1 w 22"/>
                <a:gd name="T5" fmla="*/ 31 h 31"/>
                <a:gd name="T6" fmla="*/ 0 w 22"/>
                <a:gd name="T7" fmla="*/ 26 h 31"/>
                <a:gd name="T8" fmla="*/ 2 w 22"/>
                <a:gd name="T9" fmla="*/ 24 h 31"/>
                <a:gd name="T10" fmla="*/ 1 w 22"/>
                <a:gd name="T11" fmla="*/ 6 h 31"/>
                <a:gd name="T12" fmla="*/ 8 w 22"/>
                <a:gd name="T13" fmla="*/ 2 h 31"/>
                <a:gd name="T14" fmla="*/ 10 w 22"/>
                <a:gd name="T15" fmla="*/ 0 h 31"/>
                <a:gd name="T16" fmla="*/ 17 w 22"/>
                <a:gd name="T17" fmla="*/ 7 h 31"/>
                <a:gd name="T18" fmla="*/ 19 w 22"/>
                <a:gd name="T19" fmla="*/ 15 h 31"/>
                <a:gd name="T20" fmla="*/ 19 w 22"/>
                <a:gd name="T21" fmla="*/ 25 h 31"/>
                <a:gd name="T22" fmla="*/ 21 w 22"/>
                <a:gd name="T23" fmla="*/ 28 h 31"/>
                <a:gd name="T24" fmla="*/ 20 w 22"/>
                <a:gd name="T25" fmla="*/ 31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2" h="31">
                  <a:moveTo>
                    <a:pt x="20" y="31"/>
                  </a:moveTo>
                  <a:cubicBezTo>
                    <a:pt x="19" y="30"/>
                    <a:pt x="14" y="28"/>
                    <a:pt x="11" y="28"/>
                  </a:cubicBezTo>
                  <a:cubicBezTo>
                    <a:pt x="7" y="28"/>
                    <a:pt x="4" y="29"/>
                    <a:pt x="1" y="31"/>
                  </a:cubicBezTo>
                  <a:cubicBezTo>
                    <a:pt x="0" y="30"/>
                    <a:pt x="0" y="28"/>
                    <a:pt x="0" y="26"/>
                  </a:cubicBezTo>
                  <a:cubicBezTo>
                    <a:pt x="1" y="25"/>
                    <a:pt x="2" y="24"/>
                    <a:pt x="2" y="24"/>
                  </a:cubicBezTo>
                  <a:cubicBezTo>
                    <a:pt x="1" y="6"/>
                    <a:pt x="1" y="6"/>
                    <a:pt x="1" y="6"/>
                  </a:cubicBezTo>
                  <a:cubicBezTo>
                    <a:pt x="1" y="6"/>
                    <a:pt x="6" y="3"/>
                    <a:pt x="8" y="2"/>
                  </a:cubicBezTo>
                  <a:cubicBezTo>
                    <a:pt x="9" y="2"/>
                    <a:pt x="10" y="1"/>
                    <a:pt x="10" y="0"/>
                  </a:cubicBezTo>
                  <a:cubicBezTo>
                    <a:pt x="12" y="1"/>
                    <a:pt x="15" y="4"/>
                    <a:pt x="17" y="7"/>
                  </a:cubicBezTo>
                  <a:cubicBezTo>
                    <a:pt x="18" y="9"/>
                    <a:pt x="19" y="12"/>
                    <a:pt x="19" y="15"/>
                  </a:cubicBezTo>
                  <a:cubicBezTo>
                    <a:pt x="20" y="18"/>
                    <a:pt x="20" y="21"/>
                    <a:pt x="19" y="25"/>
                  </a:cubicBezTo>
                  <a:cubicBezTo>
                    <a:pt x="20" y="25"/>
                    <a:pt x="21" y="26"/>
                    <a:pt x="21" y="28"/>
                  </a:cubicBezTo>
                  <a:cubicBezTo>
                    <a:pt x="22" y="29"/>
                    <a:pt x="21" y="30"/>
                    <a:pt x="20" y="31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1" name="Freeform 69"/>
            <p:cNvSpPr>
              <a:spLocks/>
            </p:cNvSpPr>
            <p:nvPr/>
          </p:nvSpPr>
          <p:spPr bwMode="gray">
            <a:xfrm>
              <a:off x="4165601" y="3319463"/>
              <a:ext cx="161925" cy="128588"/>
            </a:xfrm>
            <a:custGeom>
              <a:avLst/>
              <a:gdLst>
                <a:gd name="T0" fmla="*/ 7 w 43"/>
                <a:gd name="T1" fmla="*/ 34 h 34"/>
                <a:gd name="T2" fmla="*/ 0 w 43"/>
                <a:gd name="T3" fmla="*/ 19 h 34"/>
                <a:gd name="T4" fmla="*/ 43 w 43"/>
                <a:gd name="T5" fmla="*/ 0 h 34"/>
                <a:gd name="T6" fmla="*/ 7 w 43"/>
                <a:gd name="T7" fmla="*/ 34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3" h="34">
                  <a:moveTo>
                    <a:pt x="7" y="34"/>
                  </a:moveTo>
                  <a:cubicBezTo>
                    <a:pt x="7" y="30"/>
                    <a:pt x="3" y="21"/>
                    <a:pt x="0" y="19"/>
                  </a:cubicBezTo>
                  <a:cubicBezTo>
                    <a:pt x="43" y="0"/>
                    <a:pt x="43" y="0"/>
                    <a:pt x="43" y="0"/>
                  </a:cubicBezTo>
                  <a:lnTo>
                    <a:pt x="7" y="3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2" name="Freeform 70"/>
            <p:cNvSpPr>
              <a:spLocks/>
            </p:cNvSpPr>
            <p:nvPr/>
          </p:nvSpPr>
          <p:spPr bwMode="gray">
            <a:xfrm>
              <a:off x="3756026" y="3179763"/>
              <a:ext cx="136525" cy="166688"/>
            </a:xfrm>
            <a:custGeom>
              <a:avLst/>
              <a:gdLst>
                <a:gd name="T0" fmla="*/ 0 w 36"/>
                <a:gd name="T1" fmla="*/ 0 h 44"/>
                <a:gd name="T2" fmla="*/ 36 w 36"/>
                <a:gd name="T3" fmla="*/ 33 h 44"/>
                <a:gd name="T4" fmla="*/ 26 w 36"/>
                <a:gd name="T5" fmla="*/ 44 h 44"/>
                <a:gd name="T6" fmla="*/ 0 w 36"/>
                <a:gd name="T7" fmla="*/ 0 h 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44">
                  <a:moveTo>
                    <a:pt x="0" y="0"/>
                  </a:moveTo>
                  <a:cubicBezTo>
                    <a:pt x="36" y="33"/>
                    <a:pt x="36" y="33"/>
                    <a:pt x="36" y="33"/>
                  </a:cubicBezTo>
                  <a:cubicBezTo>
                    <a:pt x="32" y="35"/>
                    <a:pt x="27" y="40"/>
                    <a:pt x="26" y="44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3" name="Freeform 71"/>
            <p:cNvSpPr>
              <a:spLocks/>
            </p:cNvSpPr>
            <p:nvPr/>
          </p:nvSpPr>
          <p:spPr bwMode="gray">
            <a:xfrm>
              <a:off x="3783013" y="3398838"/>
              <a:ext cx="52388" cy="68263"/>
            </a:xfrm>
            <a:custGeom>
              <a:avLst/>
              <a:gdLst>
                <a:gd name="T0" fmla="*/ 14 w 14"/>
                <a:gd name="T1" fmla="*/ 7 h 18"/>
                <a:gd name="T2" fmla="*/ 12 w 14"/>
                <a:gd name="T3" fmla="*/ 12 h 18"/>
                <a:gd name="T4" fmla="*/ 12 w 14"/>
                <a:gd name="T5" fmla="*/ 18 h 18"/>
                <a:gd name="T6" fmla="*/ 1 w 14"/>
                <a:gd name="T7" fmla="*/ 10 h 18"/>
                <a:gd name="T8" fmla="*/ 0 w 14"/>
                <a:gd name="T9" fmla="*/ 1 h 18"/>
                <a:gd name="T10" fmla="*/ 0 w 14"/>
                <a:gd name="T11" fmla="*/ 0 h 18"/>
                <a:gd name="T12" fmla="*/ 14 w 14"/>
                <a:gd name="T13" fmla="*/ 7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4" h="18">
                  <a:moveTo>
                    <a:pt x="14" y="7"/>
                  </a:moveTo>
                  <a:cubicBezTo>
                    <a:pt x="13" y="9"/>
                    <a:pt x="12" y="10"/>
                    <a:pt x="12" y="12"/>
                  </a:cubicBezTo>
                  <a:cubicBezTo>
                    <a:pt x="11" y="15"/>
                    <a:pt x="12" y="16"/>
                    <a:pt x="12" y="18"/>
                  </a:cubicBezTo>
                  <a:cubicBezTo>
                    <a:pt x="1" y="10"/>
                    <a:pt x="1" y="10"/>
                    <a:pt x="1" y="10"/>
                  </a:cubicBezTo>
                  <a:cubicBezTo>
                    <a:pt x="1" y="8"/>
                    <a:pt x="0" y="3"/>
                    <a:pt x="0" y="1"/>
                  </a:cubicBezTo>
                  <a:cubicBezTo>
                    <a:pt x="0" y="1"/>
                    <a:pt x="0" y="1"/>
                    <a:pt x="0" y="0"/>
                  </a:cubicBezTo>
                  <a:lnTo>
                    <a:pt x="14" y="7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4" name="Freeform 72"/>
            <p:cNvSpPr>
              <a:spLocks/>
            </p:cNvSpPr>
            <p:nvPr/>
          </p:nvSpPr>
          <p:spPr bwMode="gray">
            <a:xfrm>
              <a:off x="3535363" y="3035300"/>
              <a:ext cx="247650" cy="601663"/>
            </a:xfrm>
            <a:custGeom>
              <a:avLst/>
              <a:gdLst>
                <a:gd name="T0" fmla="*/ 19 w 66"/>
                <a:gd name="T1" fmla="*/ 106 h 159"/>
                <a:gd name="T2" fmla="*/ 15 w 66"/>
                <a:gd name="T3" fmla="*/ 36 h 159"/>
                <a:gd name="T4" fmla="*/ 19 w 66"/>
                <a:gd name="T5" fmla="*/ 34 h 159"/>
                <a:gd name="T6" fmla="*/ 19 w 66"/>
                <a:gd name="T7" fmla="*/ 33 h 159"/>
                <a:gd name="T8" fmla="*/ 12 w 66"/>
                <a:gd name="T9" fmla="*/ 30 h 159"/>
                <a:gd name="T10" fmla="*/ 11 w 66"/>
                <a:gd name="T11" fmla="*/ 10 h 159"/>
                <a:gd name="T12" fmla="*/ 3 w 66"/>
                <a:gd name="T13" fmla="*/ 7 h 159"/>
                <a:gd name="T14" fmla="*/ 2 w 66"/>
                <a:gd name="T15" fmla="*/ 0 h 159"/>
                <a:gd name="T16" fmla="*/ 13 w 66"/>
                <a:gd name="T17" fmla="*/ 3 h 159"/>
                <a:gd name="T18" fmla="*/ 17 w 66"/>
                <a:gd name="T19" fmla="*/ 5 h 159"/>
                <a:gd name="T20" fmla="*/ 22 w 66"/>
                <a:gd name="T21" fmla="*/ 7 h 159"/>
                <a:gd name="T22" fmla="*/ 23 w 66"/>
                <a:gd name="T23" fmla="*/ 11 h 159"/>
                <a:gd name="T24" fmla="*/ 57 w 66"/>
                <a:gd name="T25" fmla="*/ 98 h 159"/>
                <a:gd name="T26" fmla="*/ 60 w 66"/>
                <a:gd name="T27" fmla="*/ 114 h 159"/>
                <a:gd name="T28" fmla="*/ 66 w 66"/>
                <a:gd name="T29" fmla="*/ 128 h 159"/>
                <a:gd name="T30" fmla="*/ 48 w 66"/>
                <a:gd name="T31" fmla="*/ 136 h 159"/>
                <a:gd name="T32" fmla="*/ 36 w 66"/>
                <a:gd name="T33" fmla="*/ 159 h 159"/>
                <a:gd name="T34" fmla="*/ 19 w 66"/>
                <a:gd name="T35" fmla="*/ 106 h 1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66" h="159">
                  <a:moveTo>
                    <a:pt x="19" y="106"/>
                  </a:moveTo>
                  <a:cubicBezTo>
                    <a:pt x="19" y="105"/>
                    <a:pt x="15" y="39"/>
                    <a:pt x="15" y="36"/>
                  </a:cubicBezTo>
                  <a:cubicBezTo>
                    <a:pt x="19" y="34"/>
                    <a:pt x="19" y="34"/>
                    <a:pt x="19" y="34"/>
                  </a:cubicBezTo>
                  <a:cubicBezTo>
                    <a:pt x="19" y="33"/>
                    <a:pt x="19" y="33"/>
                    <a:pt x="19" y="33"/>
                  </a:cubicBezTo>
                  <a:cubicBezTo>
                    <a:pt x="16" y="33"/>
                    <a:pt x="13" y="32"/>
                    <a:pt x="12" y="30"/>
                  </a:cubicBezTo>
                  <a:cubicBezTo>
                    <a:pt x="11" y="10"/>
                    <a:pt x="11" y="10"/>
                    <a:pt x="11" y="10"/>
                  </a:cubicBezTo>
                  <a:cubicBezTo>
                    <a:pt x="8" y="10"/>
                    <a:pt x="4" y="9"/>
                    <a:pt x="3" y="7"/>
                  </a:cubicBezTo>
                  <a:cubicBezTo>
                    <a:pt x="1" y="6"/>
                    <a:pt x="0" y="4"/>
                    <a:pt x="2" y="0"/>
                  </a:cubicBezTo>
                  <a:cubicBezTo>
                    <a:pt x="3" y="1"/>
                    <a:pt x="9" y="3"/>
                    <a:pt x="13" y="3"/>
                  </a:cubicBezTo>
                  <a:cubicBezTo>
                    <a:pt x="14" y="3"/>
                    <a:pt x="16" y="5"/>
                    <a:pt x="17" y="5"/>
                  </a:cubicBezTo>
                  <a:cubicBezTo>
                    <a:pt x="18" y="6"/>
                    <a:pt x="21" y="7"/>
                    <a:pt x="22" y="7"/>
                  </a:cubicBezTo>
                  <a:cubicBezTo>
                    <a:pt x="23" y="8"/>
                    <a:pt x="23" y="10"/>
                    <a:pt x="23" y="11"/>
                  </a:cubicBezTo>
                  <a:cubicBezTo>
                    <a:pt x="24" y="12"/>
                    <a:pt x="57" y="97"/>
                    <a:pt x="57" y="98"/>
                  </a:cubicBezTo>
                  <a:cubicBezTo>
                    <a:pt x="58" y="99"/>
                    <a:pt x="60" y="113"/>
                    <a:pt x="60" y="114"/>
                  </a:cubicBezTo>
                  <a:cubicBezTo>
                    <a:pt x="60" y="115"/>
                    <a:pt x="65" y="127"/>
                    <a:pt x="66" y="128"/>
                  </a:cubicBezTo>
                  <a:cubicBezTo>
                    <a:pt x="61" y="128"/>
                    <a:pt x="54" y="130"/>
                    <a:pt x="48" y="136"/>
                  </a:cubicBezTo>
                  <a:cubicBezTo>
                    <a:pt x="43" y="141"/>
                    <a:pt x="38" y="154"/>
                    <a:pt x="36" y="159"/>
                  </a:cubicBezTo>
                  <a:cubicBezTo>
                    <a:pt x="36" y="156"/>
                    <a:pt x="20" y="107"/>
                    <a:pt x="19" y="106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5" name="Freeform 73"/>
            <p:cNvSpPr>
              <a:spLocks/>
            </p:cNvSpPr>
            <p:nvPr/>
          </p:nvSpPr>
          <p:spPr bwMode="gray">
            <a:xfrm>
              <a:off x="3673476" y="3535363"/>
              <a:ext cx="206375" cy="407988"/>
            </a:xfrm>
            <a:custGeom>
              <a:avLst/>
              <a:gdLst>
                <a:gd name="T0" fmla="*/ 24 w 55"/>
                <a:gd name="T1" fmla="*/ 55 h 108"/>
                <a:gd name="T2" fmla="*/ 14 w 55"/>
                <a:gd name="T3" fmla="*/ 88 h 108"/>
                <a:gd name="T4" fmla="*/ 0 w 55"/>
                <a:gd name="T5" fmla="*/ 108 h 108"/>
                <a:gd name="T6" fmla="*/ 5 w 55"/>
                <a:gd name="T7" fmla="*/ 73 h 108"/>
                <a:gd name="T8" fmla="*/ 5 w 55"/>
                <a:gd name="T9" fmla="*/ 36 h 108"/>
                <a:gd name="T10" fmla="*/ 19 w 55"/>
                <a:gd name="T11" fmla="*/ 9 h 108"/>
                <a:gd name="T12" fmla="*/ 44 w 55"/>
                <a:gd name="T13" fmla="*/ 3 h 108"/>
                <a:gd name="T14" fmla="*/ 55 w 55"/>
                <a:gd name="T15" fmla="*/ 22 h 108"/>
                <a:gd name="T16" fmla="*/ 37 w 55"/>
                <a:gd name="T17" fmla="*/ 26 h 108"/>
                <a:gd name="T18" fmla="*/ 24 w 55"/>
                <a:gd name="T19" fmla="*/ 55 h 1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55" h="108">
                  <a:moveTo>
                    <a:pt x="24" y="55"/>
                  </a:moveTo>
                  <a:cubicBezTo>
                    <a:pt x="22" y="68"/>
                    <a:pt x="19" y="80"/>
                    <a:pt x="14" y="88"/>
                  </a:cubicBezTo>
                  <a:cubicBezTo>
                    <a:pt x="11" y="93"/>
                    <a:pt x="3" y="104"/>
                    <a:pt x="0" y="108"/>
                  </a:cubicBezTo>
                  <a:cubicBezTo>
                    <a:pt x="3" y="101"/>
                    <a:pt x="6" y="85"/>
                    <a:pt x="5" y="73"/>
                  </a:cubicBezTo>
                  <a:cubicBezTo>
                    <a:pt x="5" y="65"/>
                    <a:pt x="3" y="48"/>
                    <a:pt x="5" y="36"/>
                  </a:cubicBezTo>
                  <a:cubicBezTo>
                    <a:pt x="7" y="24"/>
                    <a:pt x="11" y="17"/>
                    <a:pt x="19" y="9"/>
                  </a:cubicBezTo>
                  <a:cubicBezTo>
                    <a:pt x="23" y="5"/>
                    <a:pt x="32" y="0"/>
                    <a:pt x="44" y="3"/>
                  </a:cubicBezTo>
                  <a:cubicBezTo>
                    <a:pt x="55" y="22"/>
                    <a:pt x="55" y="22"/>
                    <a:pt x="55" y="22"/>
                  </a:cubicBezTo>
                  <a:cubicBezTo>
                    <a:pt x="49" y="21"/>
                    <a:pt x="42" y="22"/>
                    <a:pt x="37" y="26"/>
                  </a:cubicBezTo>
                  <a:cubicBezTo>
                    <a:pt x="28" y="33"/>
                    <a:pt x="25" y="42"/>
                    <a:pt x="24" y="55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6" name="Freeform 74"/>
            <p:cNvSpPr>
              <a:spLocks/>
            </p:cNvSpPr>
            <p:nvPr/>
          </p:nvSpPr>
          <p:spPr bwMode="gray">
            <a:xfrm>
              <a:off x="3767138" y="3640138"/>
              <a:ext cx="180975" cy="201613"/>
            </a:xfrm>
            <a:custGeom>
              <a:avLst/>
              <a:gdLst>
                <a:gd name="T0" fmla="*/ 0 w 48"/>
                <a:gd name="T1" fmla="*/ 53 h 53"/>
                <a:gd name="T2" fmla="*/ 6 w 48"/>
                <a:gd name="T3" fmla="*/ 27 h 53"/>
                <a:gd name="T4" fmla="*/ 17 w 48"/>
                <a:gd name="T5" fmla="*/ 3 h 53"/>
                <a:gd name="T6" fmla="*/ 30 w 48"/>
                <a:gd name="T7" fmla="*/ 0 h 53"/>
                <a:gd name="T8" fmla="*/ 41 w 48"/>
                <a:gd name="T9" fmla="*/ 24 h 53"/>
                <a:gd name="T10" fmla="*/ 48 w 48"/>
                <a:gd name="T11" fmla="*/ 27 h 53"/>
                <a:gd name="T12" fmla="*/ 0 w 48"/>
                <a:gd name="T13" fmla="*/ 53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8" h="53">
                  <a:moveTo>
                    <a:pt x="0" y="53"/>
                  </a:moveTo>
                  <a:cubicBezTo>
                    <a:pt x="2" y="48"/>
                    <a:pt x="6" y="32"/>
                    <a:pt x="6" y="27"/>
                  </a:cubicBezTo>
                  <a:cubicBezTo>
                    <a:pt x="8" y="20"/>
                    <a:pt x="9" y="10"/>
                    <a:pt x="17" y="3"/>
                  </a:cubicBezTo>
                  <a:cubicBezTo>
                    <a:pt x="21" y="0"/>
                    <a:pt x="27" y="0"/>
                    <a:pt x="30" y="0"/>
                  </a:cubicBezTo>
                  <a:cubicBezTo>
                    <a:pt x="41" y="24"/>
                    <a:pt x="41" y="24"/>
                    <a:pt x="41" y="24"/>
                  </a:cubicBezTo>
                  <a:cubicBezTo>
                    <a:pt x="42" y="26"/>
                    <a:pt x="45" y="27"/>
                    <a:pt x="48" y="27"/>
                  </a:cubicBezTo>
                  <a:cubicBezTo>
                    <a:pt x="37" y="30"/>
                    <a:pt x="10" y="43"/>
                    <a:pt x="0" y="5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7" name="Freeform 75"/>
            <p:cNvSpPr>
              <a:spLocks/>
            </p:cNvSpPr>
            <p:nvPr/>
          </p:nvSpPr>
          <p:spPr bwMode="gray">
            <a:xfrm>
              <a:off x="4124326" y="3530600"/>
              <a:ext cx="95250" cy="152400"/>
            </a:xfrm>
            <a:custGeom>
              <a:avLst/>
              <a:gdLst>
                <a:gd name="T0" fmla="*/ 2 w 25"/>
                <a:gd name="T1" fmla="*/ 8 h 40"/>
                <a:gd name="T2" fmla="*/ 2 w 25"/>
                <a:gd name="T3" fmla="*/ 16 h 40"/>
                <a:gd name="T4" fmla="*/ 9 w 25"/>
                <a:gd name="T5" fmla="*/ 29 h 40"/>
                <a:gd name="T6" fmla="*/ 14 w 25"/>
                <a:gd name="T7" fmla="*/ 40 h 40"/>
                <a:gd name="T8" fmla="*/ 25 w 25"/>
                <a:gd name="T9" fmla="*/ 40 h 40"/>
                <a:gd name="T10" fmla="*/ 11 w 25"/>
                <a:gd name="T11" fmla="*/ 14 h 40"/>
                <a:gd name="T12" fmla="*/ 11 w 25"/>
                <a:gd name="T13" fmla="*/ 0 h 40"/>
                <a:gd name="T14" fmla="*/ 2 w 25"/>
                <a:gd name="T15" fmla="*/ 8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5" h="40">
                  <a:moveTo>
                    <a:pt x="2" y="8"/>
                  </a:moveTo>
                  <a:cubicBezTo>
                    <a:pt x="0" y="11"/>
                    <a:pt x="1" y="14"/>
                    <a:pt x="2" y="16"/>
                  </a:cubicBezTo>
                  <a:cubicBezTo>
                    <a:pt x="3" y="18"/>
                    <a:pt x="9" y="29"/>
                    <a:pt x="9" y="29"/>
                  </a:cubicBezTo>
                  <a:cubicBezTo>
                    <a:pt x="11" y="34"/>
                    <a:pt x="12" y="36"/>
                    <a:pt x="14" y="40"/>
                  </a:cubicBezTo>
                  <a:cubicBezTo>
                    <a:pt x="17" y="40"/>
                    <a:pt x="21" y="40"/>
                    <a:pt x="25" y="40"/>
                  </a:cubicBezTo>
                  <a:cubicBezTo>
                    <a:pt x="21" y="31"/>
                    <a:pt x="11" y="14"/>
                    <a:pt x="11" y="14"/>
                  </a:cubicBezTo>
                  <a:cubicBezTo>
                    <a:pt x="11" y="0"/>
                    <a:pt x="11" y="0"/>
                    <a:pt x="11" y="0"/>
                  </a:cubicBezTo>
                  <a:cubicBezTo>
                    <a:pt x="8" y="1"/>
                    <a:pt x="4" y="5"/>
                    <a:pt x="2" y="8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8" name="Freeform 76"/>
            <p:cNvSpPr>
              <a:spLocks/>
            </p:cNvSpPr>
            <p:nvPr/>
          </p:nvSpPr>
          <p:spPr bwMode="gray">
            <a:xfrm>
              <a:off x="3948113" y="3065463"/>
              <a:ext cx="68263" cy="223838"/>
            </a:xfrm>
            <a:custGeom>
              <a:avLst/>
              <a:gdLst>
                <a:gd name="T0" fmla="*/ 0 w 18"/>
                <a:gd name="T1" fmla="*/ 57 h 59"/>
                <a:gd name="T2" fmla="*/ 18 w 18"/>
                <a:gd name="T3" fmla="*/ 59 h 59"/>
                <a:gd name="T4" fmla="*/ 8 w 18"/>
                <a:gd name="T5" fmla="*/ 0 h 59"/>
                <a:gd name="T6" fmla="*/ 0 w 18"/>
                <a:gd name="T7" fmla="*/ 57 h 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8" h="59">
                  <a:moveTo>
                    <a:pt x="0" y="57"/>
                  </a:moveTo>
                  <a:cubicBezTo>
                    <a:pt x="5" y="56"/>
                    <a:pt x="15" y="57"/>
                    <a:pt x="18" y="59"/>
                  </a:cubicBezTo>
                  <a:cubicBezTo>
                    <a:pt x="8" y="0"/>
                    <a:pt x="8" y="0"/>
                    <a:pt x="8" y="0"/>
                  </a:cubicBezTo>
                  <a:lnTo>
                    <a:pt x="0" y="57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9" name="Freeform 77"/>
            <p:cNvSpPr>
              <a:spLocks/>
            </p:cNvSpPr>
            <p:nvPr/>
          </p:nvSpPr>
          <p:spPr bwMode="gray">
            <a:xfrm>
              <a:off x="3535363" y="3035300"/>
              <a:ext cx="247650" cy="601663"/>
            </a:xfrm>
            <a:custGeom>
              <a:avLst/>
              <a:gdLst>
                <a:gd name="T0" fmla="*/ 23 w 66"/>
                <a:gd name="T1" fmla="*/ 11 h 159"/>
                <a:gd name="T2" fmla="*/ 22 w 66"/>
                <a:gd name="T3" fmla="*/ 7 h 159"/>
                <a:gd name="T4" fmla="*/ 17 w 66"/>
                <a:gd name="T5" fmla="*/ 5 h 159"/>
                <a:gd name="T6" fmla="*/ 13 w 66"/>
                <a:gd name="T7" fmla="*/ 3 h 159"/>
                <a:gd name="T8" fmla="*/ 2 w 66"/>
                <a:gd name="T9" fmla="*/ 0 h 159"/>
                <a:gd name="T10" fmla="*/ 3 w 66"/>
                <a:gd name="T11" fmla="*/ 7 h 159"/>
                <a:gd name="T12" fmla="*/ 11 w 66"/>
                <a:gd name="T13" fmla="*/ 10 h 159"/>
                <a:gd name="T14" fmla="*/ 12 w 66"/>
                <a:gd name="T15" fmla="*/ 30 h 159"/>
                <a:gd name="T16" fmla="*/ 19 w 66"/>
                <a:gd name="T17" fmla="*/ 33 h 159"/>
                <a:gd name="T18" fmla="*/ 19 w 66"/>
                <a:gd name="T19" fmla="*/ 34 h 159"/>
                <a:gd name="T20" fmla="*/ 15 w 66"/>
                <a:gd name="T21" fmla="*/ 36 h 159"/>
                <a:gd name="T22" fmla="*/ 19 w 66"/>
                <a:gd name="T23" fmla="*/ 106 h 159"/>
                <a:gd name="T24" fmla="*/ 36 w 66"/>
                <a:gd name="T25" fmla="*/ 159 h 159"/>
                <a:gd name="T26" fmla="*/ 48 w 66"/>
                <a:gd name="T27" fmla="*/ 136 h 159"/>
                <a:gd name="T28" fmla="*/ 66 w 66"/>
                <a:gd name="T29" fmla="*/ 128 h 159"/>
                <a:gd name="T30" fmla="*/ 60 w 66"/>
                <a:gd name="T31" fmla="*/ 114 h 159"/>
                <a:gd name="T32" fmla="*/ 57 w 66"/>
                <a:gd name="T33" fmla="*/ 98 h 159"/>
                <a:gd name="T34" fmla="*/ 23 w 66"/>
                <a:gd name="T35" fmla="*/ 11 h 1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66" h="159">
                  <a:moveTo>
                    <a:pt x="23" y="11"/>
                  </a:moveTo>
                  <a:cubicBezTo>
                    <a:pt x="23" y="10"/>
                    <a:pt x="23" y="8"/>
                    <a:pt x="22" y="7"/>
                  </a:cubicBezTo>
                  <a:cubicBezTo>
                    <a:pt x="21" y="7"/>
                    <a:pt x="18" y="6"/>
                    <a:pt x="17" y="5"/>
                  </a:cubicBezTo>
                  <a:cubicBezTo>
                    <a:pt x="16" y="5"/>
                    <a:pt x="14" y="3"/>
                    <a:pt x="13" y="3"/>
                  </a:cubicBezTo>
                  <a:cubicBezTo>
                    <a:pt x="9" y="3"/>
                    <a:pt x="3" y="1"/>
                    <a:pt x="2" y="0"/>
                  </a:cubicBezTo>
                  <a:cubicBezTo>
                    <a:pt x="0" y="4"/>
                    <a:pt x="1" y="6"/>
                    <a:pt x="3" y="7"/>
                  </a:cubicBezTo>
                  <a:cubicBezTo>
                    <a:pt x="4" y="9"/>
                    <a:pt x="8" y="10"/>
                    <a:pt x="11" y="10"/>
                  </a:cubicBezTo>
                  <a:cubicBezTo>
                    <a:pt x="12" y="30"/>
                    <a:pt x="12" y="30"/>
                    <a:pt x="12" y="30"/>
                  </a:cubicBezTo>
                  <a:cubicBezTo>
                    <a:pt x="13" y="32"/>
                    <a:pt x="16" y="33"/>
                    <a:pt x="19" y="33"/>
                  </a:cubicBezTo>
                  <a:cubicBezTo>
                    <a:pt x="19" y="34"/>
                    <a:pt x="19" y="34"/>
                    <a:pt x="19" y="34"/>
                  </a:cubicBezTo>
                  <a:cubicBezTo>
                    <a:pt x="15" y="36"/>
                    <a:pt x="15" y="36"/>
                    <a:pt x="15" y="36"/>
                  </a:cubicBezTo>
                  <a:cubicBezTo>
                    <a:pt x="15" y="39"/>
                    <a:pt x="19" y="105"/>
                    <a:pt x="19" y="106"/>
                  </a:cubicBezTo>
                  <a:cubicBezTo>
                    <a:pt x="20" y="107"/>
                    <a:pt x="36" y="156"/>
                    <a:pt x="36" y="159"/>
                  </a:cubicBezTo>
                  <a:cubicBezTo>
                    <a:pt x="38" y="154"/>
                    <a:pt x="43" y="141"/>
                    <a:pt x="48" y="136"/>
                  </a:cubicBezTo>
                  <a:cubicBezTo>
                    <a:pt x="54" y="130"/>
                    <a:pt x="61" y="128"/>
                    <a:pt x="66" y="128"/>
                  </a:cubicBezTo>
                  <a:cubicBezTo>
                    <a:pt x="65" y="127"/>
                    <a:pt x="60" y="115"/>
                    <a:pt x="60" y="114"/>
                  </a:cubicBezTo>
                  <a:cubicBezTo>
                    <a:pt x="60" y="113"/>
                    <a:pt x="58" y="99"/>
                    <a:pt x="57" y="98"/>
                  </a:cubicBezTo>
                  <a:cubicBezTo>
                    <a:pt x="57" y="97"/>
                    <a:pt x="24" y="12"/>
                    <a:pt x="23" y="11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0" name="Freeform 78"/>
            <p:cNvSpPr>
              <a:spLocks/>
            </p:cNvSpPr>
            <p:nvPr/>
          </p:nvSpPr>
          <p:spPr bwMode="gray">
            <a:xfrm>
              <a:off x="3489326" y="2994025"/>
              <a:ext cx="117475" cy="46038"/>
            </a:xfrm>
            <a:custGeom>
              <a:avLst/>
              <a:gdLst>
                <a:gd name="T0" fmla="*/ 15 w 31"/>
                <a:gd name="T1" fmla="*/ 6 h 12"/>
                <a:gd name="T2" fmla="*/ 30 w 31"/>
                <a:gd name="T3" fmla="*/ 12 h 12"/>
                <a:gd name="T4" fmla="*/ 27 w 31"/>
                <a:gd name="T5" fmla="*/ 3 h 12"/>
                <a:gd name="T6" fmla="*/ 14 w 31"/>
                <a:gd name="T7" fmla="*/ 0 h 12"/>
                <a:gd name="T8" fmla="*/ 3 w 31"/>
                <a:gd name="T9" fmla="*/ 3 h 12"/>
                <a:gd name="T10" fmla="*/ 0 w 31"/>
                <a:gd name="T11" fmla="*/ 11 h 12"/>
                <a:gd name="T12" fmla="*/ 15 w 31"/>
                <a:gd name="T13" fmla="*/ 6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1" h="12">
                  <a:moveTo>
                    <a:pt x="15" y="6"/>
                  </a:moveTo>
                  <a:cubicBezTo>
                    <a:pt x="24" y="6"/>
                    <a:pt x="28" y="10"/>
                    <a:pt x="30" y="12"/>
                  </a:cubicBezTo>
                  <a:cubicBezTo>
                    <a:pt x="31" y="8"/>
                    <a:pt x="30" y="6"/>
                    <a:pt x="27" y="3"/>
                  </a:cubicBezTo>
                  <a:cubicBezTo>
                    <a:pt x="25" y="1"/>
                    <a:pt x="21" y="0"/>
                    <a:pt x="14" y="0"/>
                  </a:cubicBezTo>
                  <a:cubicBezTo>
                    <a:pt x="10" y="0"/>
                    <a:pt x="5" y="1"/>
                    <a:pt x="3" y="3"/>
                  </a:cubicBezTo>
                  <a:cubicBezTo>
                    <a:pt x="0" y="5"/>
                    <a:pt x="0" y="8"/>
                    <a:pt x="0" y="11"/>
                  </a:cubicBezTo>
                  <a:cubicBezTo>
                    <a:pt x="1" y="9"/>
                    <a:pt x="7" y="6"/>
                    <a:pt x="15" y="6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1" name="Freeform 79"/>
            <p:cNvSpPr>
              <a:spLocks/>
            </p:cNvSpPr>
            <p:nvPr/>
          </p:nvSpPr>
          <p:spPr bwMode="gray">
            <a:xfrm>
              <a:off x="3482976" y="2778125"/>
              <a:ext cx="242888" cy="106363"/>
            </a:xfrm>
            <a:custGeom>
              <a:avLst/>
              <a:gdLst>
                <a:gd name="T0" fmla="*/ 0 w 65"/>
                <a:gd name="T1" fmla="*/ 14 h 28"/>
                <a:gd name="T2" fmla="*/ 2 w 65"/>
                <a:gd name="T3" fmla="*/ 24 h 28"/>
                <a:gd name="T4" fmla="*/ 7 w 65"/>
                <a:gd name="T5" fmla="*/ 27 h 28"/>
                <a:gd name="T6" fmla="*/ 17 w 65"/>
                <a:gd name="T7" fmla="*/ 23 h 28"/>
                <a:gd name="T8" fmla="*/ 26 w 65"/>
                <a:gd name="T9" fmla="*/ 28 h 28"/>
                <a:gd name="T10" fmla="*/ 32 w 65"/>
                <a:gd name="T11" fmla="*/ 26 h 28"/>
                <a:gd name="T12" fmla="*/ 36 w 65"/>
                <a:gd name="T13" fmla="*/ 28 h 28"/>
                <a:gd name="T14" fmla="*/ 41 w 65"/>
                <a:gd name="T15" fmla="*/ 22 h 28"/>
                <a:gd name="T16" fmla="*/ 62 w 65"/>
                <a:gd name="T17" fmla="*/ 12 h 28"/>
                <a:gd name="T18" fmla="*/ 65 w 65"/>
                <a:gd name="T19" fmla="*/ 2 h 28"/>
                <a:gd name="T20" fmla="*/ 52 w 65"/>
                <a:gd name="T21" fmla="*/ 8 h 28"/>
                <a:gd name="T22" fmla="*/ 40 w 65"/>
                <a:gd name="T23" fmla="*/ 6 h 28"/>
                <a:gd name="T24" fmla="*/ 41 w 65"/>
                <a:gd name="T25" fmla="*/ 0 h 28"/>
                <a:gd name="T26" fmla="*/ 28 w 65"/>
                <a:gd name="T27" fmla="*/ 2 h 28"/>
                <a:gd name="T28" fmla="*/ 15 w 65"/>
                <a:gd name="T29" fmla="*/ 1 h 28"/>
                <a:gd name="T30" fmla="*/ 0 w 65"/>
                <a:gd name="T31" fmla="*/ 14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65" h="28">
                  <a:moveTo>
                    <a:pt x="0" y="14"/>
                  </a:moveTo>
                  <a:cubicBezTo>
                    <a:pt x="0" y="18"/>
                    <a:pt x="1" y="21"/>
                    <a:pt x="2" y="24"/>
                  </a:cubicBezTo>
                  <a:cubicBezTo>
                    <a:pt x="3" y="25"/>
                    <a:pt x="5" y="27"/>
                    <a:pt x="7" y="27"/>
                  </a:cubicBezTo>
                  <a:cubicBezTo>
                    <a:pt x="9" y="27"/>
                    <a:pt x="12" y="22"/>
                    <a:pt x="17" y="23"/>
                  </a:cubicBezTo>
                  <a:cubicBezTo>
                    <a:pt x="21" y="23"/>
                    <a:pt x="23" y="28"/>
                    <a:pt x="26" y="28"/>
                  </a:cubicBezTo>
                  <a:cubicBezTo>
                    <a:pt x="28" y="28"/>
                    <a:pt x="29" y="26"/>
                    <a:pt x="32" y="26"/>
                  </a:cubicBezTo>
                  <a:cubicBezTo>
                    <a:pt x="34" y="25"/>
                    <a:pt x="34" y="26"/>
                    <a:pt x="36" y="28"/>
                  </a:cubicBezTo>
                  <a:cubicBezTo>
                    <a:pt x="36" y="26"/>
                    <a:pt x="38" y="24"/>
                    <a:pt x="41" y="22"/>
                  </a:cubicBezTo>
                  <a:cubicBezTo>
                    <a:pt x="44" y="19"/>
                    <a:pt x="57" y="17"/>
                    <a:pt x="62" y="12"/>
                  </a:cubicBezTo>
                  <a:cubicBezTo>
                    <a:pt x="65" y="10"/>
                    <a:pt x="65" y="5"/>
                    <a:pt x="65" y="2"/>
                  </a:cubicBezTo>
                  <a:cubicBezTo>
                    <a:pt x="63" y="5"/>
                    <a:pt x="57" y="8"/>
                    <a:pt x="52" y="8"/>
                  </a:cubicBezTo>
                  <a:cubicBezTo>
                    <a:pt x="49" y="9"/>
                    <a:pt x="42" y="7"/>
                    <a:pt x="40" y="6"/>
                  </a:cubicBezTo>
                  <a:cubicBezTo>
                    <a:pt x="41" y="4"/>
                    <a:pt x="42" y="2"/>
                    <a:pt x="41" y="0"/>
                  </a:cubicBezTo>
                  <a:cubicBezTo>
                    <a:pt x="39" y="1"/>
                    <a:pt x="31" y="2"/>
                    <a:pt x="28" y="2"/>
                  </a:cubicBezTo>
                  <a:cubicBezTo>
                    <a:pt x="25" y="2"/>
                    <a:pt x="19" y="1"/>
                    <a:pt x="15" y="1"/>
                  </a:cubicBezTo>
                  <a:cubicBezTo>
                    <a:pt x="5" y="1"/>
                    <a:pt x="0" y="8"/>
                    <a:pt x="0" y="14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2" name="Freeform 80"/>
            <p:cNvSpPr>
              <a:spLocks/>
            </p:cNvSpPr>
            <p:nvPr/>
          </p:nvSpPr>
          <p:spPr bwMode="gray">
            <a:xfrm>
              <a:off x="3422651" y="2895600"/>
              <a:ext cx="247650" cy="125413"/>
            </a:xfrm>
            <a:custGeom>
              <a:avLst/>
              <a:gdLst>
                <a:gd name="T0" fmla="*/ 33 w 66"/>
                <a:gd name="T1" fmla="*/ 14 h 33"/>
                <a:gd name="T2" fmla="*/ 65 w 66"/>
                <a:gd name="T3" fmla="*/ 32 h 33"/>
                <a:gd name="T4" fmla="*/ 65 w 66"/>
                <a:gd name="T5" fmla="*/ 25 h 33"/>
                <a:gd name="T6" fmla="*/ 62 w 66"/>
                <a:gd name="T7" fmla="*/ 15 h 33"/>
                <a:gd name="T8" fmla="*/ 63 w 66"/>
                <a:gd name="T9" fmla="*/ 9 h 33"/>
                <a:gd name="T10" fmla="*/ 55 w 66"/>
                <a:gd name="T11" fmla="*/ 10 h 33"/>
                <a:gd name="T12" fmla="*/ 51 w 66"/>
                <a:gd name="T13" fmla="*/ 3 h 33"/>
                <a:gd name="T14" fmla="*/ 41 w 66"/>
                <a:gd name="T15" fmla="*/ 5 h 33"/>
                <a:gd name="T16" fmla="*/ 33 w 66"/>
                <a:gd name="T17" fmla="*/ 0 h 33"/>
                <a:gd name="T18" fmla="*/ 24 w 66"/>
                <a:gd name="T19" fmla="*/ 5 h 33"/>
                <a:gd name="T20" fmla="*/ 16 w 66"/>
                <a:gd name="T21" fmla="*/ 4 h 33"/>
                <a:gd name="T22" fmla="*/ 13 w 66"/>
                <a:gd name="T23" fmla="*/ 7 h 33"/>
                <a:gd name="T24" fmla="*/ 9 w 66"/>
                <a:gd name="T25" fmla="*/ 10 h 33"/>
                <a:gd name="T26" fmla="*/ 4 w 66"/>
                <a:gd name="T27" fmla="*/ 9 h 33"/>
                <a:gd name="T28" fmla="*/ 4 w 66"/>
                <a:gd name="T29" fmla="*/ 16 h 33"/>
                <a:gd name="T30" fmla="*/ 0 w 66"/>
                <a:gd name="T31" fmla="*/ 26 h 33"/>
                <a:gd name="T32" fmla="*/ 2 w 66"/>
                <a:gd name="T33" fmla="*/ 33 h 33"/>
                <a:gd name="T34" fmla="*/ 33 w 66"/>
                <a:gd name="T35" fmla="*/ 14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66" h="33">
                  <a:moveTo>
                    <a:pt x="33" y="14"/>
                  </a:moveTo>
                  <a:cubicBezTo>
                    <a:pt x="55" y="14"/>
                    <a:pt x="64" y="24"/>
                    <a:pt x="65" y="32"/>
                  </a:cubicBezTo>
                  <a:cubicBezTo>
                    <a:pt x="66" y="30"/>
                    <a:pt x="66" y="28"/>
                    <a:pt x="65" y="25"/>
                  </a:cubicBezTo>
                  <a:cubicBezTo>
                    <a:pt x="65" y="23"/>
                    <a:pt x="62" y="17"/>
                    <a:pt x="62" y="15"/>
                  </a:cubicBezTo>
                  <a:cubicBezTo>
                    <a:pt x="62" y="13"/>
                    <a:pt x="62" y="11"/>
                    <a:pt x="63" y="9"/>
                  </a:cubicBezTo>
                  <a:cubicBezTo>
                    <a:pt x="61" y="10"/>
                    <a:pt x="57" y="12"/>
                    <a:pt x="55" y="10"/>
                  </a:cubicBezTo>
                  <a:cubicBezTo>
                    <a:pt x="52" y="8"/>
                    <a:pt x="54" y="4"/>
                    <a:pt x="51" y="3"/>
                  </a:cubicBezTo>
                  <a:cubicBezTo>
                    <a:pt x="48" y="2"/>
                    <a:pt x="44" y="5"/>
                    <a:pt x="41" y="5"/>
                  </a:cubicBezTo>
                  <a:cubicBezTo>
                    <a:pt x="38" y="4"/>
                    <a:pt x="35" y="0"/>
                    <a:pt x="33" y="0"/>
                  </a:cubicBezTo>
                  <a:cubicBezTo>
                    <a:pt x="29" y="0"/>
                    <a:pt x="28" y="4"/>
                    <a:pt x="24" y="5"/>
                  </a:cubicBezTo>
                  <a:cubicBezTo>
                    <a:pt x="21" y="5"/>
                    <a:pt x="18" y="4"/>
                    <a:pt x="16" y="4"/>
                  </a:cubicBezTo>
                  <a:cubicBezTo>
                    <a:pt x="15" y="4"/>
                    <a:pt x="13" y="5"/>
                    <a:pt x="13" y="7"/>
                  </a:cubicBezTo>
                  <a:cubicBezTo>
                    <a:pt x="12" y="9"/>
                    <a:pt x="11" y="10"/>
                    <a:pt x="9" y="10"/>
                  </a:cubicBezTo>
                  <a:cubicBezTo>
                    <a:pt x="7" y="11"/>
                    <a:pt x="5" y="9"/>
                    <a:pt x="4" y="9"/>
                  </a:cubicBezTo>
                  <a:cubicBezTo>
                    <a:pt x="4" y="10"/>
                    <a:pt x="5" y="14"/>
                    <a:pt x="4" y="16"/>
                  </a:cubicBezTo>
                  <a:cubicBezTo>
                    <a:pt x="3" y="19"/>
                    <a:pt x="1" y="22"/>
                    <a:pt x="0" y="26"/>
                  </a:cubicBezTo>
                  <a:cubicBezTo>
                    <a:pt x="0" y="29"/>
                    <a:pt x="1" y="30"/>
                    <a:pt x="2" y="33"/>
                  </a:cubicBezTo>
                  <a:cubicBezTo>
                    <a:pt x="1" y="21"/>
                    <a:pt x="14" y="14"/>
                    <a:pt x="33" y="14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3" name="Freeform 81"/>
            <p:cNvSpPr>
              <a:spLocks/>
            </p:cNvSpPr>
            <p:nvPr/>
          </p:nvSpPr>
          <p:spPr bwMode="gray">
            <a:xfrm>
              <a:off x="3463926" y="3046413"/>
              <a:ext cx="71438" cy="103188"/>
            </a:xfrm>
            <a:custGeom>
              <a:avLst/>
              <a:gdLst>
                <a:gd name="T0" fmla="*/ 9 w 19"/>
                <a:gd name="T1" fmla="*/ 15 h 27"/>
                <a:gd name="T2" fmla="*/ 2 w 19"/>
                <a:gd name="T3" fmla="*/ 20 h 27"/>
                <a:gd name="T4" fmla="*/ 6 w 19"/>
                <a:gd name="T5" fmla="*/ 27 h 27"/>
                <a:gd name="T6" fmla="*/ 10 w 19"/>
                <a:gd name="T7" fmla="*/ 22 h 27"/>
                <a:gd name="T8" fmla="*/ 13 w 19"/>
                <a:gd name="T9" fmla="*/ 19 h 27"/>
                <a:gd name="T10" fmla="*/ 15 w 19"/>
                <a:gd name="T11" fmla="*/ 17 h 27"/>
                <a:gd name="T12" fmla="*/ 14 w 19"/>
                <a:gd name="T13" fmla="*/ 14 h 27"/>
                <a:gd name="T14" fmla="*/ 18 w 19"/>
                <a:gd name="T15" fmla="*/ 13 h 27"/>
                <a:gd name="T16" fmla="*/ 19 w 19"/>
                <a:gd name="T17" fmla="*/ 10 h 27"/>
                <a:gd name="T18" fmla="*/ 17 w 19"/>
                <a:gd name="T19" fmla="*/ 8 h 27"/>
                <a:gd name="T20" fmla="*/ 11 w 19"/>
                <a:gd name="T21" fmla="*/ 8 h 27"/>
                <a:gd name="T22" fmla="*/ 14 w 19"/>
                <a:gd name="T23" fmla="*/ 6 h 27"/>
                <a:gd name="T24" fmla="*/ 16 w 19"/>
                <a:gd name="T25" fmla="*/ 4 h 27"/>
                <a:gd name="T26" fmla="*/ 15 w 19"/>
                <a:gd name="T27" fmla="*/ 0 h 27"/>
                <a:gd name="T28" fmla="*/ 2 w 19"/>
                <a:gd name="T29" fmla="*/ 6 h 27"/>
                <a:gd name="T30" fmla="*/ 4 w 19"/>
                <a:gd name="T31" fmla="*/ 9 h 27"/>
                <a:gd name="T32" fmla="*/ 1 w 19"/>
                <a:gd name="T33" fmla="*/ 9 h 27"/>
                <a:gd name="T34" fmla="*/ 1 w 19"/>
                <a:gd name="T35" fmla="*/ 16 h 27"/>
                <a:gd name="T36" fmla="*/ 9 w 19"/>
                <a:gd name="T37" fmla="*/ 15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9" h="27">
                  <a:moveTo>
                    <a:pt x="9" y="15"/>
                  </a:moveTo>
                  <a:cubicBezTo>
                    <a:pt x="7" y="16"/>
                    <a:pt x="4" y="18"/>
                    <a:pt x="2" y="20"/>
                  </a:cubicBezTo>
                  <a:cubicBezTo>
                    <a:pt x="3" y="22"/>
                    <a:pt x="5" y="26"/>
                    <a:pt x="6" y="27"/>
                  </a:cubicBezTo>
                  <a:cubicBezTo>
                    <a:pt x="7" y="25"/>
                    <a:pt x="9" y="22"/>
                    <a:pt x="10" y="22"/>
                  </a:cubicBezTo>
                  <a:cubicBezTo>
                    <a:pt x="11" y="21"/>
                    <a:pt x="12" y="20"/>
                    <a:pt x="13" y="19"/>
                  </a:cubicBezTo>
                  <a:cubicBezTo>
                    <a:pt x="15" y="19"/>
                    <a:pt x="15" y="18"/>
                    <a:pt x="15" y="17"/>
                  </a:cubicBezTo>
                  <a:cubicBezTo>
                    <a:pt x="15" y="16"/>
                    <a:pt x="15" y="15"/>
                    <a:pt x="14" y="14"/>
                  </a:cubicBezTo>
                  <a:cubicBezTo>
                    <a:pt x="15" y="14"/>
                    <a:pt x="17" y="14"/>
                    <a:pt x="18" y="13"/>
                  </a:cubicBezTo>
                  <a:cubicBezTo>
                    <a:pt x="19" y="12"/>
                    <a:pt x="19" y="11"/>
                    <a:pt x="19" y="10"/>
                  </a:cubicBezTo>
                  <a:cubicBezTo>
                    <a:pt x="19" y="9"/>
                    <a:pt x="18" y="8"/>
                    <a:pt x="17" y="8"/>
                  </a:cubicBezTo>
                  <a:cubicBezTo>
                    <a:pt x="16" y="8"/>
                    <a:pt x="12" y="8"/>
                    <a:pt x="11" y="8"/>
                  </a:cubicBezTo>
                  <a:cubicBezTo>
                    <a:pt x="11" y="8"/>
                    <a:pt x="13" y="7"/>
                    <a:pt x="14" y="6"/>
                  </a:cubicBezTo>
                  <a:cubicBezTo>
                    <a:pt x="15" y="6"/>
                    <a:pt x="15" y="5"/>
                    <a:pt x="16" y="4"/>
                  </a:cubicBezTo>
                  <a:cubicBezTo>
                    <a:pt x="16" y="4"/>
                    <a:pt x="16" y="2"/>
                    <a:pt x="15" y="0"/>
                  </a:cubicBezTo>
                  <a:cubicBezTo>
                    <a:pt x="11" y="0"/>
                    <a:pt x="4" y="4"/>
                    <a:pt x="2" y="6"/>
                  </a:cubicBezTo>
                  <a:cubicBezTo>
                    <a:pt x="4" y="9"/>
                    <a:pt x="4" y="9"/>
                    <a:pt x="4" y="9"/>
                  </a:cubicBezTo>
                  <a:cubicBezTo>
                    <a:pt x="1" y="9"/>
                    <a:pt x="1" y="9"/>
                    <a:pt x="1" y="9"/>
                  </a:cubicBezTo>
                  <a:cubicBezTo>
                    <a:pt x="0" y="11"/>
                    <a:pt x="1" y="14"/>
                    <a:pt x="1" y="16"/>
                  </a:cubicBezTo>
                  <a:cubicBezTo>
                    <a:pt x="4" y="15"/>
                    <a:pt x="7" y="15"/>
                    <a:pt x="9" y="15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4" name="Freeform 82"/>
            <p:cNvSpPr>
              <a:spLocks noEditPoints="1"/>
            </p:cNvSpPr>
            <p:nvPr/>
          </p:nvSpPr>
          <p:spPr bwMode="gray">
            <a:xfrm>
              <a:off x="3846513" y="3303588"/>
              <a:ext cx="312738" cy="431800"/>
            </a:xfrm>
            <a:custGeom>
              <a:avLst/>
              <a:gdLst>
                <a:gd name="T0" fmla="*/ 64 w 83"/>
                <a:gd name="T1" fmla="*/ 13 h 114"/>
                <a:gd name="T2" fmla="*/ 5 w 83"/>
                <a:gd name="T3" fmla="*/ 19 h 114"/>
                <a:gd name="T4" fmla="*/ 1 w 83"/>
                <a:gd name="T5" fmla="*/ 37 h 114"/>
                <a:gd name="T6" fmla="*/ 6 w 83"/>
                <a:gd name="T7" fmla="*/ 36 h 114"/>
                <a:gd name="T8" fmla="*/ 13 w 83"/>
                <a:gd name="T9" fmla="*/ 36 h 114"/>
                <a:gd name="T10" fmla="*/ 8 w 83"/>
                <a:gd name="T11" fmla="*/ 50 h 114"/>
                <a:gd name="T12" fmla="*/ 15 w 83"/>
                <a:gd name="T13" fmla="*/ 48 h 114"/>
                <a:gd name="T14" fmla="*/ 16 w 83"/>
                <a:gd name="T15" fmla="*/ 62 h 114"/>
                <a:gd name="T16" fmla="*/ 16 w 83"/>
                <a:gd name="T17" fmla="*/ 70 h 114"/>
                <a:gd name="T18" fmla="*/ 20 w 83"/>
                <a:gd name="T19" fmla="*/ 71 h 114"/>
                <a:gd name="T20" fmla="*/ 27 w 83"/>
                <a:gd name="T21" fmla="*/ 75 h 114"/>
                <a:gd name="T22" fmla="*/ 16 w 83"/>
                <a:gd name="T23" fmla="*/ 75 h 114"/>
                <a:gd name="T24" fmla="*/ 22 w 83"/>
                <a:gd name="T25" fmla="*/ 77 h 114"/>
                <a:gd name="T26" fmla="*/ 24 w 83"/>
                <a:gd name="T27" fmla="*/ 80 h 114"/>
                <a:gd name="T28" fmla="*/ 19 w 83"/>
                <a:gd name="T29" fmla="*/ 83 h 114"/>
                <a:gd name="T30" fmla="*/ 26 w 83"/>
                <a:gd name="T31" fmla="*/ 91 h 114"/>
                <a:gd name="T32" fmla="*/ 30 w 83"/>
                <a:gd name="T33" fmla="*/ 100 h 114"/>
                <a:gd name="T34" fmla="*/ 78 w 83"/>
                <a:gd name="T35" fmla="*/ 102 h 114"/>
                <a:gd name="T36" fmla="*/ 63 w 83"/>
                <a:gd name="T37" fmla="*/ 68 h 114"/>
                <a:gd name="T38" fmla="*/ 72 w 83"/>
                <a:gd name="T39" fmla="*/ 61 h 114"/>
                <a:gd name="T40" fmla="*/ 74 w 83"/>
                <a:gd name="T41" fmla="*/ 55 h 114"/>
                <a:gd name="T42" fmla="*/ 70 w 83"/>
                <a:gd name="T43" fmla="*/ 51 h 114"/>
                <a:gd name="T44" fmla="*/ 59 w 83"/>
                <a:gd name="T45" fmla="*/ 50 h 114"/>
                <a:gd name="T46" fmla="*/ 23 w 83"/>
                <a:gd name="T47" fmla="*/ 33 h 114"/>
                <a:gd name="T48" fmla="*/ 12 w 83"/>
                <a:gd name="T49" fmla="*/ 28 h 114"/>
                <a:gd name="T50" fmla="*/ 17 w 83"/>
                <a:gd name="T51" fmla="*/ 29 h 114"/>
                <a:gd name="T52" fmla="*/ 53 w 83"/>
                <a:gd name="T53" fmla="*/ 32 h 114"/>
                <a:gd name="T54" fmla="*/ 78 w 83"/>
                <a:gd name="T55" fmla="*/ 42 h 114"/>
                <a:gd name="T56" fmla="*/ 73 w 83"/>
                <a:gd name="T57" fmla="*/ 26 h 114"/>
                <a:gd name="T58" fmla="*/ 83 w 83"/>
                <a:gd name="T59" fmla="*/ 32 h 114"/>
                <a:gd name="T60" fmla="*/ 29 w 83"/>
                <a:gd name="T61" fmla="*/ 40 h 114"/>
                <a:gd name="T62" fmla="*/ 46 w 83"/>
                <a:gd name="T63" fmla="*/ 47 h 114"/>
                <a:gd name="T64" fmla="*/ 32 w 83"/>
                <a:gd name="T65" fmla="*/ 47 h 114"/>
                <a:gd name="T66" fmla="*/ 29 w 83"/>
                <a:gd name="T67" fmla="*/ 51 h 114"/>
                <a:gd name="T68" fmla="*/ 20 w 83"/>
                <a:gd name="T69" fmla="*/ 47 h 114"/>
                <a:gd name="T70" fmla="*/ 9 w 83"/>
                <a:gd name="T71" fmla="*/ 27 h 114"/>
                <a:gd name="T72" fmla="*/ 18 w 83"/>
                <a:gd name="T73" fmla="*/ 20 h 114"/>
                <a:gd name="T74" fmla="*/ 42 w 83"/>
                <a:gd name="T75" fmla="*/ 20 h 114"/>
                <a:gd name="T76" fmla="*/ 20 w 83"/>
                <a:gd name="T77" fmla="*/ 10 h 114"/>
                <a:gd name="T78" fmla="*/ 43 w 83"/>
                <a:gd name="T79" fmla="*/ 9 h 114"/>
                <a:gd name="T80" fmla="*/ 63 w 83"/>
                <a:gd name="T81" fmla="*/ 30 h 114"/>
                <a:gd name="T82" fmla="*/ 51 w 83"/>
                <a:gd name="T83" fmla="*/ 12 h 114"/>
                <a:gd name="T84" fmla="*/ 63 w 83"/>
                <a:gd name="T85" fmla="*/ 30 h 1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83" h="114">
                  <a:moveTo>
                    <a:pt x="83" y="32"/>
                  </a:moveTo>
                  <a:cubicBezTo>
                    <a:pt x="82" y="30"/>
                    <a:pt x="75" y="22"/>
                    <a:pt x="64" y="13"/>
                  </a:cubicBezTo>
                  <a:cubicBezTo>
                    <a:pt x="55" y="7"/>
                    <a:pt x="42" y="0"/>
                    <a:pt x="32" y="0"/>
                  </a:cubicBezTo>
                  <a:cubicBezTo>
                    <a:pt x="14" y="0"/>
                    <a:pt x="6" y="13"/>
                    <a:pt x="5" y="19"/>
                  </a:cubicBezTo>
                  <a:cubicBezTo>
                    <a:pt x="4" y="23"/>
                    <a:pt x="4" y="27"/>
                    <a:pt x="5" y="29"/>
                  </a:cubicBezTo>
                  <a:cubicBezTo>
                    <a:pt x="2" y="32"/>
                    <a:pt x="1" y="34"/>
                    <a:pt x="1" y="37"/>
                  </a:cubicBezTo>
                  <a:cubicBezTo>
                    <a:pt x="0" y="39"/>
                    <a:pt x="1" y="42"/>
                    <a:pt x="3" y="43"/>
                  </a:cubicBezTo>
                  <a:cubicBezTo>
                    <a:pt x="2" y="41"/>
                    <a:pt x="4" y="38"/>
                    <a:pt x="6" y="36"/>
                  </a:cubicBezTo>
                  <a:cubicBezTo>
                    <a:pt x="7" y="33"/>
                    <a:pt x="10" y="32"/>
                    <a:pt x="12" y="31"/>
                  </a:cubicBezTo>
                  <a:cubicBezTo>
                    <a:pt x="13" y="36"/>
                    <a:pt x="13" y="36"/>
                    <a:pt x="13" y="36"/>
                  </a:cubicBezTo>
                  <a:cubicBezTo>
                    <a:pt x="11" y="37"/>
                    <a:pt x="8" y="40"/>
                    <a:pt x="7" y="42"/>
                  </a:cubicBezTo>
                  <a:cubicBezTo>
                    <a:pt x="8" y="50"/>
                    <a:pt x="8" y="50"/>
                    <a:pt x="8" y="50"/>
                  </a:cubicBezTo>
                  <a:cubicBezTo>
                    <a:pt x="14" y="46"/>
                    <a:pt x="14" y="46"/>
                    <a:pt x="14" y="46"/>
                  </a:cubicBezTo>
                  <a:cubicBezTo>
                    <a:pt x="15" y="48"/>
                    <a:pt x="15" y="48"/>
                    <a:pt x="15" y="48"/>
                  </a:cubicBezTo>
                  <a:cubicBezTo>
                    <a:pt x="13" y="63"/>
                    <a:pt x="13" y="63"/>
                    <a:pt x="13" y="63"/>
                  </a:cubicBezTo>
                  <a:cubicBezTo>
                    <a:pt x="16" y="62"/>
                    <a:pt x="16" y="62"/>
                    <a:pt x="16" y="62"/>
                  </a:cubicBezTo>
                  <a:cubicBezTo>
                    <a:pt x="23" y="65"/>
                    <a:pt x="23" y="65"/>
                    <a:pt x="23" y="65"/>
                  </a:cubicBezTo>
                  <a:cubicBezTo>
                    <a:pt x="16" y="70"/>
                    <a:pt x="16" y="70"/>
                    <a:pt x="16" y="70"/>
                  </a:cubicBezTo>
                  <a:cubicBezTo>
                    <a:pt x="16" y="72"/>
                    <a:pt x="16" y="72"/>
                    <a:pt x="16" y="72"/>
                  </a:cubicBezTo>
                  <a:cubicBezTo>
                    <a:pt x="16" y="72"/>
                    <a:pt x="17" y="71"/>
                    <a:pt x="20" y="71"/>
                  </a:cubicBezTo>
                  <a:cubicBezTo>
                    <a:pt x="22" y="71"/>
                    <a:pt x="27" y="73"/>
                    <a:pt x="27" y="73"/>
                  </a:cubicBezTo>
                  <a:cubicBezTo>
                    <a:pt x="27" y="75"/>
                    <a:pt x="27" y="75"/>
                    <a:pt x="27" y="75"/>
                  </a:cubicBezTo>
                  <a:cubicBezTo>
                    <a:pt x="25" y="75"/>
                    <a:pt x="25" y="75"/>
                    <a:pt x="25" y="75"/>
                  </a:cubicBezTo>
                  <a:cubicBezTo>
                    <a:pt x="16" y="75"/>
                    <a:pt x="16" y="75"/>
                    <a:pt x="16" y="75"/>
                  </a:cubicBezTo>
                  <a:cubicBezTo>
                    <a:pt x="16" y="76"/>
                    <a:pt x="17" y="77"/>
                    <a:pt x="18" y="78"/>
                  </a:cubicBezTo>
                  <a:cubicBezTo>
                    <a:pt x="19" y="77"/>
                    <a:pt x="21" y="77"/>
                    <a:pt x="22" y="77"/>
                  </a:cubicBezTo>
                  <a:cubicBezTo>
                    <a:pt x="22" y="77"/>
                    <a:pt x="24" y="77"/>
                    <a:pt x="26" y="77"/>
                  </a:cubicBezTo>
                  <a:cubicBezTo>
                    <a:pt x="24" y="80"/>
                    <a:pt x="24" y="80"/>
                    <a:pt x="24" y="80"/>
                  </a:cubicBezTo>
                  <a:cubicBezTo>
                    <a:pt x="24" y="80"/>
                    <a:pt x="23" y="81"/>
                    <a:pt x="21" y="80"/>
                  </a:cubicBezTo>
                  <a:cubicBezTo>
                    <a:pt x="20" y="80"/>
                    <a:pt x="19" y="81"/>
                    <a:pt x="19" y="83"/>
                  </a:cubicBezTo>
                  <a:cubicBezTo>
                    <a:pt x="19" y="84"/>
                    <a:pt x="20" y="87"/>
                    <a:pt x="20" y="87"/>
                  </a:cubicBezTo>
                  <a:cubicBezTo>
                    <a:pt x="21" y="92"/>
                    <a:pt x="26" y="91"/>
                    <a:pt x="26" y="91"/>
                  </a:cubicBezTo>
                  <a:cubicBezTo>
                    <a:pt x="29" y="90"/>
                    <a:pt x="39" y="87"/>
                    <a:pt x="39" y="87"/>
                  </a:cubicBezTo>
                  <a:cubicBezTo>
                    <a:pt x="30" y="100"/>
                    <a:pt x="30" y="100"/>
                    <a:pt x="30" y="100"/>
                  </a:cubicBezTo>
                  <a:cubicBezTo>
                    <a:pt x="34" y="114"/>
                    <a:pt x="34" y="114"/>
                    <a:pt x="34" y="114"/>
                  </a:cubicBezTo>
                  <a:cubicBezTo>
                    <a:pt x="40" y="111"/>
                    <a:pt x="58" y="105"/>
                    <a:pt x="78" y="102"/>
                  </a:cubicBezTo>
                  <a:cubicBezTo>
                    <a:pt x="76" y="98"/>
                    <a:pt x="76" y="96"/>
                    <a:pt x="73" y="91"/>
                  </a:cubicBezTo>
                  <a:cubicBezTo>
                    <a:pt x="63" y="68"/>
                    <a:pt x="63" y="68"/>
                    <a:pt x="63" y="68"/>
                  </a:cubicBezTo>
                  <a:cubicBezTo>
                    <a:pt x="64" y="64"/>
                    <a:pt x="64" y="64"/>
                    <a:pt x="64" y="64"/>
                  </a:cubicBezTo>
                  <a:cubicBezTo>
                    <a:pt x="66" y="65"/>
                    <a:pt x="70" y="63"/>
                    <a:pt x="72" y="61"/>
                  </a:cubicBezTo>
                  <a:cubicBezTo>
                    <a:pt x="74" y="60"/>
                    <a:pt x="77" y="56"/>
                    <a:pt x="78" y="54"/>
                  </a:cubicBezTo>
                  <a:cubicBezTo>
                    <a:pt x="77" y="54"/>
                    <a:pt x="75" y="54"/>
                    <a:pt x="74" y="55"/>
                  </a:cubicBezTo>
                  <a:cubicBezTo>
                    <a:pt x="73" y="55"/>
                    <a:pt x="72" y="57"/>
                    <a:pt x="70" y="56"/>
                  </a:cubicBezTo>
                  <a:cubicBezTo>
                    <a:pt x="68" y="55"/>
                    <a:pt x="69" y="53"/>
                    <a:pt x="70" y="51"/>
                  </a:cubicBezTo>
                  <a:cubicBezTo>
                    <a:pt x="70" y="50"/>
                    <a:pt x="67" y="50"/>
                    <a:pt x="66" y="51"/>
                  </a:cubicBezTo>
                  <a:cubicBezTo>
                    <a:pt x="64" y="52"/>
                    <a:pt x="61" y="52"/>
                    <a:pt x="59" y="50"/>
                  </a:cubicBezTo>
                  <a:cubicBezTo>
                    <a:pt x="56" y="47"/>
                    <a:pt x="45" y="38"/>
                    <a:pt x="42" y="36"/>
                  </a:cubicBezTo>
                  <a:cubicBezTo>
                    <a:pt x="36" y="33"/>
                    <a:pt x="28" y="32"/>
                    <a:pt x="23" y="33"/>
                  </a:cubicBezTo>
                  <a:cubicBezTo>
                    <a:pt x="20" y="34"/>
                    <a:pt x="17" y="35"/>
                    <a:pt x="16" y="35"/>
                  </a:cubicBezTo>
                  <a:cubicBezTo>
                    <a:pt x="12" y="28"/>
                    <a:pt x="12" y="28"/>
                    <a:pt x="12" y="28"/>
                  </a:cubicBezTo>
                  <a:cubicBezTo>
                    <a:pt x="13" y="28"/>
                    <a:pt x="13" y="28"/>
                    <a:pt x="13" y="28"/>
                  </a:cubicBezTo>
                  <a:cubicBezTo>
                    <a:pt x="14" y="28"/>
                    <a:pt x="16" y="30"/>
                    <a:pt x="17" y="29"/>
                  </a:cubicBezTo>
                  <a:cubicBezTo>
                    <a:pt x="19" y="28"/>
                    <a:pt x="25" y="27"/>
                    <a:pt x="31" y="27"/>
                  </a:cubicBezTo>
                  <a:cubicBezTo>
                    <a:pt x="39" y="27"/>
                    <a:pt x="49" y="30"/>
                    <a:pt x="53" y="32"/>
                  </a:cubicBezTo>
                  <a:cubicBezTo>
                    <a:pt x="53" y="37"/>
                    <a:pt x="64" y="44"/>
                    <a:pt x="69" y="44"/>
                  </a:cubicBezTo>
                  <a:cubicBezTo>
                    <a:pt x="73" y="45"/>
                    <a:pt x="75" y="44"/>
                    <a:pt x="78" y="42"/>
                  </a:cubicBezTo>
                  <a:cubicBezTo>
                    <a:pt x="67" y="33"/>
                    <a:pt x="67" y="33"/>
                    <a:pt x="67" y="33"/>
                  </a:cubicBezTo>
                  <a:cubicBezTo>
                    <a:pt x="73" y="26"/>
                    <a:pt x="73" y="26"/>
                    <a:pt x="73" y="26"/>
                  </a:cubicBezTo>
                  <a:cubicBezTo>
                    <a:pt x="73" y="26"/>
                    <a:pt x="82" y="35"/>
                    <a:pt x="83" y="36"/>
                  </a:cubicBezTo>
                  <a:cubicBezTo>
                    <a:pt x="83" y="35"/>
                    <a:pt x="83" y="34"/>
                    <a:pt x="83" y="32"/>
                  </a:cubicBezTo>
                  <a:moveTo>
                    <a:pt x="20" y="43"/>
                  </a:moveTo>
                  <a:cubicBezTo>
                    <a:pt x="20" y="43"/>
                    <a:pt x="24" y="41"/>
                    <a:pt x="29" y="40"/>
                  </a:cubicBezTo>
                  <a:cubicBezTo>
                    <a:pt x="35" y="38"/>
                    <a:pt x="42" y="42"/>
                    <a:pt x="47" y="46"/>
                  </a:cubicBezTo>
                  <a:cubicBezTo>
                    <a:pt x="46" y="47"/>
                    <a:pt x="46" y="47"/>
                    <a:pt x="46" y="47"/>
                  </a:cubicBezTo>
                  <a:cubicBezTo>
                    <a:pt x="39" y="49"/>
                    <a:pt x="39" y="49"/>
                    <a:pt x="39" y="49"/>
                  </a:cubicBezTo>
                  <a:cubicBezTo>
                    <a:pt x="37" y="48"/>
                    <a:pt x="35" y="47"/>
                    <a:pt x="32" y="47"/>
                  </a:cubicBezTo>
                  <a:cubicBezTo>
                    <a:pt x="29" y="47"/>
                    <a:pt x="27" y="48"/>
                    <a:pt x="27" y="48"/>
                  </a:cubicBezTo>
                  <a:cubicBezTo>
                    <a:pt x="29" y="51"/>
                    <a:pt x="29" y="51"/>
                    <a:pt x="29" y="51"/>
                  </a:cubicBezTo>
                  <a:cubicBezTo>
                    <a:pt x="26" y="51"/>
                    <a:pt x="26" y="51"/>
                    <a:pt x="26" y="51"/>
                  </a:cubicBezTo>
                  <a:cubicBezTo>
                    <a:pt x="24" y="50"/>
                    <a:pt x="22" y="47"/>
                    <a:pt x="20" y="47"/>
                  </a:cubicBezTo>
                  <a:lnTo>
                    <a:pt x="20" y="43"/>
                  </a:lnTo>
                  <a:close/>
                  <a:moveTo>
                    <a:pt x="9" y="27"/>
                  </a:moveTo>
                  <a:cubicBezTo>
                    <a:pt x="7" y="21"/>
                    <a:pt x="12" y="15"/>
                    <a:pt x="15" y="12"/>
                  </a:cubicBezTo>
                  <a:cubicBezTo>
                    <a:pt x="18" y="20"/>
                    <a:pt x="18" y="20"/>
                    <a:pt x="18" y="20"/>
                  </a:cubicBezTo>
                  <a:cubicBezTo>
                    <a:pt x="15" y="22"/>
                    <a:pt x="11" y="25"/>
                    <a:pt x="9" y="27"/>
                  </a:cubicBezTo>
                  <a:moveTo>
                    <a:pt x="42" y="20"/>
                  </a:moveTo>
                  <a:cubicBezTo>
                    <a:pt x="38" y="18"/>
                    <a:pt x="27" y="18"/>
                    <a:pt x="23" y="19"/>
                  </a:cubicBezTo>
                  <a:cubicBezTo>
                    <a:pt x="20" y="10"/>
                    <a:pt x="20" y="10"/>
                    <a:pt x="20" y="10"/>
                  </a:cubicBezTo>
                  <a:cubicBezTo>
                    <a:pt x="22" y="8"/>
                    <a:pt x="27" y="7"/>
                    <a:pt x="31" y="7"/>
                  </a:cubicBezTo>
                  <a:cubicBezTo>
                    <a:pt x="35" y="7"/>
                    <a:pt x="40" y="8"/>
                    <a:pt x="43" y="9"/>
                  </a:cubicBezTo>
                  <a:lnTo>
                    <a:pt x="42" y="20"/>
                  </a:lnTo>
                  <a:close/>
                  <a:moveTo>
                    <a:pt x="63" y="30"/>
                  </a:moveTo>
                  <a:cubicBezTo>
                    <a:pt x="58" y="27"/>
                    <a:pt x="50" y="22"/>
                    <a:pt x="47" y="22"/>
                  </a:cubicBezTo>
                  <a:cubicBezTo>
                    <a:pt x="51" y="12"/>
                    <a:pt x="51" y="12"/>
                    <a:pt x="51" y="12"/>
                  </a:cubicBezTo>
                  <a:cubicBezTo>
                    <a:pt x="54" y="13"/>
                    <a:pt x="66" y="21"/>
                    <a:pt x="68" y="22"/>
                  </a:cubicBezTo>
                  <a:lnTo>
                    <a:pt x="63" y="3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5" name="Freeform 83"/>
            <p:cNvSpPr>
              <a:spLocks/>
            </p:cNvSpPr>
            <p:nvPr/>
          </p:nvSpPr>
          <p:spPr bwMode="gray">
            <a:xfrm>
              <a:off x="4076701" y="3179763"/>
              <a:ext cx="138113" cy="173038"/>
            </a:xfrm>
            <a:custGeom>
              <a:avLst/>
              <a:gdLst>
                <a:gd name="T0" fmla="*/ 0 w 37"/>
                <a:gd name="T1" fmla="*/ 36 h 46"/>
                <a:gd name="T2" fmla="*/ 15 w 37"/>
                <a:gd name="T3" fmla="*/ 46 h 46"/>
                <a:gd name="T4" fmla="*/ 37 w 37"/>
                <a:gd name="T5" fmla="*/ 0 h 46"/>
                <a:gd name="T6" fmla="*/ 0 w 37"/>
                <a:gd name="T7" fmla="*/ 36 h 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7" h="46">
                  <a:moveTo>
                    <a:pt x="0" y="36"/>
                  </a:moveTo>
                  <a:cubicBezTo>
                    <a:pt x="4" y="38"/>
                    <a:pt x="13" y="45"/>
                    <a:pt x="15" y="46"/>
                  </a:cubicBezTo>
                  <a:cubicBezTo>
                    <a:pt x="37" y="0"/>
                    <a:pt x="37" y="0"/>
                    <a:pt x="37" y="0"/>
                  </a:cubicBezTo>
                  <a:lnTo>
                    <a:pt x="0" y="3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6" name="Freeform 84"/>
            <p:cNvSpPr>
              <a:spLocks noEditPoints="1"/>
            </p:cNvSpPr>
            <p:nvPr/>
          </p:nvSpPr>
          <p:spPr bwMode="gray">
            <a:xfrm>
              <a:off x="8705851" y="3481388"/>
              <a:ext cx="93663" cy="98425"/>
            </a:xfrm>
            <a:custGeom>
              <a:avLst/>
              <a:gdLst>
                <a:gd name="T0" fmla="*/ 12 w 25"/>
                <a:gd name="T1" fmla="*/ 0 h 26"/>
                <a:gd name="T2" fmla="*/ 25 w 25"/>
                <a:gd name="T3" fmla="*/ 13 h 26"/>
                <a:gd name="T4" fmla="*/ 12 w 25"/>
                <a:gd name="T5" fmla="*/ 26 h 26"/>
                <a:gd name="T6" fmla="*/ 0 w 25"/>
                <a:gd name="T7" fmla="*/ 13 h 26"/>
                <a:gd name="T8" fmla="*/ 12 w 25"/>
                <a:gd name="T9" fmla="*/ 0 h 26"/>
                <a:gd name="T10" fmla="*/ 12 w 25"/>
                <a:gd name="T11" fmla="*/ 23 h 26"/>
                <a:gd name="T12" fmla="*/ 22 w 25"/>
                <a:gd name="T13" fmla="*/ 13 h 26"/>
                <a:gd name="T14" fmla="*/ 12 w 25"/>
                <a:gd name="T15" fmla="*/ 3 h 26"/>
                <a:gd name="T16" fmla="*/ 3 w 25"/>
                <a:gd name="T17" fmla="*/ 13 h 26"/>
                <a:gd name="T18" fmla="*/ 12 w 25"/>
                <a:gd name="T19" fmla="*/ 23 h 26"/>
                <a:gd name="T20" fmla="*/ 8 w 25"/>
                <a:gd name="T21" fmla="*/ 6 h 26"/>
                <a:gd name="T22" fmla="*/ 13 w 25"/>
                <a:gd name="T23" fmla="*/ 6 h 26"/>
                <a:gd name="T24" fmla="*/ 18 w 25"/>
                <a:gd name="T25" fmla="*/ 10 h 26"/>
                <a:gd name="T26" fmla="*/ 15 w 25"/>
                <a:gd name="T27" fmla="*/ 14 h 26"/>
                <a:gd name="T28" fmla="*/ 18 w 25"/>
                <a:gd name="T29" fmla="*/ 20 h 26"/>
                <a:gd name="T30" fmla="*/ 16 w 25"/>
                <a:gd name="T31" fmla="*/ 20 h 26"/>
                <a:gd name="T32" fmla="*/ 12 w 25"/>
                <a:gd name="T33" fmla="*/ 14 h 26"/>
                <a:gd name="T34" fmla="*/ 10 w 25"/>
                <a:gd name="T35" fmla="*/ 14 h 26"/>
                <a:gd name="T36" fmla="*/ 10 w 25"/>
                <a:gd name="T37" fmla="*/ 20 h 26"/>
                <a:gd name="T38" fmla="*/ 8 w 25"/>
                <a:gd name="T39" fmla="*/ 20 h 26"/>
                <a:gd name="T40" fmla="*/ 8 w 25"/>
                <a:gd name="T41" fmla="*/ 6 h 26"/>
                <a:gd name="T42" fmla="*/ 10 w 25"/>
                <a:gd name="T43" fmla="*/ 12 h 26"/>
                <a:gd name="T44" fmla="*/ 13 w 25"/>
                <a:gd name="T45" fmla="*/ 12 h 26"/>
                <a:gd name="T46" fmla="*/ 16 w 25"/>
                <a:gd name="T47" fmla="*/ 10 h 26"/>
                <a:gd name="T48" fmla="*/ 13 w 25"/>
                <a:gd name="T49" fmla="*/ 8 h 26"/>
                <a:gd name="T50" fmla="*/ 10 w 25"/>
                <a:gd name="T51" fmla="*/ 8 h 26"/>
                <a:gd name="T52" fmla="*/ 10 w 25"/>
                <a:gd name="T53" fmla="*/ 12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5" h="26">
                  <a:moveTo>
                    <a:pt x="12" y="0"/>
                  </a:moveTo>
                  <a:cubicBezTo>
                    <a:pt x="19" y="0"/>
                    <a:pt x="25" y="5"/>
                    <a:pt x="25" y="13"/>
                  </a:cubicBezTo>
                  <a:cubicBezTo>
                    <a:pt x="25" y="20"/>
                    <a:pt x="19" y="26"/>
                    <a:pt x="12" y="26"/>
                  </a:cubicBezTo>
                  <a:cubicBezTo>
                    <a:pt x="6" y="26"/>
                    <a:pt x="0" y="20"/>
                    <a:pt x="0" y="13"/>
                  </a:cubicBezTo>
                  <a:cubicBezTo>
                    <a:pt x="0" y="5"/>
                    <a:pt x="6" y="0"/>
                    <a:pt x="12" y="0"/>
                  </a:cubicBezTo>
                  <a:moveTo>
                    <a:pt x="12" y="23"/>
                  </a:moveTo>
                  <a:cubicBezTo>
                    <a:pt x="18" y="23"/>
                    <a:pt x="22" y="19"/>
                    <a:pt x="22" y="13"/>
                  </a:cubicBezTo>
                  <a:cubicBezTo>
                    <a:pt x="22" y="7"/>
                    <a:pt x="18" y="3"/>
                    <a:pt x="12" y="3"/>
                  </a:cubicBezTo>
                  <a:cubicBezTo>
                    <a:pt x="7" y="3"/>
                    <a:pt x="3" y="7"/>
                    <a:pt x="3" y="13"/>
                  </a:cubicBezTo>
                  <a:cubicBezTo>
                    <a:pt x="3" y="19"/>
                    <a:pt x="7" y="23"/>
                    <a:pt x="12" y="23"/>
                  </a:cubicBezTo>
                  <a:moveTo>
                    <a:pt x="8" y="6"/>
                  </a:moveTo>
                  <a:cubicBezTo>
                    <a:pt x="13" y="6"/>
                    <a:pt x="13" y="6"/>
                    <a:pt x="13" y="6"/>
                  </a:cubicBezTo>
                  <a:cubicBezTo>
                    <a:pt x="16" y="6"/>
                    <a:pt x="18" y="7"/>
                    <a:pt x="18" y="10"/>
                  </a:cubicBezTo>
                  <a:cubicBezTo>
                    <a:pt x="18" y="13"/>
                    <a:pt x="17" y="14"/>
                    <a:pt x="15" y="14"/>
                  </a:cubicBezTo>
                  <a:cubicBezTo>
                    <a:pt x="18" y="20"/>
                    <a:pt x="18" y="20"/>
                    <a:pt x="18" y="20"/>
                  </a:cubicBezTo>
                  <a:cubicBezTo>
                    <a:pt x="16" y="20"/>
                    <a:pt x="16" y="20"/>
                    <a:pt x="16" y="20"/>
                  </a:cubicBezTo>
                  <a:cubicBezTo>
                    <a:pt x="12" y="14"/>
                    <a:pt x="12" y="14"/>
                    <a:pt x="12" y="14"/>
                  </a:cubicBezTo>
                  <a:cubicBezTo>
                    <a:pt x="10" y="14"/>
                    <a:pt x="10" y="14"/>
                    <a:pt x="10" y="14"/>
                  </a:cubicBezTo>
                  <a:cubicBezTo>
                    <a:pt x="10" y="20"/>
                    <a:pt x="10" y="20"/>
                    <a:pt x="10" y="20"/>
                  </a:cubicBezTo>
                  <a:cubicBezTo>
                    <a:pt x="8" y="20"/>
                    <a:pt x="8" y="20"/>
                    <a:pt x="8" y="20"/>
                  </a:cubicBezTo>
                  <a:lnTo>
                    <a:pt x="8" y="6"/>
                  </a:lnTo>
                  <a:close/>
                  <a:moveTo>
                    <a:pt x="10" y="12"/>
                  </a:moveTo>
                  <a:cubicBezTo>
                    <a:pt x="13" y="12"/>
                    <a:pt x="13" y="12"/>
                    <a:pt x="13" y="12"/>
                  </a:cubicBezTo>
                  <a:cubicBezTo>
                    <a:pt x="14" y="12"/>
                    <a:pt x="16" y="12"/>
                    <a:pt x="16" y="10"/>
                  </a:cubicBezTo>
                  <a:cubicBezTo>
                    <a:pt x="16" y="8"/>
                    <a:pt x="14" y="8"/>
                    <a:pt x="13" y="8"/>
                  </a:cubicBezTo>
                  <a:cubicBezTo>
                    <a:pt x="10" y="8"/>
                    <a:pt x="10" y="8"/>
                    <a:pt x="10" y="8"/>
                  </a:cubicBezTo>
                  <a:lnTo>
                    <a:pt x="10" y="12"/>
                  </a:lnTo>
                  <a:close/>
                </a:path>
              </a:pathLst>
            </a:custGeom>
            <a:solidFill>
              <a:srgbClr val="1A144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7" name="Rectangle 85"/>
            <p:cNvSpPr>
              <a:spLocks noChangeArrowheads="1"/>
            </p:cNvSpPr>
            <p:nvPr/>
          </p:nvSpPr>
          <p:spPr bwMode="gray">
            <a:xfrm>
              <a:off x="4470401" y="3727450"/>
              <a:ext cx="1631950" cy="15875"/>
            </a:xfrm>
            <a:prstGeom prst="rect">
              <a:avLst/>
            </a:prstGeom>
            <a:solidFill>
              <a:srgbClr val="1A144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8" name="Rectangle 86"/>
            <p:cNvSpPr>
              <a:spLocks noChangeArrowheads="1"/>
            </p:cNvSpPr>
            <p:nvPr/>
          </p:nvSpPr>
          <p:spPr bwMode="gray">
            <a:xfrm>
              <a:off x="6327776" y="3727450"/>
              <a:ext cx="2352675" cy="15875"/>
            </a:xfrm>
            <a:prstGeom prst="rect">
              <a:avLst/>
            </a:prstGeom>
            <a:solidFill>
              <a:srgbClr val="1A144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9" name="Rectangle 87"/>
            <p:cNvSpPr>
              <a:spLocks noChangeArrowheads="1"/>
            </p:cNvSpPr>
            <p:nvPr/>
          </p:nvSpPr>
          <p:spPr bwMode="gray">
            <a:xfrm>
              <a:off x="5410201" y="3886200"/>
              <a:ext cx="44450" cy="231775"/>
            </a:xfrm>
            <a:prstGeom prst="rect">
              <a:avLst/>
            </a:prstGeom>
            <a:solidFill>
              <a:srgbClr val="1A144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0" name="Freeform 88"/>
            <p:cNvSpPr>
              <a:spLocks/>
            </p:cNvSpPr>
            <p:nvPr/>
          </p:nvSpPr>
          <p:spPr bwMode="gray">
            <a:xfrm>
              <a:off x="5580063" y="3886200"/>
              <a:ext cx="171450" cy="231775"/>
            </a:xfrm>
            <a:custGeom>
              <a:avLst/>
              <a:gdLst>
                <a:gd name="T0" fmla="*/ 0 w 108"/>
                <a:gd name="T1" fmla="*/ 0 h 146"/>
                <a:gd name="T2" fmla="*/ 23 w 108"/>
                <a:gd name="T3" fmla="*/ 0 h 146"/>
                <a:gd name="T4" fmla="*/ 85 w 108"/>
                <a:gd name="T5" fmla="*/ 103 h 146"/>
                <a:gd name="T6" fmla="*/ 85 w 108"/>
                <a:gd name="T7" fmla="*/ 103 h 146"/>
                <a:gd name="T8" fmla="*/ 85 w 108"/>
                <a:gd name="T9" fmla="*/ 0 h 146"/>
                <a:gd name="T10" fmla="*/ 108 w 108"/>
                <a:gd name="T11" fmla="*/ 0 h 146"/>
                <a:gd name="T12" fmla="*/ 108 w 108"/>
                <a:gd name="T13" fmla="*/ 146 h 146"/>
                <a:gd name="T14" fmla="*/ 85 w 108"/>
                <a:gd name="T15" fmla="*/ 146 h 146"/>
                <a:gd name="T16" fmla="*/ 26 w 108"/>
                <a:gd name="T17" fmla="*/ 43 h 146"/>
                <a:gd name="T18" fmla="*/ 23 w 108"/>
                <a:gd name="T19" fmla="*/ 43 h 146"/>
                <a:gd name="T20" fmla="*/ 23 w 108"/>
                <a:gd name="T21" fmla="*/ 146 h 146"/>
                <a:gd name="T22" fmla="*/ 0 w 108"/>
                <a:gd name="T23" fmla="*/ 146 h 146"/>
                <a:gd name="T24" fmla="*/ 0 w 108"/>
                <a:gd name="T25" fmla="*/ 0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08" h="146">
                  <a:moveTo>
                    <a:pt x="0" y="0"/>
                  </a:moveTo>
                  <a:lnTo>
                    <a:pt x="23" y="0"/>
                  </a:lnTo>
                  <a:lnTo>
                    <a:pt x="85" y="103"/>
                  </a:lnTo>
                  <a:lnTo>
                    <a:pt x="85" y="103"/>
                  </a:lnTo>
                  <a:lnTo>
                    <a:pt x="85" y="0"/>
                  </a:lnTo>
                  <a:lnTo>
                    <a:pt x="108" y="0"/>
                  </a:lnTo>
                  <a:lnTo>
                    <a:pt x="108" y="146"/>
                  </a:lnTo>
                  <a:lnTo>
                    <a:pt x="85" y="146"/>
                  </a:lnTo>
                  <a:lnTo>
                    <a:pt x="26" y="43"/>
                  </a:lnTo>
                  <a:lnTo>
                    <a:pt x="23" y="43"/>
                  </a:lnTo>
                  <a:lnTo>
                    <a:pt x="23" y="146"/>
                  </a:lnTo>
                  <a:lnTo>
                    <a:pt x="0" y="14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A144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1" name="Freeform 89"/>
            <p:cNvSpPr>
              <a:spLocks/>
            </p:cNvSpPr>
            <p:nvPr/>
          </p:nvSpPr>
          <p:spPr bwMode="gray">
            <a:xfrm>
              <a:off x="5849938" y="3883025"/>
              <a:ext cx="198438" cy="238125"/>
            </a:xfrm>
            <a:custGeom>
              <a:avLst/>
              <a:gdLst>
                <a:gd name="T0" fmla="*/ 10 w 53"/>
                <a:gd name="T1" fmla="*/ 43 h 63"/>
                <a:gd name="T2" fmla="*/ 28 w 53"/>
                <a:gd name="T3" fmla="*/ 53 h 63"/>
                <a:gd name="T4" fmla="*/ 41 w 53"/>
                <a:gd name="T5" fmla="*/ 45 h 63"/>
                <a:gd name="T6" fmla="*/ 28 w 53"/>
                <a:gd name="T7" fmla="*/ 37 h 63"/>
                <a:gd name="T8" fmla="*/ 22 w 53"/>
                <a:gd name="T9" fmla="*/ 35 h 63"/>
                <a:gd name="T10" fmla="*/ 3 w 53"/>
                <a:gd name="T11" fmla="*/ 18 h 63"/>
                <a:gd name="T12" fmla="*/ 27 w 53"/>
                <a:gd name="T13" fmla="*/ 0 h 63"/>
                <a:gd name="T14" fmla="*/ 52 w 53"/>
                <a:gd name="T15" fmla="*/ 12 h 63"/>
                <a:gd name="T16" fmla="*/ 43 w 53"/>
                <a:gd name="T17" fmla="*/ 19 h 63"/>
                <a:gd name="T18" fmla="*/ 27 w 53"/>
                <a:gd name="T19" fmla="*/ 10 h 63"/>
                <a:gd name="T20" fmla="*/ 15 w 53"/>
                <a:gd name="T21" fmla="*/ 17 h 63"/>
                <a:gd name="T22" fmla="*/ 28 w 53"/>
                <a:gd name="T23" fmla="*/ 25 h 63"/>
                <a:gd name="T24" fmla="*/ 35 w 53"/>
                <a:gd name="T25" fmla="*/ 26 h 63"/>
                <a:gd name="T26" fmla="*/ 53 w 53"/>
                <a:gd name="T27" fmla="*/ 43 h 63"/>
                <a:gd name="T28" fmla="*/ 26 w 53"/>
                <a:gd name="T29" fmla="*/ 63 h 63"/>
                <a:gd name="T30" fmla="*/ 0 w 53"/>
                <a:gd name="T31" fmla="*/ 50 h 63"/>
                <a:gd name="T32" fmla="*/ 10 w 53"/>
                <a:gd name="T33" fmla="*/ 43 h 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53" h="63">
                  <a:moveTo>
                    <a:pt x="10" y="43"/>
                  </a:moveTo>
                  <a:cubicBezTo>
                    <a:pt x="14" y="50"/>
                    <a:pt x="21" y="53"/>
                    <a:pt x="28" y="53"/>
                  </a:cubicBezTo>
                  <a:cubicBezTo>
                    <a:pt x="33" y="53"/>
                    <a:pt x="41" y="51"/>
                    <a:pt x="41" y="45"/>
                  </a:cubicBezTo>
                  <a:cubicBezTo>
                    <a:pt x="41" y="40"/>
                    <a:pt x="36" y="39"/>
                    <a:pt x="28" y="37"/>
                  </a:cubicBezTo>
                  <a:cubicBezTo>
                    <a:pt x="22" y="35"/>
                    <a:pt x="22" y="35"/>
                    <a:pt x="22" y="35"/>
                  </a:cubicBezTo>
                  <a:cubicBezTo>
                    <a:pt x="12" y="33"/>
                    <a:pt x="3" y="30"/>
                    <a:pt x="3" y="18"/>
                  </a:cubicBezTo>
                  <a:cubicBezTo>
                    <a:pt x="3" y="6"/>
                    <a:pt x="16" y="0"/>
                    <a:pt x="27" y="0"/>
                  </a:cubicBezTo>
                  <a:cubicBezTo>
                    <a:pt x="37" y="0"/>
                    <a:pt x="46" y="3"/>
                    <a:pt x="52" y="12"/>
                  </a:cubicBezTo>
                  <a:cubicBezTo>
                    <a:pt x="43" y="19"/>
                    <a:pt x="43" y="19"/>
                    <a:pt x="43" y="19"/>
                  </a:cubicBezTo>
                  <a:cubicBezTo>
                    <a:pt x="40" y="13"/>
                    <a:pt x="34" y="10"/>
                    <a:pt x="27" y="10"/>
                  </a:cubicBezTo>
                  <a:cubicBezTo>
                    <a:pt x="20" y="10"/>
                    <a:pt x="15" y="13"/>
                    <a:pt x="15" y="17"/>
                  </a:cubicBezTo>
                  <a:cubicBezTo>
                    <a:pt x="15" y="22"/>
                    <a:pt x="21" y="23"/>
                    <a:pt x="28" y="25"/>
                  </a:cubicBezTo>
                  <a:cubicBezTo>
                    <a:pt x="35" y="26"/>
                    <a:pt x="35" y="26"/>
                    <a:pt x="35" y="26"/>
                  </a:cubicBezTo>
                  <a:cubicBezTo>
                    <a:pt x="44" y="28"/>
                    <a:pt x="53" y="32"/>
                    <a:pt x="53" y="43"/>
                  </a:cubicBezTo>
                  <a:cubicBezTo>
                    <a:pt x="53" y="58"/>
                    <a:pt x="39" y="63"/>
                    <a:pt x="26" y="63"/>
                  </a:cubicBezTo>
                  <a:cubicBezTo>
                    <a:pt x="16" y="63"/>
                    <a:pt x="6" y="59"/>
                    <a:pt x="0" y="50"/>
                  </a:cubicBezTo>
                  <a:lnTo>
                    <a:pt x="10" y="43"/>
                  </a:lnTo>
                  <a:close/>
                </a:path>
              </a:pathLst>
            </a:custGeom>
            <a:solidFill>
              <a:srgbClr val="1A144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2" name="Freeform 90"/>
            <p:cNvSpPr>
              <a:spLocks/>
            </p:cNvSpPr>
            <p:nvPr/>
          </p:nvSpPr>
          <p:spPr bwMode="gray">
            <a:xfrm>
              <a:off x="6157913" y="3886200"/>
              <a:ext cx="184150" cy="234950"/>
            </a:xfrm>
            <a:custGeom>
              <a:avLst/>
              <a:gdLst>
                <a:gd name="T0" fmla="*/ 49 w 49"/>
                <a:gd name="T1" fmla="*/ 42 h 62"/>
                <a:gd name="T2" fmla="*/ 24 w 49"/>
                <a:gd name="T3" fmla="*/ 62 h 62"/>
                <a:gd name="T4" fmla="*/ 0 w 49"/>
                <a:gd name="T5" fmla="*/ 42 h 62"/>
                <a:gd name="T6" fmla="*/ 0 w 49"/>
                <a:gd name="T7" fmla="*/ 0 h 62"/>
                <a:gd name="T8" fmla="*/ 11 w 49"/>
                <a:gd name="T9" fmla="*/ 0 h 62"/>
                <a:gd name="T10" fmla="*/ 11 w 49"/>
                <a:gd name="T11" fmla="*/ 39 h 62"/>
                <a:gd name="T12" fmla="*/ 24 w 49"/>
                <a:gd name="T13" fmla="*/ 51 h 62"/>
                <a:gd name="T14" fmla="*/ 37 w 49"/>
                <a:gd name="T15" fmla="*/ 39 h 62"/>
                <a:gd name="T16" fmla="*/ 37 w 49"/>
                <a:gd name="T17" fmla="*/ 0 h 62"/>
                <a:gd name="T18" fmla="*/ 49 w 49"/>
                <a:gd name="T19" fmla="*/ 0 h 62"/>
                <a:gd name="T20" fmla="*/ 49 w 49"/>
                <a:gd name="T21" fmla="*/ 42 h 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49" h="62">
                  <a:moveTo>
                    <a:pt x="49" y="42"/>
                  </a:moveTo>
                  <a:cubicBezTo>
                    <a:pt x="49" y="54"/>
                    <a:pt x="39" y="62"/>
                    <a:pt x="24" y="62"/>
                  </a:cubicBezTo>
                  <a:cubicBezTo>
                    <a:pt x="10" y="62"/>
                    <a:pt x="0" y="54"/>
                    <a:pt x="0" y="42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1" y="0"/>
                    <a:pt x="11" y="0"/>
                    <a:pt x="11" y="0"/>
                  </a:cubicBezTo>
                  <a:cubicBezTo>
                    <a:pt x="11" y="39"/>
                    <a:pt x="11" y="39"/>
                    <a:pt x="11" y="39"/>
                  </a:cubicBezTo>
                  <a:cubicBezTo>
                    <a:pt x="11" y="46"/>
                    <a:pt x="14" y="51"/>
                    <a:pt x="24" y="51"/>
                  </a:cubicBezTo>
                  <a:cubicBezTo>
                    <a:pt x="34" y="51"/>
                    <a:pt x="37" y="46"/>
                    <a:pt x="37" y="39"/>
                  </a:cubicBezTo>
                  <a:cubicBezTo>
                    <a:pt x="37" y="0"/>
                    <a:pt x="37" y="0"/>
                    <a:pt x="37" y="0"/>
                  </a:cubicBezTo>
                  <a:cubicBezTo>
                    <a:pt x="49" y="0"/>
                    <a:pt x="49" y="0"/>
                    <a:pt x="49" y="0"/>
                  </a:cubicBezTo>
                  <a:lnTo>
                    <a:pt x="49" y="42"/>
                  </a:lnTo>
                  <a:close/>
                </a:path>
              </a:pathLst>
            </a:custGeom>
            <a:solidFill>
              <a:srgbClr val="1A144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3" name="Freeform 91"/>
            <p:cNvSpPr>
              <a:spLocks noEditPoints="1"/>
            </p:cNvSpPr>
            <p:nvPr/>
          </p:nvSpPr>
          <p:spPr bwMode="gray">
            <a:xfrm>
              <a:off x="6462713" y="3886200"/>
              <a:ext cx="176213" cy="231775"/>
            </a:xfrm>
            <a:custGeom>
              <a:avLst/>
              <a:gdLst>
                <a:gd name="T0" fmla="*/ 0 w 47"/>
                <a:gd name="T1" fmla="*/ 0 h 61"/>
                <a:gd name="T2" fmla="*/ 25 w 47"/>
                <a:gd name="T3" fmla="*/ 0 h 61"/>
                <a:gd name="T4" fmla="*/ 46 w 47"/>
                <a:gd name="T5" fmla="*/ 18 h 61"/>
                <a:gd name="T6" fmla="*/ 34 w 47"/>
                <a:gd name="T7" fmla="*/ 36 h 61"/>
                <a:gd name="T8" fmla="*/ 47 w 47"/>
                <a:gd name="T9" fmla="*/ 61 h 61"/>
                <a:gd name="T10" fmla="*/ 34 w 47"/>
                <a:gd name="T11" fmla="*/ 61 h 61"/>
                <a:gd name="T12" fmla="*/ 22 w 47"/>
                <a:gd name="T13" fmla="*/ 38 h 61"/>
                <a:gd name="T14" fmla="*/ 11 w 47"/>
                <a:gd name="T15" fmla="*/ 38 h 61"/>
                <a:gd name="T16" fmla="*/ 11 w 47"/>
                <a:gd name="T17" fmla="*/ 61 h 61"/>
                <a:gd name="T18" fmla="*/ 0 w 47"/>
                <a:gd name="T19" fmla="*/ 61 h 61"/>
                <a:gd name="T20" fmla="*/ 0 w 47"/>
                <a:gd name="T21" fmla="*/ 0 h 61"/>
                <a:gd name="T22" fmla="*/ 11 w 47"/>
                <a:gd name="T23" fmla="*/ 28 h 61"/>
                <a:gd name="T24" fmla="*/ 24 w 47"/>
                <a:gd name="T25" fmla="*/ 28 h 61"/>
                <a:gd name="T26" fmla="*/ 34 w 47"/>
                <a:gd name="T27" fmla="*/ 19 h 61"/>
                <a:gd name="T28" fmla="*/ 22 w 47"/>
                <a:gd name="T29" fmla="*/ 10 h 61"/>
                <a:gd name="T30" fmla="*/ 11 w 47"/>
                <a:gd name="T31" fmla="*/ 10 h 61"/>
                <a:gd name="T32" fmla="*/ 11 w 47"/>
                <a:gd name="T33" fmla="*/ 28 h 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7" h="61">
                  <a:moveTo>
                    <a:pt x="0" y="0"/>
                  </a:moveTo>
                  <a:cubicBezTo>
                    <a:pt x="25" y="0"/>
                    <a:pt x="25" y="0"/>
                    <a:pt x="25" y="0"/>
                  </a:cubicBezTo>
                  <a:cubicBezTo>
                    <a:pt x="38" y="0"/>
                    <a:pt x="46" y="8"/>
                    <a:pt x="46" y="18"/>
                  </a:cubicBezTo>
                  <a:cubicBezTo>
                    <a:pt x="46" y="32"/>
                    <a:pt x="37" y="35"/>
                    <a:pt x="34" y="36"/>
                  </a:cubicBezTo>
                  <a:cubicBezTo>
                    <a:pt x="47" y="61"/>
                    <a:pt x="47" y="61"/>
                    <a:pt x="47" y="61"/>
                  </a:cubicBezTo>
                  <a:cubicBezTo>
                    <a:pt x="34" y="61"/>
                    <a:pt x="34" y="61"/>
                    <a:pt x="34" y="61"/>
                  </a:cubicBezTo>
                  <a:cubicBezTo>
                    <a:pt x="22" y="38"/>
                    <a:pt x="22" y="38"/>
                    <a:pt x="22" y="38"/>
                  </a:cubicBezTo>
                  <a:cubicBezTo>
                    <a:pt x="11" y="38"/>
                    <a:pt x="11" y="38"/>
                    <a:pt x="11" y="38"/>
                  </a:cubicBezTo>
                  <a:cubicBezTo>
                    <a:pt x="11" y="61"/>
                    <a:pt x="11" y="61"/>
                    <a:pt x="11" y="61"/>
                  </a:cubicBezTo>
                  <a:cubicBezTo>
                    <a:pt x="0" y="61"/>
                    <a:pt x="0" y="61"/>
                    <a:pt x="0" y="61"/>
                  </a:cubicBezTo>
                  <a:lnTo>
                    <a:pt x="0" y="0"/>
                  </a:lnTo>
                  <a:close/>
                  <a:moveTo>
                    <a:pt x="11" y="28"/>
                  </a:moveTo>
                  <a:cubicBezTo>
                    <a:pt x="24" y="28"/>
                    <a:pt x="24" y="28"/>
                    <a:pt x="24" y="28"/>
                  </a:cubicBezTo>
                  <a:cubicBezTo>
                    <a:pt x="30" y="28"/>
                    <a:pt x="34" y="25"/>
                    <a:pt x="34" y="19"/>
                  </a:cubicBezTo>
                  <a:cubicBezTo>
                    <a:pt x="34" y="14"/>
                    <a:pt x="30" y="10"/>
                    <a:pt x="22" y="10"/>
                  </a:cubicBezTo>
                  <a:cubicBezTo>
                    <a:pt x="11" y="10"/>
                    <a:pt x="11" y="10"/>
                    <a:pt x="11" y="10"/>
                  </a:cubicBezTo>
                  <a:lnTo>
                    <a:pt x="11" y="28"/>
                  </a:lnTo>
                  <a:close/>
                </a:path>
              </a:pathLst>
            </a:custGeom>
            <a:solidFill>
              <a:srgbClr val="1A144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4" name="Freeform 92"/>
            <p:cNvSpPr>
              <a:spLocks noEditPoints="1"/>
            </p:cNvSpPr>
            <p:nvPr/>
          </p:nvSpPr>
          <p:spPr bwMode="gray">
            <a:xfrm>
              <a:off x="6721476" y="3886200"/>
              <a:ext cx="203200" cy="231775"/>
            </a:xfrm>
            <a:custGeom>
              <a:avLst/>
              <a:gdLst>
                <a:gd name="T0" fmla="*/ 50 w 128"/>
                <a:gd name="T1" fmla="*/ 0 h 146"/>
                <a:gd name="T2" fmla="*/ 81 w 128"/>
                <a:gd name="T3" fmla="*/ 0 h 146"/>
                <a:gd name="T4" fmla="*/ 128 w 128"/>
                <a:gd name="T5" fmla="*/ 146 h 146"/>
                <a:gd name="T6" fmla="*/ 100 w 128"/>
                <a:gd name="T7" fmla="*/ 146 h 146"/>
                <a:gd name="T8" fmla="*/ 93 w 128"/>
                <a:gd name="T9" fmla="*/ 117 h 146"/>
                <a:gd name="T10" fmla="*/ 38 w 128"/>
                <a:gd name="T11" fmla="*/ 117 h 146"/>
                <a:gd name="T12" fmla="*/ 29 w 128"/>
                <a:gd name="T13" fmla="*/ 146 h 146"/>
                <a:gd name="T14" fmla="*/ 0 w 128"/>
                <a:gd name="T15" fmla="*/ 146 h 146"/>
                <a:gd name="T16" fmla="*/ 50 w 128"/>
                <a:gd name="T17" fmla="*/ 0 h 146"/>
                <a:gd name="T18" fmla="*/ 64 w 128"/>
                <a:gd name="T19" fmla="*/ 26 h 146"/>
                <a:gd name="T20" fmla="*/ 64 w 128"/>
                <a:gd name="T21" fmla="*/ 26 h 146"/>
                <a:gd name="T22" fmla="*/ 45 w 128"/>
                <a:gd name="T23" fmla="*/ 93 h 146"/>
                <a:gd name="T24" fmla="*/ 85 w 128"/>
                <a:gd name="T25" fmla="*/ 93 h 146"/>
                <a:gd name="T26" fmla="*/ 64 w 128"/>
                <a:gd name="T27" fmla="*/ 26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28" h="146">
                  <a:moveTo>
                    <a:pt x="50" y="0"/>
                  </a:moveTo>
                  <a:lnTo>
                    <a:pt x="81" y="0"/>
                  </a:lnTo>
                  <a:lnTo>
                    <a:pt x="128" y="146"/>
                  </a:lnTo>
                  <a:lnTo>
                    <a:pt x="100" y="146"/>
                  </a:lnTo>
                  <a:lnTo>
                    <a:pt x="93" y="117"/>
                  </a:lnTo>
                  <a:lnTo>
                    <a:pt x="38" y="117"/>
                  </a:lnTo>
                  <a:lnTo>
                    <a:pt x="29" y="146"/>
                  </a:lnTo>
                  <a:lnTo>
                    <a:pt x="0" y="146"/>
                  </a:lnTo>
                  <a:lnTo>
                    <a:pt x="50" y="0"/>
                  </a:lnTo>
                  <a:close/>
                  <a:moveTo>
                    <a:pt x="64" y="26"/>
                  </a:moveTo>
                  <a:lnTo>
                    <a:pt x="64" y="26"/>
                  </a:lnTo>
                  <a:lnTo>
                    <a:pt x="45" y="93"/>
                  </a:lnTo>
                  <a:lnTo>
                    <a:pt x="85" y="93"/>
                  </a:lnTo>
                  <a:lnTo>
                    <a:pt x="64" y="26"/>
                  </a:lnTo>
                  <a:close/>
                </a:path>
              </a:pathLst>
            </a:custGeom>
            <a:solidFill>
              <a:srgbClr val="1A144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5" name="Freeform 93"/>
            <p:cNvSpPr>
              <a:spLocks/>
            </p:cNvSpPr>
            <p:nvPr/>
          </p:nvSpPr>
          <p:spPr bwMode="gray">
            <a:xfrm>
              <a:off x="7023101" y="3886200"/>
              <a:ext cx="171450" cy="231775"/>
            </a:xfrm>
            <a:custGeom>
              <a:avLst/>
              <a:gdLst>
                <a:gd name="T0" fmla="*/ 0 w 108"/>
                <a:gd name="T1" fmla="*/ 0 h 146"/>
                <a:gd name="T2" fmla="*/ 23 w 108"/>
                <a:gd name="T3" fmla="*/ 0 h 146"/>
                <a:gd name="T4" fmla="*/ 82 w 108"/>
                <a:gd name="T5" fmla="*/ 103 h 146"/>
                <a:gd name="T6" fmla="*/ 85 w 108"/>
                <a:gd name="T7" fmla="*/ 103 h 146"/>
                <a:gd name="T8" fmla="*/ 85 w 108"/>
                <a:gd name="T9" fmla="*/ 0 h 146"/>
                <a:gd name="T10" fmla="*/ 108 w 108"/>
                <a:gd name="T11" fmla="*/ 0 h 146"/>
                <a:gd name="T12" fmla="*/ 108 w 108"/>
                <a:gd name="T13" fmla="*/ 146 h 146"/>
                <a:gd name="T14" fmla="*/ 82 w 108"/>
                <a:gd name="T15" fmla="*/ 146 h 146"/>
                <a:gd name="T16" fmla="*/ 23 w 108"/>
                <a:gd name="T17" fmla="*/ 43 h 146"/>
                <a:gd name="T18" fmla="*/ 23 w 108"/>
                <a:gd name="T19" fmla="*/ 43 h 146"/>
                <a:gd name="T20" fmla="*/ 23 w 108"/>
                <a:gd name="T21" fmla="*/ 146 h 146"/>
                <a:gd name="T22" fmla="*/ 0 w 108"/>
                <a:gd name="T23" fmla="*/ 146 h 146"/>
                <a:gd name="T24" fmla="*/ 0 w 108"/>
                <a:gd name="T25" fmla="*/ 0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08" h="146">
                  <a:moveTo>
                    <a:pt x="0" y="0"/>
                  </a:moveTo>
                  <a:lnTo>
                    <a:pt x="23" y="0"/>
                  </a:lnTo>
                  <a:lnTo>
                    <a:pt x="82" y="103"/>
                  </a:lnTo>
                  <a:lnTo>
                    <a:pt x="85" y="103"/>
                  </a:lnTo>
                  <a:lnTo>
                    <a:pt x="85" y="0"/>
                  </a:lnTo>
                  <a:lnTo>
                    <a:pt x="108" y="0"/>
                  </a:lnTo>
                  <a:lnTo>
                    <a:pt x="108" y="146"/>
                  </a:lnTo>
                  <a:lnTo>
                    <a:pt x="82" y="146"/>
                  </a:lnTo>
                  <a:lnTo>
                    <a:pt x="23" y="43"/>
                  </a:lnTo>
                  <a:lnTo>
                    <a:pt x="23" y="43"/>
                  </a:lnTo>
                  <a:lnTo>
                    <a:pt x="23" y="146"/>
                  </a:lnTo>
                  <a:lnTo>
                    <a:pt x="0" y="14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A144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6" name="Freeform 94"/>
            <p:cNvSpPr>
              <a:spLocks/>
            </p:cNvSpPr>
            <p:nvPr/>
          </p:nvSpPr>
          <p:spPr bwMode="gray">
            <a:xfrm>
              <a:off x="7304088" y="3883025"/>
              <a:ext cx="203200" cy="238125"/>
            </a:xfrm>
            <a:custGeom>
              <a:avLst/>
              <a:gdLst>
                <a:gd name="T0" fmla="*/ 42 w 54"/>
                <a:gd name="T1" fmla="*/ 21 h 63"/>
                <a:gd name="T2" fmla="*/ 29 w 54"/>
                <a:gd name="T3" fmla="*/ 10 h 63"/>
                <a:gd name="T4" fmla="*/ 12 w 54"/>
                <a:gd name="T5" fmla="*/ 31 h 63"/>
                <a:gd name="T6" fmla="*/ 29 w 54"/>
                <a:gd name="T7" fmla="*/ 53 h 63"/>
                <a:gd name="T8" fmla="*/ 43 w 54"/>
                <a:gd name="T9" fmla="*/ 40 h 63"/>
                <a:gd name="T10" fmla="*/ 54 w 54"/>
                <a:gd name="T11" fmla="*/ 45 h 63"/>
                <a:gd name="T12" fmla="*/ 29 w 54"/>
                <a:gd name="T13" fmla="*/ 63 h 63"/>
                <a:gd name="T14" fmla="*/ 0 w 54"/>
                <a:gd name="T15" fmla="*/ 31 h 63"/>
                <a:gd name="T16" fmla="*/ 29 w 54"/>
                <a:gd name="T17" fmla="*/ 0 h 63"/>
                <a:gd name="T18" fmla="*/ 53 w 54"/>
                <a:gd name="T19" fmla="*/ 19 h 63"/>
                <a:gd name="T20" fmla="*/ 42 w 54"/>
                <a:gd name="T21" fmla="*/ 21 h 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4" h="63">
                  <a:moveTo>
                    <a:pt x="42" y="21"/>
                  </a:moveTo>
                  <a:cubicBezTo>
                    <a:pt x="41" y="15"/>
                    <a:pt x="36" y="10"/>
                    <a:pt x="29" y="10"/>
                  </a:cubicBezTo>
                  <a:cubicBezTo>
                    <a:pt x="17" y="10"/>
                    <a:pt x="12" y="21"/>
                    <a:pt x="12" y="31"/>
                  </a:cubicBezTo>
                  <a:cubicBezTo>
                    <a:pt x="12" y="42"/>
                    <a:pt x="17" y="53"/>
                    <a:pt x="29" y="53"/>
                  </a:cubicBezTo>
                  <a:cubicBezTo>
                    <a:pt x="37" y="53"/>
                    <a:pt x="41" y="47"/>
                    <a:pt x="43" y="40"/>
                  </a:cubicBezTo>
                  <a:cubicBezTo>
                    <a:pt x="54" y="45"/>
                    <a:pt x="54" y="45"/>
                    <a:pt x="54" y="45"/>
                  </a:cubicBezTo>
                  <a:cubicBezTo>
                    <a:pt x="49" y="57"/>
                    <a:pt x="41" y="63"/>
                    <a:pt x="29" y="63"/>
                  </a:cubicBezTo>
                  <a:cubicBezTo>
                    <a:pt x="9" y="63"/>
                    <a:pt x="0" y="48"/>
                    <a:pt x="0" y="31"/>
                  </a:cubicBezTo>
                  <a:cubicBezTo>
                    <a:pt x="0" y="14"/>
                    <a:pt x="11" y="0"/>
                    <a:pt x="29" y="0"/>
                  </a:cubicBezTo>
                  <a:cubicBezTo>
                    <a:pt x="41" y="0"/>
                    <a:pt x="50" y="6"/>
                    <a:pt x="53" y="19"/>
                  </a:cubicBezTo>
                  <a:lnTo>
                    <a:pt x="42" y="21"/>
                  </a:lnTo>
                  <a:close/>
                </a:path>
              </a:pathLst>
            </a:custGeom>
            <a:solidFill>
              <a:srgbClr val="1A144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7" name="Freeform 95"/>
            <p:cNvSpPr>
              <a:spLocks/>
            </p:cNvSpPr>
            <p:nvPr/>
          </p:nvSpPr>
          <p:spPr bwMode="gray">
            <a:xfrm>
              <a:off x="7597776" y="3886200"/>
              <a:ext cx="168275" cy="231775"/>
            </a:xfrm>
            <a:custGeom>
              <a:avLst/>
              <a:gdLst>
                <a:gd name="T0" fmla="*/ 0 w 106"/>
                <a:gd name="T1" fmla="*/ 0 h 146"/>
                <a:gd name="T2" fmla="*/ 102 w 106"/>
                <a:gd name="T3" fmla="*/ 0 h 146"/>
                <a:gd name="T4" fmla="*/ 102 w 106"/>
                <a:gd name="T5" fmla="*/ 26 h 146"/>
                <a:gd name="T6" fmla="*/ 28 w 106"/>
                <a:gd name="T7" fmla="*/ 26 h 146"/>
                <a:gd name="T8" fmla="*/ 28 w 106"/>
                <a:gd name="T9" fmla="*/ 57 h 146"/>
                <a:gd name="T10" fmla="*/ 95 w 106"/>
                <a:gd name="T11" fmla="*/ 57 h 146"/>
                <a:gd name="T12" fmla="*/ 95 w 106"/>
                <a:gd name="T13" fmla="*/ 81 h 146"/>
                <a:gd name="T14" fmla="*/ 28 w 106"/>
                <a:gd name="T15" fmla="*/ 81 h 146"/>
                <a:gd name="T16" fmla="*/ 28 w 106"/>
                <a:gd name="T17" fmla="*/ 119 h 146"/>
                <a:gd name="T18" fmla="*/ 106 w 106"/>
                <a:gd name="T19" fmla="*/ 119 h 146"/>
                <a:gd name="T20" fmla="*/ 106 w 106"/>
                <a:gd name="T21" fmla="*/ 146 h 146"/>
                <a:gd name="T22" fmla="*/ 0 w 106"/>
                <a:gd name="T23" fmla="*/ 146 h 146"/>
                <a:gd name="T24" fmla="*/ 0 w 106"/>
                <a:gd name="T25" fmla="*/ 0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06" h="146">
                  <a:moveTo>
                    <a:pt x="0" y="0"/>
                  </a:moveTo>
                  <a:lnTo>
                    <a:pt x="102" y="0"/>
                  </a:lnTo>
                  <a:lnTo>
                    <a:pt x="102" y="26"/>
                  </a:lnTo>
                  <a:lnTo>
                    <a:pt x="28" y="26"/>
                  </a:lnTo>
                  <a:lnTo>
                    <a:pt x="28" y="57"/>
                  </a:lnTo>
                  <a:lnTo>
                    <a:pt x="95" y="57"/>
                  </a:lnTo>
                  <a:lnTo>
                    <a:pt x="95" y="81"/>
                  </a:lnTo>
                  <a:lnTo>
                    <a:pt x="28" y="81"/>
                  </a:lnTo>
                  <a:lnTo>
                    <a:pt x="28" y="119"/>
                  </a:lnTo>
                  <a:lnTo>
                    <a:pt x="106" y="119"/>
                  </a:lnTo>
                  <a:lnTo>
                    <a:pt x="106" y="146"/>
                  </a:lnTo>
                  <a:lnTo>
                    <a:pt x="0" y="14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A144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8719115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34" Type="http://schemas.openxmlformats.org/officeDocument/2006/relationships/image" Target="../media/image2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image" Target="../media/image4.png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image" Target="../media/image3.emf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8DB5BD-5652-4CE6-AF15-1F1D286F3BE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489053" y="6329181"/>
            <a:ext cx="3369448" cy="365125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defRPr lang="en-US" sz="1200" dirty="0">
                <a:solidFill>
                  <a:schemeClr val="accent5"/>
                </a:solidFill>
              </a:defRPr>
            </a:lvl1pPr>
          </a:lstStyle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US"/>
              <a:t>Confidential &amp; Proprietary – Not for Distribution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3EC0F6CD-B68A-4B25-A96E-60C5E9421FBA}"/>
              </a:ext>
            </a:extLst>
          </p:cNvPr>
          <p:cNvGrpSpPr/>
          <p:nvPr userDrawn="1"/>
        </p:nvGrpSpPr>
        <p:grpSpPr>
          <a:xfrm>
            <a:off x="11595616" y="6272487"/>
            <a:ext cx="461773" cy="469521"/>
            <a:chOff x="11613545" y="6272479"/>
            <a:chExt cx="461773" cy="469521"/>
          </a:xfrm>
        </p:grpSpPr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5736DA99-4B25-47B5-BB1D-DF5F49F4801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3"/>
            <a:stretch>
              <a:fillRect/>
            </a:stretch>
          </p:blipFill>
          <p:spPr>
            <a:xfrm>
              <a:off x="11613545" y="6272479"/>
              <a:ext cx="461773" cy="469521"/>
            </a:xfrm>
            <a:prstGeom prst="rect">
              <a:avLst/>
            </a:prstGeom>
          </p:spPr>
        </p:pic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94D7DAD4-4DD1-4954-AFF6-C923B2EE2EA8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34"/>
            <a:srcRect b="2491"/>
            <a:stretch/>
          </p:blipFill>
          <p:spPr>
            <a:xfrm>
              <a:off x="11718819" y="6325130"/>
              <a:ext cx="277918" cy="363309"/>
            </a:xfrm>
            <a:prstGeom prst="rect">
              <a:avLst/>
            </a:prstGeom>
          </p:spPr>
        </p:pic>
      </p:grp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E237E5C-E878-46AB-9E8B-4290B755A61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58501" y="6370644"/>
            <a:ext cx="62865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algn="r">
              <a:defRPr lang="en-US" sz="1200" smtClean="0">
                <a:solidFill>
                  <a:schemeClr val="accent5"/>
                </a:solidFill>
              </a:defRPr>
            </a:lvl1pPr>
          </a:lstStyle>
          <a:p>
            <a:fld id="{8FB4CE90-470A-43E3-A052-3E8AD880B4A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40632" y="168443"/>
            <a:ext cx="11730789" cy="120315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40632" y="1446123"/>
            <a:ext cx="11730789" cy="472345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8" name="Straight Connector 17"/>
          <p:cNvCxnSpPr/>
          <p:nvPr userDrawn="1"/>
        </p:nvCxnSpPr>
        <p:spPr>
          <a:xfrm>
            <a:off x="132974" y="6223139"/>
            <a:ext cx="11926063" cy="0"/>
          </a:xfrm>
          <a:prstGeom prst="line">
            <a:avLst/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" name="Picture 19">
            <a:extLst>
              <a:ext uri="{FF2B5EF4-FFF2-40B4-BE49-F238E27FC236}">
                <a16:creationId xmlns:a16="http://schemas.microsoft.com/office/drawing/2014/main" id="{C8ACB4D2-1934-2A4A-A33D-93BB1D7B76E7}"/>
              </a:ext>
            </a:extLst>
          </p:cNvPr>
          <p:cNvPicPr>
            <a:picLocks noChangeAspect="1"/>
          </p:cNvPicPr>
          <p:nvPr userDrawn="1"/>
        </p:nvPicPr>
        <p:blipFill>
          <a:blip r:embed="rId3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0248" y="6328394"/>
            <a:ext cx="1416309" cy="361000"/>
          </a:xfrm>
          <a:prstGeom prst="rect">
            <a:avLst/>
          </a:prstGeom>
        </p:spPr>
      </p:pic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1E2BF326-D559-C14C-B54A-2A68A76DEA09}"/>
              </a:ext>
            </a:extLst>
          </p:cNvPr>
          <p:cNvCxnSpPr>
            <a:cxnSpLocks/>
          </p:cNvCxnSpPr>
          <p:nvPr userDrawn="1"/>
        </p:nvCxnSpPr>
        <p:spPr>
          <a:xfrm>
            <a:off x="1742919" y="6398100"/>
            <a:ext cx="0" cy="215535"/>
          </a:xfrm>
          <a:prstGeom prst="line">
            <a:avLst/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50" name="Picture 2" descr="image">
            <a:extLst>
              <a:ext uri="{FF2B5EF4-FFF2-40B4-BE49-F238E27FC236}">
                <a16:creationId xmlns:a16="http://schemas.microsoft.com/office/drawing/2014/main" id="{7B80F158-9773-20DC-D7D1-BA4E7E4DD7E1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71841" y="6388134"/>
            <a:ext cx="1416308" cy="2466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456960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8" r:id="rId2"/>
    <p:sldLayoutId id="2147483650" r:id="rId3"/>
    <p:sldLayoutId id="2147483660" r:id="rId4"/>
    <p:sldLayoutId id="2147483685" r:id="rId5"/>
    <p:sldLayoutId id="2147483654" r:id="rId6"/>
    <p:sldLayoutId id="2147483655" r:id="rId7"/>
    <p:sldLayoutId id="2147483659" r:id="rId8"/>
    <p:sldLayoutId id="2147483696" r:id="rId9"/>
    <p:sldLayoutId id="2147483687" r:id="rId10"/>
    <p:sldLayoutId id="2147483688" r:id="rId11"/>
    <p:sldLayoutId id="2147483689" r:id="rId12"/>
    <p:sldLayoutId id="2147483690" r:id="rId13"/>
    <p:sldLayoutId id="2147483691" r:id="rId14"/>
    <p:sldLayoutId id="2147483694" r:id="rId15"/>
    <p:sldLayoutId id="2147483730" r:id="rId16"/>
    <p:sldLayoutId id="2147483731" r:id="rId17"/>
    <p:sldLayoutId id="2147483734" r:id="rId18"/>
    <p:sldLayoutId id="2147483735" r:id="rId19"/>
    <p:sldLayoutId id="2147483736" r:id="rId20"/>
    <p:sldLayoutId id="2147483737" r:id="rId21"/>
    <p:sldLayoutId id="2147483738" r:id="rId22"/>
    <p:sldLayoutId id="2147483739" r:id="rId23"/>
    <p:sldLayoutId id="2147483740" r:id="rId24"/>
    <p:sldLayoutId id="2147483741" r:id="rId25"/>
    <p:sldLayoutId id="2147483742" r:id="rId26"/>
    <p:sldLayoutId id="2147483743" r:id="rId27"/>
    <p:sldLayoutId id="2147483744" r:id="rId28"/>
    <p:sldLayoutId id="2147483745" r:id="rId29"/>
    <p:sldLayoutId id="2147483746" r:id="rId30"/>
    <p:sldLayoutId id="2147483747" r:id="rId31"/>
  </p:sldLayoutIdLst>
  <p:hf hdr="0" dt="0"/>
  <p:txStyles>
    <p:titleStyle>
      <a:lvl1pPr algn="l" defTabSz="914332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66680" indent="-266680" algn="l" defTabSz="914332" rtl="0" eaLnBrk="1" latinLnBrk="0" hangingPunct="1">
        <a:lnSpc>
          <a:spcPct val="90000"/>
        </a:lnSpc>
        <a:spcBef>
          <a:spcPts val="1200"/>
        </a:spcBef>
        <a:buClr>
          <a:schemeClr val="accent5"/>
        </a:buClr>
        <a:buFont typeface="Wingdings 2" panose="05020102010507070707" pitchFamily="18" charset="2"/>
        <a:buChar char=""/>
        <a:tabLst/>
        <a:defRPr sz="2800" kern="1200">
          <a:solidFill>
            <a:schemeClr val="tx2"/>
          </a:solidFill>
          <a:latin typeface="+mn-lt"/>
          <a:ea typeface="+mn-ea"/>
          <a:cs typeface="+mn-cs"/>
        </a:defRPr>
      </a:lvl1pPr>
      <a:lvl2pPr marL="533360" indent="-266680" algn="l" defTabSz="914332" rtl="0" eaLnBrk="1" latinLnBrk="0" hangingPunct="1">
        <a:lnSpc>
          <a:spcPct val="90000"/>
        </a:lnSpc>
        <a:spcBef>
          <a:spcPts val="600"/>
        </a:spcBef>
        <a:buClr>
          <a:schemeClr val="accent5"/>
        </a:buClr>
        <a:buFont typeface="Arial" panose="020B0604020202020204" pitchFamily="34" charset="0"/>
        <a:buChar char="−"/>
        <a:defRPr sz="2400" kern="1200">
          <a:solidFill>
            <a:schemeClr val="tx2"/>
          </a:solidFill>
          <a:latin typeface="+mn-lt"/>
          <a:ea typeface="+mn-ea"/>
          <a:cs typeface="+mn-cs"/>
        </a:defRPr>
      </a:lvl2pPr>
      <a:lvl3pPr marL="647652" indent="-152388" algn="l" defTabSz="914332" rtl="0" eaLnBrk="1" latinLnBrk="0" hangingPunct="1">
        <a:lnSpc>
          <a:spcPct val="90000"/>
        </a:lnSpc>
        <a:spcBef>
          <a:spcPts val="600"/>
        </a:spcBef>
        <a:buClr>
          <a:schemeClr val="accent5"/>
        </a:buClr>
        <a:buFont typeface="Arial" panose="020B0604020202020204" pitchFamily="34" charset="0"/>
        <a:buChar char="•"/>
        <a:defRPr sz="2200" kern="1200">
          <a:solidFill>
            <a:schemeClr val="tx2"/>
          </a:solidFill>
          <a:latin typeface="+mn-lt"/>
          <a:ea typeface="+mn-ea"/>
          <a:cs typeface="+mn-cs"/>
        </a:defRPr>
      </a:lvl3pPr>
      <a:lvl4pPr marL="819090" indent="-230172" algn="l" defTabSz="914332" rtl="0" eaLnBrk="1" latinLnBrk="0" hangingPunct="1">
        <a:lnSpc>
          <a:spcPct val="90000"/>
        </a:lnSpc>
        <a:spcBef>
          <a:spcPts val="600"/>
        </a:spcBef>
        <a:buClr>
          <a:schemeClr val="accent5"/>
        </a:buClr>
        <a:buFont typeface="Arial" panose="020B0604020202020204" pitchFamily="34" charset="0"/>
        <a:buChar char="−"/>
        <a:defRPr sz="2000" kern="1200">
          <a:solidFill>
            <a:schemeClr val="tx2"/>
          </a:solidFill>
          <a:latin typeface="+mn-lt"/>
          <a:ea typeface="+mn-ea"/>
          <a:cs typeface="+mn-cs"/>
        </a:defRPr>
      </a:lvl4pPr>
      <a:lvl5pPr marL="950843" indent="-157151" algn="l" defTabSz="914332" rtl="0" eaLnBrk="1" latinLnBrk="0" hangingPunct="1">
        <a:lnSpc>
          <a:spcPct val="90000"/>
        </a:lnSpc>
        <a:spcBef>
          <a:spcPts val="600"/>
        </a:spcBef>
        <a:buClr>
          <a:schemeClr val="accent5"/>
        </a:buClr>
        <a:buFont typeface="Arial" panose="020B0604020202020204" pitchFamily="34" charset="0"/>
        <a:buChar char="•"/>
        <a:defRPr sz="18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412" indent="-228584" algn="l" defTabSz="91433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578" indent="-228584" algn="l" defTabSz="91433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744" indent="-228584" algn="l" defTabSz="91433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5910" indent="-228584" algn="l" defTabSz="91433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3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67" algn="l" defTabSz="91433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32" algn="l" defTabSz="91433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498" algn="l" defTabSz="91433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664" algn="l" defTabSz="91433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830" algn="l" defTabSz="91433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994" algn="l" defTabSz="91433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160" algn="l" defTabSz="91433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327" algn="l" defTabSz="91433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144" userDrawn="1">
          <p15:clr>
            <a:srgbClr val="F26B43"/>
          </p15:clr>
        </p15:guide>
        <p15:guide id="2" pos="7544" userDrawn="1">
          <p15:clr>
            <a:srgbClr val="F26B43"/>
          </p15:clr>
        </p15:guide>
        <p15:guide id="3" pos="168" userDrawn="1">
          <p15:clr>
            <a:srgbClr val="F26B43"/>
          </p15:clr>
        </p15:guide>
        <p15:guide id="4" orient="horz" pos="4128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microsoft.com/office/2011/relationships/webextension" Target="../webextensions/webextension1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microsoft.com/office/2011/relationships/webextension" Target="../webextensions/webextension2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B2B KT Session 1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vert="horz" lIns="91440" tIns="45720" rIns="91440" bIns="45720" rtlCol="0" anchor="t">
            <a:normAutofit fontScale="92500" lnSpcReduction="20000"/>
          </a:bodyPr>
          <a:lstStyle/>
          <a:p>
            <a:r>
              <a:rPr lang="en-GB"/>
              <a:t>High Level Architecture &amp; Data Flow Overview</a:t>
            </a:r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8011EB-076B-D44E-3A80-2785418062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4400">
                <a:solidFill>
                  <a:srgbClr val="000000"/>
                </a:solidFill>
                <a:latin typeface="Aptos Display"/>
              </a:rPr>
              <a:t>Overview</a:t>
            </a:r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8C2F574-E50E-7E15-427E-5A98360501C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algn="r"/>
            <a:fld id="{8FB4CE90-470A-43E3-A052-3E8AD880B4A5}" type="slidenum">
              <a:rPr lang="en-US" smtClean="0"/>
              <a:pPr algn="r"/>
              <a:t>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D9690B2-69D6-F91C-C324-2DD00D089F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US"/>
              <a:t>Confidential &amp; Proprietary – Not for Distribution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A272CC4-5A9B-7499-D37B-E09192D8B3F2}"/>
              </a:ext>
            </a:extLst>
          </p:cNvPr>
          <p:cNvSpPr>
            <a:spLocks noGrp="1"/>
          </p:cNvSpPr>
          <p:nvPr>
            <p:ph sz="quarter" idx="12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GB" dirty="0">
                <a:solidFill>
                  <a:srgbClr val="000000"/>
                </a:solidFill>
                <a:latin typeface="Aptos"/>
              </a:rPr>
              <a:t>Statuses + Status Flows</a:t>
            </a:r>
            <a:endParaRPr lang="en-US" dirty="0">
              <a:solidFill>
                <a:srgbClr val="000000"/>
              </a:solidFill>
              <a:latin typeface="Aptos"/>
            </a:endParaRPr>
          </a:p>
          <a:p>
            <a:pPr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GB" dirty="0">
                <a:solidFill>
                  <a:srgbClr val="000000"/>
                </a:solidFill>
                <a:latin typeface="Aptos"/>
              </a:rPr>
              <a:t>B2B Repository Organisation</a:t>
            </a:r>
            <a:endParaRPr lang="en-US" dirty="0">
              <a:solidFill>
                <a:srgbClr val="000000"/>
              </a:solidFill>
              <a:latin typeface="Aptos"/>
            </a:endParaRPr>
          </a:p>
          <a:p>
            <a:pPr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GB" dirty="0">
                <a:solidFill>
                  <a:srgbClr val="000000"/>
                </a:solidFill>
                <a:latin typeface="Aptos"/>
              </a:rPr>
              <a:t>Architectural dive</a:t>
            </a:r>
          </a:p>
          <a:p>
            <a:pPr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GB" dirty="0">
                <a:solidFill>
                  <a:srgbClr val="000000"/>
                </a:solidFill>
                <a:latin typeface="Aptos"/>
              </a:rPr>
              <a:t>Retry flows</a:t>
            </a:r>
          </a:p>
          <a:p>
            <a:pPr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GB" dirty="0">
                <a:solidFill>
                  <a:srgbClr val="000000"/>
                </a:solidFill>
                <a:latin typeface="Aptos"/>
              </a:rPr>
              <a:t>Data </a:t>
            </a:r>
          </a:p>
          <a:p>
            <a:pPr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GB" dirty="0">
                <a:solidFill>
                  <a:srgbClr val="000000"/>
                </a:solidFill>
                <a:latin typeface="Aptos"/>
              </a:rPr>
              <a:t>Logging Information</a:t>
            </a:r>
          </a:p>
          <a:p>
            <a:pPr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GB" dirty="0">
                <a:solidFill>
                  <a:srgbClr val="000000"/>
                </a:solidFill>
                <a:latin typeface="Aptos"/>
              </a:rPr>
              <a:t>Production Support Tool</a:t>
            </a:r>
            <a:endParaRPr lang="en-US" dirty="0">
              <a:solidFill>
                <a:srgbClr val="000000"/>
              </a:solidFill>
              <a:latin typeface="Aptos"/>
            </a:endParaRPr>
          </a:p>
          <a:p>
            <a:pPr>
              <a:spcBef>
                <a:spcPts val="1000"/>
              </a:spcBef>
              <a:buFont typeface="Arial" panose="020B0604020202020204" pitchFamily="34" charset="0"/>
              <a:buChar char="•"/>
            </a:pPr>
            <a:endParaRPr lang="en-GB" dirty="0">
              <a:solidFill>
                <a:srgbClr val="000000"/>
              </a:solidFill>
              <a:latin typeface="Aptos"/>
            </a:endParaRPr>
          </a:p>
          <a:p>
            <a:pPr marL="0" indent="0">
              <a:buNone/>
            </a:pPr>
            <a:endParaRPr lang="en-GB" dirty="0"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9374930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7C82DA-241A-1B46-AF26-C5366C733F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cs typeface="Arial"/>
              </a:rPr>
              <a:t>Statuses: Event Statuses vs Payment Statuses</a:t>
            </a:r>
            <a:endParaRPr lang="en-GB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BA59C2E-DBF7-9EED-4D02-2979471D508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algn="r"/>
            <a:fld id="{8FB4CE90-470A-43E3-A052-3E8AD880B4A5}" type="slidenum">
              <a:rPr lang="en-US" smtClean="0"/>
              <a:pPr algn="r"/>
              <a:t>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94F3293-52D8-7F94-DD74-5DAAF49390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US"/>
              <a:t>Confidential &amp; Proprietary – Not for Distribution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6DF81C3E-9260-3988-07AB-A313FA3024B8}"/>
              </a:ext>
            </a:extLst>
          </p:cNvPr>
          <p:cNvSpPr>
            <a:spLocks noGrp="1"/>
          </p:cNvSpPr>
          <p:nvPr>
            <p:ph sz="quarter" idx="12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266065" indent="-266065"/>
            <a:r>
              <a:rPr lang="en-GB" dirty="0">
                <a:cs typeface="Arial"/>
              </a:rPr>
              <a:t>Event Statuses: Statuses providing granular information at every step of a disbursement’s journey (</a:t>
            </a:r>
            <a:r>
              <a:rPr lang="en-GB" dirty="0" err="1">
                <a:cs typeface="Arial"/>
              </a:rPr>
              <a:t>e.g</a:t>
            </a:r>
            <a:r>
              <a:rPr lang="en-GB" dirty="0">
                <a:cs typeface="Arial"/>
              </a:rPr>
              <a:t> OFAC_CLEARED, REQUEST_ACCEPTED)</a:t>
            </a:r>
            <a:endParaRPr lang="en-US" dirty="0"/>
          </a:p>
          <a:p>
            <a:pPr marL="266065" indent="-266065"/>
            <a:r>
              <a:rPr lang="en-GB" dirty="0">
                <a:cs typeface="Arial"/>
              </a:rPr>
              <a:t>Payment Statuses: A subset of event statuses that provide simplified, key disbursement information to our clients (</a:t>
            </a:r>
            <a:r>
              <a:rPr lang="en-GB" dirty="0" err="1">
                <a:cs typeface="Arial"/>
              </a:rPr>
              <a:t>e.g</a:t>
            </a:r>
            <a:r>
              <a:rPr lang="en-GB" dirty="0">
                <a:cs typeface="Arial"/>
              </a:rPr>
              <a:t> IN_PROGRESS, PAID, STOPPED)</a:t>
            </a:r>
          </a:p>
          <a:p>
            <a:pPr marL="266065" indent="-266065"/>
            <a:endParaRPr lang="en-GB" dirty="0">
              <a:cs typeface="Arial"/>
            </a:endParaRPr>
          </a:p>
          <a:p>
            <a:pPr marL="266065" indent="-266065"/>
            <a:r>
              <a:rPr lang="en-GB" dirty="0">
                <a:cs typeface="Arial"/>
              </a:rPr>
              <a:t>A complete list of statuses and all status information can be found here: </a:t>
            </a:r>
            <a:r>
              <a:rPr lang="en-GB" dirty="0">
                <a:ea typeface="+mn-lt"/>
                <a:cs typeface="+mn-lt"/>
              </a:rPr>
              <a:t>https://</a:t>
            </a:r>
            <a:r>
              <a:rPr lang="en-GB" dirty="0" err="1">
                <a:ea typeface="+mn-lt"/>
                <a:cs typeface="+mn-lt"/>
              </a:rPr>
              <a:t>libertymutual.atlassian.net</a:t>
            </a:r>
            <a:r>
              <a:rPr lang="en-GB" dirty="0">
                <a:ea typeface="+mn-lt"/>
                <a:cs typeface="+mn-lt"/>
              </a:rPr>
              <a:t>/wiki/spaces/CPH/pages/1634720958/B2B+Channel+OneInc+Statuses</a:t>
            </a:r>
          </a:p>
        </p:txBody>
      </p:sp>
    </p:spTree>
    <p:extLst>
      <p:ext uri="{BB962C8B-B14F-4D97-AF65-F5344CB8AC3E}">
        <p14:creationId xmlns:p14="http://schemas.microsoft.com/office/powerpoint/2010/main" val="4840652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4228F8-6B06-A5BC-9979-0A3C9AD6E6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>
                <a:cs typeface="Arial"/>
              </a:rPr>
              <a:t> Status Flows: Disbursements 1</a:t>
            </a:r>
            <a:endParaRPr lang="en-GB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CF86C08-784F-8DDA-366A-C195B82D42A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algn="r"/>
            <a:fld id="{8FB4CE90-470A-43E3-A052-3E8AD880B4A5}" type="slidenum">
              <a:rPr lang="en-US" smtClean="0"/>
              <a:pPr algn="r"/>
              <a:t>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94030EC-8646-554C-FB76-7C151BB203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US"/>
              <a:t>Confidential &amp; Proprietary – Not for Distribution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DA43C673-F3AF-C90A-4FEA-903BD7DC2349}"/>
              </a:ext>
            </a:extLst>
          </p:cNvPr>
          <p:cNvSpPr>
            <a:spLocks noGrp="1"/>
          </p:cNvSpPr>
          <p:nvPr>
            <p:ph sz="quarter" idx="12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266065" indent="-266065"/>
            <a:r>
              <a:rPr lang="en-GB" sz="2400">
                <a:cs typeface="Arial"/>
              </a:rPr>
              <a:t>Event Status Flow</a:t>
            </a:r>
            <a:endParaRPr lang="en-US" sz="2400">
              <a:cs typeface="Arial"/>
            </a:endParaRPr>
          </a:p>
          <a:p>
            <a:pPr marL="0" indent="0">
              <a:buNone/>
            </a:pPr>
            <a:endParaRPr lang="en-GB" sz="2400" dirty="0">
              <a:cs typeface="Arial"/>
            </a:endParaRPr>
          </a:p>
        </p:txBody>
      </p:sp>
      <p:pic>
        <p:nvPicPr>
          <p:cNvPr id="6" name="Picture 5" descr="A diagram of a system&#10;&#10;AI-generated content may be incorrect.">
            <a:extLst>
              <a:ext uri="{FF2B5EF4-FFF2-40B4-BE49-F238E27FC236}">
                <a16:creationId xmlns:a16="http://schemas.microsoft.com/office/drawing/2014/main" id="{1A3BE851-D704-7E2E-404B-374F12060E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90875" y="1712030"/>
            <a:ext cx="8781962" cy="41619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35433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898A35-1E7A-6C99-4C8C-FF53D858EE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69C94D-FC60-A77B-3658-AA5C58A685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>
                <a:cs typeface="Arial"/>
              </a:rPr>
              <a:t> Status Flows: Disbursements 2</a:t>
            </a:r>
            <a:endParaRPr lang="en-GB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F0DEF0A-7E6E-2DA9-9A39-06E70A8FB7D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algn="r"/>
            <a:fld id="{8FB4CE90-470A-43E3-A052-3E8AD880B4A5}" type="slidenum">
              <a:rPr lang="en-US" smtClean="0"/>
              <a:pPr algn="r"/>
              <a:t>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22EBC13-A5C4-C0D6-4988-8E512CABE1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US"/>
              <a:t>Confidential &amp; Proprietary – Not for Distribution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DA6315B8-75A9-32E7-5F7B-996D9CD99D37}"/>
              </a:ext>
            </a:extLst>
          </p:cNvPr>
          <p:cNvSpPr>
            <a:spLocks noGrp="1"/>
          </p:cNvSpPr>
          <p:nvPr>
            <p:ph sz="quarter" idx="12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266065" indent="-266065"/>
            <a:r>
              <a:rPr lang="en-GB" sz="2400">
                <a:cs typeface="Arial"/>
              </a:rPr>
              <a:t>Payment Status Flow</a:t>
            </a:r>
            <a:endParaRPr lang="en-US" sz="2400">
              <a:cs typeface="Arial"/>
            </a:endParaRPr>
          </a:p>
          <a:p>
            <a:pPr marL="0" indent="0">
              <a:buNone/>
            </a:pPr>
            <a:endParaRPr lang="en-GB" sz="2400" dirty="0">
              <a:cs typeface="Arial"/>
            </a:endParaRPr>
          </a:p>
        </p:txBody>
      </p:sp>
      <p:pic>
        <p:nvPicPr>
          <p:cNvPr id="7" name="Picture 6" descr="A diagram of a process&#10;&#10;AI-generated content may be incorrect.">
            <a:extLst>
              <a:ext uri="{FF2B5EF4-FFF2-40B4-BE49-F238E27FC236}">
                <a16:creationId xmlns:a16="http://schemas.microsoft.com/office/drawing/2014/main" id="{711266D5-7048-839E-6BAF-2F5FE790FB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7468" y="1465396"/>
            <a:ext cx="8166892" cy="46894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8221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AC0C86-DC08-A6B6-AF8D-635C32E1CF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>
                <a:cs typeface="Arial"/>
              </a:rPr>
              <a:t>Status Flows: Cancellations 1</a:t>
            </a:r>
            <a:endParaRPr lang="en-GB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6B2E96A-D755-9BC6-52AB-D6DA3B5FED8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algn="r"/>
            <a:fld id="{8FB4CE90-470A-43E3-A052-3E8AD880B4A5}" type="slidenum">
              <a:rPr lang="en-US" smtClean="0"/>
              <a:pPr algn="r"/>
              <a:t>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1FA133B-65EB-9F41-8856-A6D997E22B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US"/>
              <a:t>Confidential &amp; Proprietary – Not for Distribution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E831DF6D-3D3B-2135-676B-8B5C7C4A3B50}"/>
              </a:ext>
            </a:extLst>
          </p:cNvPr>
          <p:cNvSpPr>
            <a:spLocks noGrp="1"/>
          </p:cNvSpPr>
          <p:nvPr>
            <p:ph sz="quarter" idx="12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266065" indent="-266065"/>
            <a:r>
              <a:rPr lang="en-GB" sz="2400">
                <a:cs typeface="Arial"/>
              </a:rPr>
              <a:t>Event Status Flow</a:t>
            </a:r>
          </a:p>
        </p:txBody>
      </p:sp>
      <p:pic>
        <p:nvPicPr>
          <p:cNvPr id="6" name="Picture 5" descr="A diagram of a process&#10;&#10;AI-generated content may be incorrect.">
            <a:extLst>
              <a:ext uri="{FF2B5EF4-FFF2-40B4-BE49-F238E27FC236}">
                <a16:creationId xmlns:a16="http://schemas.microsoft.com/office/drawing/2014/main" id="{F4ABC719-A207-72C7-9F90-C6BEFFABB8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71048" y="1137046"/>
            <a:ext cx="8605903" cy="49918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34929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53F5EE-F035-3E4A-1A4D-0E96B8F197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736637-F0D8-634C-FEAB-EDF4064DCF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>
                <a:cs typeface="Arial"/>
              </a:rPr>
              <a:t>Status Flows: Cancellations 2</a:t>
            </a:r>
            <a:endParaRPr lang="en-GB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F09A7FC-2ACD-0266-63C5-ECEF7127B74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algn="r"/>
            <a:fld id="{8FB4CE90-470A-43E3-A052-3E8AD880B4A5}" type="slidenum">
              <a:rPr lang="en-US" smtClean="0"/>
              <a:pPr algn="r"/>
              <a:t>7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71D3617-81A5-84E4-BD51-FBCAE927EB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US"/>
              <a:t>Confidential &amp; Proprietary – Not for Distribution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5A1EE66-BFFE-6C1A-63A2-A8BA9067A6B4}"/>
              </a:ext>
            </a:extLst>
          </p:cNvPr>
          <p:cNvSpPr>
            <a:spLocks noGrp="1"/>
          </p:cNvSpPr>
          <p:nvPr>
            <p:ph sz="quarter" idx="12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266065" indent="-266065"/>
            <a:r>
              <a:rPr lang="en-GB" sz="2000">
                <a:cs typeface="Arial"/>
              </a:rPr>
              <a:t>Payment Status Flow</a:t>
            </a:r>
          </a:p>
        </p:txBody>
      </p:sp>
      <p:pic>
        <p:nvPicPr>
          <p:cNvPr id="7" name="Picture 6" descr="A diagram of a diagram&#10;&#10;AI-generated content may be incorrect.">
            <a:extLst>
              <a:ext uri="{FF2B5EF4-FFF2-40B4-BE49-F238E27FC236}">
                <a16:creationId xmlns:a16="http://schemas.microsoft.com/office/drawing/2014/main" id="{09FC408C-64DE-1E68-B047-DD55FEF56C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3733" y="2328211"/>
            <a:ext cx="10344150" cy="3819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48689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F4D42C-92AA-DD52-9318-F43D69BCAF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>
                <a:cs typeface="Arial"/>
              </a:rPr>
              <a:t>B2B Repository Organisation</a:t>
            </a:r>
            <a:endParaRPr lang="en-GB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D1A8CB6-3E0B-2399-410D-B49C3407FB8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algn="r"/>
            <a:fld id="{8FB4CE90-470A-43E3-A052-3E8AD880B4A5}" type="slidenum">
              <a:rPr lang="en-US" smtClean="0"/>
              <a:pPr algn="r"/>
              <a:t>8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1909738-6858-4A18-BD68-CAD05E75CE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US"/>
              <a:t>Confidential &amp; Proprietary – Not for Distribution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2F5CBCC9-A958-26A5-6FD0-B45A65CC407B}"/>
              </a:ext>
            </a:extLst>
          </p:cNvPr>
          <p:cNvSpPr>
            <a:spLocks noGrp="1"/>
          </p:cNvSpPr>
          <p:nvPr>
            <p:ph sz="quarter" idx="12"/>
          </p:nvPr>
        </p:nvSpPr>
        <p:spPr/>
        <p:txBody>
          <a:bodyPr vert="horz" lIns="91440" tIns="45720" rIns="91440" bIns="45720" rtlCol="0" anchor="t">
            <a:normAutofit fontScale="92500" lnSpcReduction="10000"/>
          </a:bodyPr>
          <a:lstStyle/>
          <a:p>
            <a:pPr marL="0" indent="0">
              <a:buNone/>
            </a:pPr>
            <a:r>
              <a:rPr lang="en-GB">
                <a:cs typeface="Arial"/>
              </a:rPr>
              <a:t>List of key B2B Repositories:</a:t>
            </a:r>
            <a:br>
              <a:rPr lang="en-GB" dirty="0">
                <a:cs typeface="Arial"/>
              </a:rPr>
            </a:br>
            <a:endParaRPr lang="en-GB" dirty="0">
              <a:cs typeface="Arial"/>
            </a:endParaRPr>
          </a:p>
          <a:p>
            <a:pPr marL="457200" indent="-457200">
              <a:buFont typeface="Calibri" panose="05020102010507070707" pitchFamily="18" charset="2"/>
              <a:buChar char="-"/>
            </a:pPr>
            <a:r>
              <a:rPr lang="en-GB" dirty="0">
                <a:cs typeface="Arial"/>
              </a:rPr>
              <a:t>paymenthub-b2b-service (main repository </a:t>
            </a:r>
            <a:r>
              <a:rPr lang="en-GB">
                <a:cs typeface="Arial"/>
              </a:rPr>
              <a:t>doing most of the payment processing)</a:t>
            </a:r>
          </a:p>
          <a:p>
            <a:pPr marL="457200" indent="-457200">
              <a:buFont typeface="Calibri" panose="05020102010507070707" pitchFamily="18" charset="2"/>
              <a:buChar char="-"/>
            </a:pPr>
            <a:r>
              <a:rPr lang="en-GB" dirty="0" err="1">
                <a:cs typeface="Arial"/>
              </a:rPr>
              <a:t>paymenthub</a:t>
            </a:r>
            <a:r>
              <a:rPr lang="en-GB" dirty="0">
                <a:cs typeface="Arial"/>
              </a:rPr>
              <a:t>-</a:t>
            </a:r>
            <a:r>
              <a:rPr lang="en-GB" dirty="0" err="1">
                <a:cs typeface="Arial"/>
              </a:rPr>
              <a:t>oneinc</a:t>
            </a:r>
            <a:r>
              <a:rPr lang="en-GB" dirty="0">
                <a:cs typeface="Arial"/>
              </a:rPr>
              <a:t>-adapter (used as an adapter that contains logic specific to our vendor, </a:t>
            </a:r>
            <a:r>
              <a:rPr lang="en-GB" dirty="0" err="1">
                <a:cs typeface="Arial"/>
              </a:rPr>
              <a:t>oneinc</a:t>
            </a:r>
            <a:r>
              <a:rPr lang="en-GB" dirty="0">
                <a:cs typeface="Arial"/>
              </a:rPr>
              <a:t>)</a:t>
            </a:r>
          </a:p>
          <a:p>
            <a:pPr marL="457200" indent="-457200">
              <a:buFont typeface="Calibri" panose="05020102010507070707" pitchFamily="18" charset="2"/>
              <a:buChar char="-"/>
            </a:pPr>
            <a:r>
              <a:rPr lang="en-GB" dirty="0">
                <a:cs typeface="Arial"/>
              </a:rPr>
              <a:t>paymenthub-b2b-webhooks (used solely for webhook </a:t>
            </a:r>
            <a:r>
              <a:rPr lang="en-GB">
                <a:cs typeface="Arial"/>
              </a:rPr>
              <a:t>verification and processing</a:t>
            </a:r>
            <a:r>
              <a:rPr lang="en-GB" dirty="0">
                <a:cs typeface="Arial"/>
              </a:rPr>
              <a:t>)</a:t>
            </a:r>
          </a:p>
          <a:p>
            <a:pPr marL="457200" indent="-457200">
              <a:buFont typeface="Calibri" panose="05020102010507070707" pitchFamily="18" charset="2"/>
              <a:buChar char="-"/>
            </a:pPr>
            <a:r>
              <a:rPr lang="en-GB">
                <a:cs typeface="Arial"/>
              </a:rPr>
              <a:t>paymenthub-b2b-service-infrastructure (used for provisioning infrastructure in AWS</a:t>
            </a:r>
            <a:r>
              <a:rPr lang="en-GB" dirty="0">
                <a:cs typeface="Arial"/>
              </a:rPr>
              <a:t>)</a:t>
            </a:r>
          </a:p>
          <a:p>
            <a:pPr marL="457200" indent="-457200">
              <a:buFont typeface="Calibri" panose="05020102010507070707" pitchFamily="18" charset="2"/>
              <a:buChar char="-"/>
            </a:pPr>
            <a:r>
              <a:rPr lang="en-GB" dirty="0" err="1">
                <a:cs typeface="Arial"/>
              </a:rPr>
              <a:t>paymenthub</a:t>
            </a:r>
            <a:r>
              <a:rPr lang="en-GB" dirty="0">
                <a:cs typeface="Arial"/>
              </a:rPr>
              <a:t>-document-service (not solely b2b but contains attach documents solution)</a:t>
            </a:r>
          </a:p>
        </p:txBody>
      </p:sp>
    </p:spTree>
    <p:extLst>
      <p:ext uri="{BB962C8B-B14F-4D97-AF65-F5344CB8AC3E}">
        <p14:creationId xmlns:p14="http://schemas.microsoft.com/office/powerpoint/2010/main" val="7161740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FE4631-E661-0751-902C-40DA22CFEA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cs typeface="Arial"/>
              </a:rPr>
              <a:t>Architectural Dive</a:t>
            </a:r>
            <a:endParaRPr lang="en-GB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C0D1C10-4B5C-BC2B-43E7-49439AD3AA3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algn="r"/>
            <a:fld id="{8FB4CE90-470A-43E3-A052-3E8AD880B4A5}" type="slidenum">
              <a:rPr lang="en-US" smtClean="0"/>
              <a:pPr algn="r"/>
              <a:t>9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C554297-D1DF-3611-1902-39FF5346BD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US"/>
              <a:t>Confidential &amp; Proprietary – Not for Distribution</a:t>
            </a:r>
          </a:p>
        </p:txBody>
      </p:sp>
      <mc:AlternateContent xmlns:mc="http://schemas.openxmlformats.org/markup-compatibility/2006">
        <mc:Choice xmlns:we="http://schemas.microsoft.com/office/webextensions/webextension/2010/11" xmlns:pca="http://schemas.microsoft.com/office/powerpoint/2013/contentapp" Requires="we pca">
          <p:graphicFrame>
            <p:nvGraphicFramePr>
              <p:cNvPr id="6" name="Add-in" descr="Add-in content for Lucidchart Diagrams for PowerPoint.">
                <a:extLst>
                  <a:ext uri="{FF2B5EF4-FFF2-40B4-BE49-F238E27FC236}">
                    <a16:creationId xmlns:a16="http://schemas.microsoft.com/office/drawing/2014/main" id="{E3BD1D90-EDEB-6261-AF5C-E66EF6019E29}"/>
                  </a:ext>
                </a:extLst>
              </p:cNvPr>
              <p:cNvGraphicFramePr>
                <a:graphicFrameLocks noGrp="1"/>
              </p:cNvGraphicFramePr>
              <p:nvPr>
                <p:ph sz="quarter" idx="12"/>
              </p:nvPr>
            </p:nvGraphicFramePr>
            <p:xfrm>
              <a:off x="241300" y="1443038"/>
              <a:ext cx="11734800" cy="4706937"/>
            </p:xfrm>
            <a:graphic>
              <a:graphicData uri="http://schemas.microsoft.com/office/webextensions/webextension/2010/11">
                <we:webextensionref xmlns:we="http://schemas.microsoft.com/office/webextensions/webextension/2010/11" xmlns:r="http://schemas.openxmlformats.org/officeDocument/2006/relationships" r:id="rId2"/>
              </a:graphicData>
            </a:graphic>
          </p:graphicFrame>
        </mc:Choice>
        <mc:Fallback>
          <p:pic>
            <p:nvPicPr>
              <p:cNvPr id="6" name="Add-in" descr="Add-in content for Lucidchart Diagrams for PowerPoint.">
                <a:extLst>
                  <a:ext uri="{FF2B5EF4-FFF2-40B4-BE49-F238E27FC236}">
                    <a16:creationId xmlns:a16="http://schemas.microsoft.com/office/drawing/2014/main" id="{E3BD1D90-EDEB-6261-AF5C-E66EF6019E29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41300" y="1443038"/>
                <a:ext cx="11734800" cy="4706937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223001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C3A842-5A82-2280-05DB-1999D6923F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C89DC6-F6E2-CB90-3499-851828D6A7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cs typeface="Arial"/>
              </a:rPr>
              <a:t>Architectural Dive: Attach Documents</a:t>
            </a:r>
            <a:endParaRPr lang="en-GB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5A50070-CD1E-4A55-BADF-35BE35570C1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algn="r"/>
            <a:fld id="{8FB4CE90-470A-43E3-A052-3E8AD880B4A5}" type="slidenum">
              <a:rPr lang="en-US" smtClean="0"/>
              <a:pPr algn="r"/>
              <a:t>10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9D1E15D-147E-9A0A-8F4B-E8AE96DC4D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US"/>
              <a:t>Confidential &amp; Proprietary – Not for Distribution</a:t>
            </a:r>
          </a:p>
        </p:txBody>
      </p:sp>
      <mc:AlternateContent xmlns:mc="http://schemas.openxmlformats.org/markup-compatibility/2006">
        <mc:Choice xmlns:we="http://schemas.microsoft.com/office/webextensions/webextension/2010/11" xmlns:pca="http://schemas.microsoft.com/office/powerpoint/2013/contentapp" Requires="we pca">
          <p:graphicFrame>
            <p:nvGraphicFramePr>
              <p:cNvPr id="13" name="Add-in" descr="Add-in content for Lucidchart Diagrams for PowerPoint.">
                <a:extLst>
                  <a:ext uri="{FF2B5EF4-FFF2-40B4-BE49-F238E27FC236}">
                    <a16:creationId xmlns:a16="http://schemas.microsoft.com/office/drawing/2014/main" id="{9BD76D57-B00B-DBD2-BB40-12A9AED80986}"/>
                  </a:ext>
                </a:extLst>
              </p:cNvPr>
              <p:cNvGraphicFramePr>
                <a:graphicFrameLocks noGrp="1"/>
              </p:cNvGraphicFramePr>
              <p:nvPr>
                <p:ph sz="quarter" idx="12"/>
              </p:nvPr>
            </p:nvGraphicFramePr>
            <p:xfrm>
              <a:off x="241300" y="1443038"/>
              <a:ext cx="11734800" cy="4706937"/>
            </p:xfrm>
            <a:graphic>
              <a:graphicData uri="http://schemas.microsoft.com/office/webextensions/webextension/2010/11">
                <we:webextensionref xmlns:we="http://schemas.microsoft.com/office/webextensions/webextension/2010/11" xmlns:r="http://schemas.openxmlformats.org/officeDocument/2006/relationships" r:id="rId2"/>
              </a:graphicData>
            </a:graphic>
          </p:graphicFrame>
        </mc:Choice>
        <mc:Fallback>
          <p:pic>
            <p:nvPicPr>
              <p:cNvPr id="13" name="Add-in" descr="Add-in content for Lucidchart Diagrams for PowerPoint.">
                <a:extLst>
                  <a:ext uri="{FF2B5EF4-FFF2-40B4-BE49-F238E27FC236}">
                    <a16:creationId xmlns:a16="http://schemas.microsoft.com/office/drawing/2014/main" id="{9BD76D57-B00B-DBD2-BB40-12A9AED80986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41300" y="1443038"/>
                <a:ext cx="11734800" cy="4706937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39017458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65F124-A660-98D6-50CB-0ADC2CC4AA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Retry Flows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852CB5F-FED3-6986-C9FC-E00D5798359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algn="r"/>
            <a:fld id="{8FB4CE90-470A-43E3-A052-3E8AD880B4A5}" type="slidenum">
              <a:rPr lang="en-US" smtClean="0"/>
              <a:pPr algn="r"/>
              <a:t>11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E9B5E42-282A-607A-CA6C-38CAA8AD10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US"/>
              <a:t>Confidential &amp; Proprietary – Not for Distribution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666B9E0-4169-9901-C3AC-D9F024EB95B3}"/>
              </a:ext>
            </a:extLst>
          </p:cNvPr>
          <p:cNvSpPr>
            <a:spLocks noGrp="1"/>
          </p:cNvSpPr>
          <p:nvPr>
            <p:ph sz="quarter" idx="12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266065" indent="-266065"/>
            <a:r>
              <a:rPr lang="en-US" dirty="0"/>
              <a:t>Disbursements: 3 retry queues using exponential backoff to retry the disbursement request to </a:t>
            </a:r>
            <a:r>
              <a:rPr lang="en-US" dirty="0" err="1"/>
              <a:t>OneInc</a:t>
            </a:r>
            <a:r>
              <a:rPr lang="en-US" dirty="0"/>
              <a:t> which goes via the </a:t>
            </a:r>
            <a:r>
              <a:rPr lang="en-US" dirty="0" err="1"/>
              <a:t>OneInc</a:t>
            </a:r>
            <a:r>
              <a:rPr lang="en-US" dirty="0"/>
              <a:t> Adapter. If all retries fail the disbursement request is put in a </a:t>
            </a:r>
            <a:r>
              <a:rPr lang="en-IE" dirty="0"/>
              <a:t>VENDOR_RETRY_DISBURSE_HOLD </a:t>
            </a:r>
            <a:r>
              <a:rPr lang="en-US" dirty="0"/>
              <a:t>state where we can retry manually</a:t>
            </a:r>
          </a:p>
          <a:p>
            <a:pPr marL="266065" indent="-266065"/>
            <a:r>
              <a:rPr lang="en-US" dirty="0"/>
              <a:t>Cancellations: Same logic as disbursements but instead of a manual retry, we inform our client that the disbursement is unable to be stopped and they should contact </a:t>
            </a:r>
            <a:r>
              <a:rPr lang="en-US" dirty="0" err="1"/>
              <a:t>OneInc</a:t>
            </a:r>
            <a:r>
              <a:rPr lang="en-US" dirty="0"/>
              <a:t> to stop it.</a:t>
            </a:r>
            <a:endParaRPr lang="en-US" dirty="0">
              <a:cs typeface="Arial"/>
            </a:endParaRPr>
          </a:p>
          <a:p>
            <a:pPr marL="266065" indent="-266065"/>
            <a:r>
              <a:rPr lang="en-US" dirty="0"/>
              <a:t>Attach Documents: Up to 10 retries with exponential backoff, if that fails, we can manually retry the request</a:t>
            </a:r>
            <a:endParaRPr lang="en-US" dirty="0"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02284445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A37942-043A-8ADC-77DA-5F8891499B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3F104F6-573A-EB7D-000C-E6FE16E3E4D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algn="r"/>
            <a:fld id="{8FB4CE90-470A-43E3-A052-3E8AD880B4A5}" type="slidenum">
              <a:rPr lang="en-US" smtClean="0"/>
              <a:pPr algn="r"/>
              <a:t>12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EBCF1AD-B1B6-3CF3-7AEF-B281D74598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US"/>
              <a:t>Confidential &amp; Proprietary – Not for Distribution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C6E6298-CA59-A5A6-EF6E-3912CF082CEC}"/>
              </a:ext>
            </a:extLst>
          </p:cNvPr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r>
              <a:rPr lang="en-US" dirty="0"/>
              <a:t>Postgres: Holds all payment information</a:t>
            </a:r>
          </a:p>
          <a:p>
            <a:r>
              <a:rPr lang="en-US" dirty="0"/>
              <a:t>Dynamo: Used to log attached document information</a:t>
            </a:r>
          </a:p>
          <a:p>
            <a:r>
              <a:rPr lang="en-US" dirty="0"/>
              <a:t>S3: Used to store documents being attached</a:t>
            </a:r>
          </a:p>
          <a:p>
            <a:r>
              <a:rPr lang="en-US" dirty="0" err="1"/>
              <a:t>Cloudwatch</a:t>
            </a:r>
            <a:r>
              <a:rPr lang="en-US" dirty="0"/>
              <a:t>: Has all logs for lambdas and API Gateway</a:t>
            </a:r>
          </a:p>
          <a:p>
            <a:r>
              <a:rPr lang="en-US" dirty="0"/>
              <a:t>Datadog: Logs are sent to Datadog with enhanced logging for increased transparency, dashboard creation and ease of access</a:t>
            </a:r>
          </a:p>
        </p:txBody>
      </p:sp>
    </p:spTree>
    <p:extLst>
      <p:ext uri="{BB962C8B-B14F-4D97-AF65-F5344CB8AC3E}">
        <p14:creationId xmlns:p14="http://schemas.microsoft.com/office/powerpoint/2010/main" val="382434135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53C870-FF78-0930-3DB7-2AB33A7483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Dependencies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50CBFD9-4B8F-B7D0-AA64-3DEBA2B43BD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algn="r"/>
            <a:fld id="{8FB4CE90-470A-43E3-A052-3E8AD880B4A5}" type="slidenum">
              <a:rPr lang="en-US" smtClean="0"/>
              <a:pPr algn="r"/>
              <a:t>13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4F42468-12DF-D6DF-2E71-60F4D09C66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US"/>
              <a:t>Confidential &amp; Proprietary – Not for Distribution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46F21C2-AE1F-8210-3F48-770FFA379BEF}"/>
              </a:ext>
            </a:extLst>
          </p:cNvPr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r>
              <a:rPr lang="en-US" dirty="0"/>
              <a:t>Client Service</a:t>
            </a:r>
          </a:p>
          <a:p>
            <a:r>
              <a:rPr lang="en-US" dirty="0"/>
              <a:t>Status Notification Service</a:t>
            </a:r>
          </a:p>
          <a:p>
            <a:r>
              <a:rPr lang="en-US" dirty="0"/>
              <a:t>OFAC Service</a:t>
            </a:r>
          </a:p>
          <a:p>
            <a:r>
              <a:rPr lang="en-US" dirty="0"/>
              <a:t>DMS</a:t>
            </a:r>
          </a:p>
          <a:p>
            <a:r>
              <a:rPr lang="en-US" dirty="0" err="1"/>
              <a:t>OneInc</a:t>
            </a:r>
            <a:endParaRPr lang="en-US" dirty="0"/>
          </a:p>
          <a:p>
            <a:r>
              <a:rPr lang="en-US" dirty="0" err="1"/>
              <a:t>Tokenisation</a:t>
            </a:r>
            <a:r>
              <a:rPr lang="en-US" dirty="0"/>
              <a:t> Service</a:t>
            </a:r>
          </a:p>
        </p:txBody>
      </p:sp>
    </p:spTree>
    <p:extLst>
      <p:ext uri="{BB962C8B-B14F-4D97-AF65-F5344CB8AC3E}">
        <p14:creationId xmlns:p14="http://schemas.microsoft.com/office/powerpoint/2010/main" val="424527237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E45906-B06C-3B7D-164D-32BE0E9C8A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0632" y="168443"/>
            <a:ext cx="11730789" cy="1203158"/>
          </a:xfrm>
        </p:spPr>
        <p:txBody>
          <a:bodyPr anchor="ctr">
            <a:normAutofit/>
          </a:bodyPr>
          <a:lstStyle/>
          <a:p>
            <a:r>
              <a:rPr lang="en-US" dirty="0"/>
              <a:t>Production Support Tool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C84511B-347B-0215-86B7-872C4672AAB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858501" y="6370644"/>
            <a:ext cx="628656" cy="276999"/>
          </a:xfrm>
        </p:spPr>
        <p:txBody>
          <a:bodyPr wrap="square">
            <a:normAutofit/>
          </a:bodyPr>
          <a:lstStyle/>
          <a:p>
            <a:pPr>
              <a:spcAft>
                <a:spcPts val="600"/>
              </a:spcAft>
            </a:pPr>
            <a:fld id="{8FB4CE90-470A-43E3-A052-3E8AD880B4A5}" type="slidenum">
              <a:rPr lang="en-US" smtClean="0"/>
              <a:pPr>
                <a:spcAft>
                  <a:spcPts val="600"/>
                </a:spcAft>
              </a:pPr>
              <a:t>14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D6A21C9-E622-9CC9-C745-57D48A90D5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489053" y="6329181"/>
            <a:ext cx="3369448" cy="365125"/>
          </a:xfrm>
        </p:spPr>
        <p:txBody>
          <a:bodyPr anchor="ctr">
            <a:normAutofit/>
          </a:bodyPr>
          <a:lstStyle/>
          <a:p>
            <a:pPr>
              <a:spcBef>
                <a:spcPts val="1000"/>
              </a:spcBef>
            </a:pPr>
            <a:r>
              <a:rPr lang="en-US"/>
              <a:t>Confidential &amp; Proprietary – Not for Distribution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686C147-BDFE-AC24-960F-8A5615BE4E2B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241300" y="1443039"/>
            <a:ext cx="5772150" cy="4706751"/>
          </a:xfrm>
        </p:spPr>
        <p:txBody>
          <a:bodyPr>
            <a:normAutofit/>
          </a:bodyPr>
          <a:lstStyle/>
          <a:p>
            <a:r>
              <a:rPr lang="en-US" dirty="0"/>
              <a:t>Can be used to view payment information</a:t>
            </a:r>
          </a:p>
          <a:p>
            <a:endParaRPr lang="en-US" dirty="0"/>
          </a:p>
          <a:p>
            <a:r>
              <a:rPr lang="en-US" dirty="0"/>
              <a:t>https://phub-</a:t>
            </a:r>
            <a:r>
              <a:rPr lang="en-US" dirty="0" err="1"/>
              <a:t>support.lmig.com</a:t>
            </a:r>
            <a:r>
              <a:rPr lang="en-US" dirty="0"/>
              <a:t>/b2b/payment-tracker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BD102E4-D2EA-159A-C43D-D3E934F84E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7702" y="1910720"/>
            <a:ext cx="5772150" cy="3290123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05196887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58BFC3-842F-9BA0-85E6-93E5FAC5B5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				Any Questions?</a:t>
            </a:r>
          </a:p>
        </p:txBody>
      </p:sp>
    </p:spTree>
    <p:extLst>
      <p:ext uri="{BB962C8B-B14F-4D97-AF65-F5344CB8AC3E}">
        <p14:creationId xmlns:p14="http://schemas.microsoft.com/office/powerpoint/2010/main" val="959280686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LM Brand Template 2018 Print">
  <a:themeElements>
    <a:clrScheme name="LM PRINT COLORS 2018">
      <a:dk1>
        <a:srgbClr val="343741"/>
      </a:dk1>
      <a:lt1>
        <a:srgbClr val="F5F5F5"/>
      </a:lt1>
      <a:dk2>
        <a:srgbClr val="1A1446"/>
      </a:dk2>
      <a:lt2>
        <a:srgbClr val="FFFFFF"/>
      </a:lt2>
      <a:accent1>
        <a:srgbClr val="FFD000"/>
      </a:accent1>
      <a:accent2>
        <a:srgbClr val="1A1446"/>
      </a:accent2>
      <a:accent3>
        <a:srgbClr val="78E1E1"/>
      </a:accent3>
      <a:accent4>
        <a:srgbClr val="06748C"/>
      </a:accent4>
      <a:accent5>
        <a:srgbClr val="B0B0B0"/>
      </a:accent5>
      <a:accent6>
        <a:srgbClr val="343741"/>
      </a:accent6>
      <a:hlink>
        <a:srgbClr val="06748C"/>
      </a:hlink>
      <a:folHlink>
        <a:srgbClr val="000000"/>
      </a:folHlink>
    </a:clrScheme>
    <a:fontScheme name="LM 2018 corporate templat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2000" dirty="0" smtClean="0">
            <a:solidFill>
              <a:schemeClr val="tx2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tx2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Potential_onsite_activities.potx" id="{864188CA-1384-474E-A7D5-AE3ED79EC92A}" vid="{AE2CED84-9AD1-49D3-9F37-FBB19826B94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webextension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6.png"/></Relationships>
</file>

<file path=ppt/webextensions/_rels/webextension2.xml.rels><?xml version="1.0" encoding="UTF-8" standalone="yes"?>
<Relationships xmlns="http://schemas.openxmlformats.org/package/2006/relationships"><Relationship Id="rId1" Type="http://schemas.openxmlformats.org/officeDocument/2006/relationships/image" Target="../media/image17.png"/></Relationships>
</file>

<file path=ppt/webextensions/webextension1.xml><?xml version="1.0" encoding="utf-8"?>
<we:webextension xmlns:we="http://schemas.microsoft.com/office/webextensions/webextension/2010/11" id="{0A7ACCE2-F9EF-C44E-8A6B-266B0AE50D27}">
  <we:reference id="WA104380117" version="2.1.0" store="en-US" storeType="OMEX"/>
  <we:alternateReferences/>
  <we:properties>
    <we:property name="Microsoft.Office.CampaignId" value="&quot;none&quot;"/>
    <we:property name="lucid_embed_id" value="&quot;d6533920-fc0a-4fc9-afe6-70bddb9d1009&quot;"/>
  </we:properties>
  <we:bindings/>
  <we:snapshot xmlns:r="http://schemas.openxmlformats.org/officeDocument/2006/relationships" r:embed="rId1"/>
</we:webextension>
</file>

<file path=ppt/webextensions/webextension2.xml><?xml version="1.0" encoding="utf-8"?>
<we:webextension xmlns:we="http://schemas.microsoft.com/office/webextensions/webextension/2010/11" id="{90CB5629-48C5-6947-A0C9-AFD23BA932D2}">
  <we:reference id="WA104380117" version="2.1.0" store="en-US" storeType="OMEX"/>
  <we:alternateReferences/>
  <we:properties>
    <we:property name="Microsoft.Office.CampaignId" value="&quot;none&quot;"/>
    <we:property name="lucid_embed_id" value="&quot;aac42866-20af-4aac-ae03-db56edbfdd82&quot;"/>
  </we:properties>
  <we:bindings/>
  <we:snapshot xmlns:r="http://schemas.openxmlformats.org/officeDocument/2006/relationships" r:embed="rId1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5820</TotalTime>
  <Words>539</Words>
  <Application>Microsoft Macintosh PowerPoint</Application>
  <PresentationFormat>Widescreen</PresentationFormat>
  <Paragraphs>80</Paragraphs>
  <Slides>15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3" baseType="lpstr">
      <vt:lpstr>Aptos</vt:lpstr>
      <vt:lpstr>Aptos Display</vt:lpstr>
      <vt:lpstr>Arial</vt:lpstr>
      <vt:lpstr>Calibri</vt:lpstr>
      <vt:lpstr>Roboto</vt:lpstr>
      <vt:lpstr>Wingdings 2</vt:lpstr>
      <vt:lpstr>LM Brand Template 2018 Print</vt:lpstr>
      <vt:lpstr>think-cell Slide</vt:lpstr>
      <vt:lpstr>B2B KT Session 1</vt:lpstr>
      <vt:lpstr>Overview</vt:lpstr>
      <vt:lpstr>Statuses: Event Statuses vs Payment Statuses</vt:lpstr>
      <vt:lpstr> Status Flows: Disbursements 1</vt:lpstr>
      <vt:lpstr> Status Flows: Disbursements 2</vt:lpstr>
      <vt:lpstr>Status Flows: Cancellations 1</vt:lpstr>
      <vt:lpstr>Status Flows: Cancellations 2</vt:lpstr>
      <vt:lpstr>B2B Repository Organisation</vt:lpstr>
      <vt:lpstr>Architectural Dive</vt:lpstr>
      <vt:lpstr>Architectural Dive: Attach Documents</vt:lpstr>
      <vt:lpstr>Retry Flows</vt:lpstr>
      <vt:lpstr>Data</vt:lpstr>
      <vt:lpstr>Dependencies</vt:lpstr>
      <vt:lpstr>Production Support Tool</vt:lpstr>
      <vt:lpstr>    Any Questions?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Oyinlola, Steven</cp:lastModifiedBy>
  <cp:revision>217</cp:revision>
  <dcterms:created xsi:type="dcterms:W3CDTF">2026-05-08T09:16:56Z</dcterms:created>
  <dcterms:modified xsi:type="dcterms:W3CDTF">2026-05-12T14:51:37Z</dcterms:modified>
</cp:coreProperties>
</file>